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6"/>
  </p:notesMasterIdLst>
  <p:handoutMasterIdLst>
    <p:handoutMasterId r:id="rId7"/>
  </p:handoutMasterIdLst>
  <p:sldIdLst>
    <p:sldId id="2579" r:id="rId4"/>
    <p:sldId id="2580" r:id="rId5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081461-8CA6-07E5-6947-E6671AA59AF3}" v="1" dt="2025-04-25T10:19:22.9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84247" autoAdjust="0"/>
  </p:normalViewPr>
  <p:slideViewPr>
    <p:cSldViewPr snapToGrid="0">
      <p:cViewPr>
        <p:scale>
          <a:sx n="154" d="100"/>
          <a:sy n="154" d="100"/>
        </p:scale>
        <p:origin x="704" y="1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ena Karantagli" userId="S::elena@fasttrack-europe.com::4244063e-a01d-4737-9f82-5eb599706e2e" providerId="AD" clId="Web-{40081461-8CA6-07E5-6947-E6671AA59AF3}"/>
    <pc:docChg chg="modSld">
      <pc:chgData name="Elena Karantagli" userId="S::elena@fasttrack-europe.com::4244063e-a01d-4737-9f82-5eb599706e2e" providerId="AD" clId="Web-{40081461-8CA6-07E5-6947-E6671AA59AF3}" dt="2025-04-25T10:19:22.902" v="0" actId="1076"/>
      <pc:docMkLst>
        <pc:docMk/>
      </pc:docMkLst>
      <pc:sldChg chg="modSp">
        <pc:chgData name="Elena Karantagli" userId="S::elena@fasttrack-europe.com::4244063e-a01d-4737-9f82-5eb599706e2e" providerId="AD" clId="Web-{40081461-8CA6-07E5-6947-E6671AA59AF3}" dt="2025-04-25T10:19:22.902" v="0" actId="1076"/>
        <pc:sldMkLst>
          <pc:docMk/>
          <pc:sldMk cId="3672773253" sldId="2580"/>
        </pc:sldMkLst>
        <pc:spChg chg="mod">
          <ac:chgData name="Elena Karantagli" userId="S::elena@fasttrack-europe.com::4244063e-a01d-4737-9f82-5eb599706e2e" providerId="AD" clId="Web-{40081461-8CA6-07E5-6947-E6671AA59AF3}" dt="2025-04-25T10:19:22.902" v="0" actId="1076"/>
          <ac:spMkLst>
            <pc:docMk/>
            <pc:sldMk cId="3672773253" sldId="2580"/>
            <ac:spMk id="5" creationId="{96B9C02F-72EF-AEC2-118E-6458357948F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4/25/2025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4/25/2025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95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9D935-5D86-5BBC-DFB2-D1461E84A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126683"/>
              </p:ext>
            </p:extLst>
          </p:nvPr>
        </p:nvGraphicFramePr>
        <p:xfrm>
          <a:off x="202238" y="4540950"/>
          <a:ext cx="9707740" cy="2763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38621-3CD4-CC58-8D03-0981D8DB759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76642-D343-493C-F922-4F49C5932654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CF449-72C9-DE95-7C92-C80F86FE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317310"/>
              </p:ext>
            </p:extLst>
          </p:nvPr>
        </p:nvGraphicFramePr>
        <p:xfrm>
          <a:off x="202238" y="691156"/>
          <a:ext cx="9707740" cy="357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07740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Main conclusions from the individual analyses and team discussion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420472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41280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10261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926AB7C-F747-7D73-C10D-47FAB6A953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43" b="11619"/>
          <a:stretch/>
        </p:blipFill>
        <p:spPr>
          <a:xfrm>
            <a:off x="71116" y="58188"/>
            <a:ext cx="7535028" cy="48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704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EF0B5FF-9776-086E-A39D-C3B59CEBD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16" y="-76801"/>
            <a:ext cx="7535028" cy="697889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6A0A600-7063-DB75-7589-CF57071B4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C0C536D-409D-5EA5-4E51-46795ADAF4B1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93D6C66-5282-671C-02F0-7970C444B07B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6B9C02F-72EF-AEC2-118E-645835794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89" y="1309805"/>
            <a:ext cx="9664560" cy="401639"/>
          </a:xfrm>
        </p:spPr>
        <p:txBody>
          <a:bodyPr/>
          <a:lstStyle/>
          <a:p>
            <a:r>
              <a:rPr lang="en-GB" sz="3200" b="0" dirty="0">
                <a:latin typeface="Plaak 3 Trial Regular" panose="02000000000000000000" pitchFamily="2" charset="0"/>
              </a:rPr>
              <a:t>Individual and team focus and productivity dynamics</a:t>
            </a:r>
            <a:endParaRPr lang="en-BG" sz="3200" b="0" dirty="0">
              <a:latin typeface="Plaak 3 Trial Regular" panose="02000000000000000000" pitchFamily="2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7A2DA79-8C2C-1A9D-CF6B-5B6A946E25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B7939BF-EB18-1200-17C8-96F0BB7736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672773253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10874</TotalTime>
  <Words>21</Words>
  <Application>Microsoft Office PowerPoint</Application>
  <PresentationFormat>Custom</PresentationFormat>
  <Paragraphs>6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4_Custom Design</vt:lpstr>
      <vt:lpstr>5_Custom Design</vt:lpstr>
      <vt:lpstr>SOLIDS</vt:lpstr>
      <vt:lpstr>PowerPoint Presentation</vt:lpstr>
      <vt:lpstr>Individual and team focus and productivity dynamics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770</cp:revision>
  <cp:lastPrinted>2020-02-28T13:07:06Z</cp:lastPrinted>
  <dcterms:created xsi:type="dcterms:W3CDTF">2019-08-22T09:52:59Z</dcterms:created>
  <dcterms:modified xsi:type="dcterms:W3CDTF">2025-04-25T10:19:23Z</dcterms:modified>
</cp:coreProperties>
</file>