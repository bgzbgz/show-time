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424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DC94FF-C783-7CAA-F087-12D2AFDA8665}" v="24" dt="2025-05-12T18:51:01.1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ena Karantagli" userId="S::elena@fasttrack-europe.com::4244063e-a01d-4737-9f82-5eb599706e2e" providerId="AD" clId="Web-{7F3D97D6-5A96-ACF6-16B0-13A48EE229FC}"/>
    <pc:docChg chg="modSld">
      <pc:chgData name="Elena Karantagli" userId="S::elena@fasttrack-europe.com::4244063e-a01d-4737-9f82-5eb599706e2e" providerId="AD" clId="Web-{7F3D97D6-5A96-ACF6-16B0-13A48EE229FC}" dt="2025-04-10T15:26:33.388" v="24" actId="1076"/>
      <pc:docMkLst>
        <pc:docMk/>
      </pc:docMkLst>
      <pc:sldChg chg="addSp delSp modSp">
        <pc:chgData name="Elena Karantagli" userId="S::elena@fasttrack-europe.com::4244063e-a01d-4737-9f82-5eb599706e2e" providerId="AD" clId="Web-{7F3D97D6-5A96-ACF6-16B0-13A48EE229FC}" dt="2025-04-10T15:26:33.388" v="24" actId="1076"/>
        <pc:sldMkLst>
          <pc:docMk/>
          <pc:sldMk cId="3060388812" sldId="2424"/>
        </pc:sldMkLst>
        <pc:spChg chg="add mod">
          <ac:chgData name="Elena Karantagli" userId="S::elena@fasttrack-europe.com::4244063e-a01d-4737-9f82-5eb599706e2e" providerId="AD" clId="Web-{7F3D97D6-5A96-ACF6-16B0-13A48EE229FC}" dt="2025-04-10T15:26:05.699" v="10" actId="1076"/>
          <ac:spMkLst>
            <pc:docMk/>
            <pc:sldMk cId="3060388812" sldId="2424"/>
            <ac:spMk id="8" creationId="{04AEF522-60F6-9B96-6FFC-82D7217EFF97}"/>
          </ac:spMkLst>
        </pc:spChg>
        <pc:spChg chg="add del mod">
          <ac:chgData name="Elena Karantagli" userId="S::elena@fasttrack-europe.com::4244063e-a01d-4737-9f82-5eb599706e2e" providerId="AD" clId="Web-{7F3D97D6-5A96-ACF6-16B0-13A48EE229FC}" dt="2025-04-10T15:26:31.856" v="23"/>
          <ac:spMkLst>
            <pc:docMk/>
            <pc:sldMk cId="3060388812" sldId="2424"/>
            <ac:spMk id="10" creationId="{8D9C9940-0400-0975-B20E-B59C660D2514}"/>
          </ac:spMkLst>
        </pc:spChg>
        <pc:spChg chg="add mod">
          <ac:chgData name="Elena Karantagli" userId="S::elena@fasttrack-europe.com::4244063e-a01d-4737-9f82-5eb599706e2e" providerId="AD" clId="Web-{7F3D97D6-5A96-ACF6-16B0-13A48EE229FC}" dt="2025-04-10T15:26:33.388" v="24" actId="1076"/>
          <ac:spMkLst>
            <pc:docMk/>
            <pc:sldMk cId="3060388812" sldId="2424"/>
            <ac:spMk id="15" creationId="{4B4251CD-9553-F106-949E-C4ECF833650D}"/>
          </ac:spMkLst>
        </pc:spChg>
        <pc:picChg chg="add del">
          <ac:chgData name="Elena Karantagli" userId="S::elena@fasttrack-europe.com::4244063e-a01d-4737-9f82-5eb599706e2e" providerId="AD" clId="Web-{7F3D97D6-5A96-ACF6-16B0-13A48EE229FC}" dt="2025-04-10T15:26:31.044" v="22"/>
          <ac:picMkLst>
            <pc:docMk/>
            <pc:sldMk cId="3060388812" sldId="2424"/>
            <ac:picMk id="7" creationId="{2E91537F-1B7E-60D0-61C7-BFF445EF2643}"/>
          </ac:picMkLst>
        </pc:picChg>
      </pc:sldChg>
    </pc:docChg>
  </pc:docChgLst>
  <pc:docChgLst>
    <pc:chgData name="Elena Karantagli" userId="S::elena@fasttrack-europe.com::4244063e-a01d-4737-9f82-5eb599706e2e" providerId="AD" clId="Web-{E2BE7570-DFD3-4568-2BAA-39EF5F47A78F}"/>
    <pc:docChg chg="modSld">
      <pc:chgData name="Elena Karantagli" userId="S::elena@fasttrack-europe.com::4244063e-a01d-4737-9f82-5eb599706e2e" providerId="AD" clId="Web-{E2BE7570-DFD3-4568-2BAA-39EF5F47A78F}" dt="2025-04-14T10:06:52.106" v="0" actId="688"/>
      <pc:docMkLst>
        <pc:docMk/>
      </pc:docMkLst>
      <pc:sldChg chg="modSp">
        <pc:chgData name="Elena Karantagli" userId="S::elena@fasttrack-europe.com::4244063e-a01d-4737-9f82-5eb599706e2e" providerId="AD" clId="Web-{E2BE7570-DFD3-4568-2BAA-39EF5F47A78F}" dt="2025-04-14T10:06:52.106" v="0" actId="688"/>
        <pc:sldMkLst>
          <pc:docMk/>
          <pc:sldMk cId="3060388812" sldId="2424"/>
        </pc:sldMkLst>
        <pc:spChg chg="mod">
          <ac:chgData name="Elena Karantagli" userId="S::elena@fasttrack-europe.com::4244063e-a01d-4737-9f82-5eb599706e2e" providerId="AD" clId="Web-{E2BE7570-DFD3-4568-2BAA-39EF5F47A78F}" dt="2025-04-14T10:06:52.106" v="0" actId="688"/>
          <ac:spMkLst>
            <pc:docMk/>
            <pc:sldMk cId="3060388812" sldId="2424"/>
            <ac:spMk id="12" creationId="{68F68DCF-4355-1A76-B9CA-CD2E8F0ED96A}"/>
          </ac:spMkLst>
        </pc:spChg>
      </pc:sldChg>
    </pc:docChg>
  </pc:docChgLst>
  <pc:docChgLst>
    <pc:chgData name="Guest User" userId="S::urn:spo:tenantanon#d8163fcc-b7a2-4879-8dc8-6db2ed262757::" providerId="AD" clId="Web-{8BDC94FF-C783-7CAA-F087-12D2AFDA8665}"/>
    <pc:docChg chg="modSld">
      <pc:chgData name="Guest User" userId="S::urn:spo:tenantanon#d8163fcc-b7a2-4879-8dc8-6db2ed262757::" providerId="AD" clId="Web-{8BDC94FF-C783-7CAA-F087-12D2AFDA8665}" dt="2025-05-12T18:51:00.459" v="21" actId="1076"/>
      <pc:docMkLst>
        <pc:docMk/>
      </pc:docMkLst>
      <pc:sldChg chg="addSp delSp modSp">
        <pc:chgData name="Guest User" userId="S::urn:spo:tenantanon#d8163fcc-b7a2-4879-8dc8-6db2ed262757::" providerId="AD" clId="Web-{8BDC94FF-C783-7CAA-F087-12D2AFDA8665}" dt="2025-05-12T18:51:00.459" v="21" actId="1076"/>
        <pc:sldMkLst>
          <pc:docMk/>
          <pc:sldMk cId="3060388812" sldId="2424"/>
        </pc:sldMkLst>
        <pc:spChg chg="mod">
          <ac:chgData name="Guest User" userId="S::urn:spo:tenantanon#d8163fcc-b7a2-4879-8dc8-6db2ed262757::" providerId="AD" clId="Web-{8BDC94FF-C783-7CAA-F087-12D2AFDA8665}" dt="2025-05-12T18:50:58.896" v="18" actId="20577"/>
          <ac:spMkLst>
            <pc:docMk/>
            <pc:sldMk cId="3060388812" sldId="2424"/>
            <ac:spMk id="2" creationId="{F312EE92-5978-0F9E-3CF1-B9FF8FB449DA}"/>
          </ac:spMkLst>
        </pc:spChg>
        <pc:spChg chg="add del mod">
          <ac:chgData name="Guest User" userId="S::urn:spo:tenantanon#d8163fcc-b7a2-4879-8dc8-6db2ed262757::" providerId="AD" clId="Web-{8BDC94FF-C783-7CAA-F087-12D2AFDA8665}" dt="2025-05-12T18:51:00.459" v="21" actId="1076"/>
          <ac:spMkLst>
            <pc:docMk/>
            <pc:sldMk cId="3060388812" sldId="2424"/>
            <ac:spMk id="8" creationId="{04AEF522-60F6-9B96-6FFC-82D7217EFF97}"/>
          </ac:spMkLst>
        </pc:spChg>
        <pc:spChg chg="add del">
          <ac:chgData name="Guest User" userId="S::urn:spo:tenantanon#d8163fcc-b7a2-4879-8dc8-6db2ed262757::" providerId="AD" clId="Web-{8BDC94FF-C783-7CAA-F087-12D2AFDA8665}" dt="2025-05-12T18:50:59.115" v="19"/>
          <ac:spMkLst>
            <pc:docMk/>
            <pc:sldMk cId="3060388812" sldId="2424"/>
            <ac:spMk id="15" creationId="{4B4251CD-9553-F106-949E-C4ECF833650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5/12/2025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36F2-6789-DABB-22AF-7C8118D52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FF70D-C3EF-AE08-F961-0722EE1D0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A7CB6-C741-4B8C-8B2B-FD69194DF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>
                <a:latin typeface="Plaak 3 Trial Regular" panose="02000000000000000000" pitchFamily="2" charset="0"/>
              </a:rPr>
              <a:t>WHY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ABC is the ultimate communication, feedback, and decision-making tool when it comes to talent management. 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WHAT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The matrix visualizes the talent density across the organization.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HOW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Evaluate each individual based on their level of fit with the organizational values. Take this from the FIT tool. 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Evaluate each individual based on their performance and ability to consistently and timely meet the KPIs you have set for the given position.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Plot all individuals in the organization on the same matrix.</a:t>
            </a: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80137-D9DC-7900-A3C1-E78B0CC72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10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D623E-9ACF-5108-4A77-54F90CA2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and grey squares with black letters&#10;&#10;Description automatically generated">
            <a:extLst>
              <a:ext uri="{FF2B5EF4-FFF2-40B4-BE49-F238E27FC236}">
                <a16:creationId xmlns:a16="http://schemas.microsoft.com/office/drawing/2014/main" id="{2E91537F-1B7E-60D0-61C7-BFF445EF26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2"/>
          <a:stretch/>
        </p:blipFill>
        <p:spPr>
          <a:xfrm>
            <a:off x="89040" y="758981"/>
            <a:ext cx="9937555" cy="68038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12EE92-5978-0F9E-3CF1-B9FF8FB449DA}"/>
              </a:ext>
            </a:extLst>
          </p:cNvPr>
          <p:cNvSpPr/>
          <p:nvPr/>
        </p:nvSpPr>
        <p:spPr>
          <a:xfrm>
            <a:off x="1820708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Team member 1</a:t>
            </a:r>
            <a:endParaRPr lang="en-BG" sz="105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AB8E15-FED3-DFC7-18F7-2BE98F7C249E}"/>
              </a:ext>
            </a:extLst>
          </p:cNvPr>
          <p:cNvSpPr/>
          <p:nvPr/>
        </p:nvSpPr>
        <p:spPr>
          <a:xfrm>
            <a:off x="3236815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19579-95F8-C5B3-C352-C824ABBE6E06}"/>
              </a:ext>
            </a:extLst>
          </p:cNvPr>
          <p:cNvSpPr/>
          <p:nvPr/>
        </p:nvSpPr>
        <p:spPr>
          <a:xfrm>
            <a:off x="4652922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5AC38-ED6B-DF9B-EC38-D2B5F75D2DC0}"/>
              </a:ext>
            </a:extLst>
          </p:cNvPr>
          <p:cNvSpPr/>
          <p:nvPr/>
        </p:nvSpPr>
        <p:spPr>
          <a:xfrm>
            <a:off x="6069029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F9D7F3-5B2D-BACE-12A5-6BEDABE09316}"/>
              </a:ext>
            </a:extLst>
          </p:cNvPr>
          <p:cNvSpPr/>
          <p:nvPr/>
        </p:nvSpPr>
        <p:spPr>
          <a:xfrm>
            <a:off x="7485136" y="613325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A9302C-9B4B-1904-FC56-BABFDC329CF8}"/>
              </a:ext>
            </a:extLst>
          </p:cNvPr>
          <p:cNvSpPr/>
          <p:nvPr/>
        </p:nvSpPr>
        <p:spPr>
          <a:xfrm>
            <a:off x="1820708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55F09D-C55F-857C-079C-B8695BEBE343}"/>
              </a:ext>
            </a:extLst>
          </p:cNvPr>
          <p:cNvSpPr/>
          <p:nvPr/>
        </p:nvSpPr>
        <p:spPr>
          <a:xfrm>
            <a:off x="3236815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F68DCF-4355-1A76-B9CA-CD2E8F0ED96A}"/>
              </a:ext>
            </a:extLst>
          </p:cNvPr>
          <p:cNvSpPr/>
          <p:nvPr/>
        </p:nvSpPr>
        <p:spPr>
          <a:xfrm rot="-600000">
            <a:off x="4652922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7C9525-F476-7684-1861-4B1A40AADDB3}"/>
              </a:ext>
            </a:extLst>
          </p:cNvPr>
          <p:cNvSpPr/>
          <p:nvPr/>
        </p:nvSpPr>
        <p:spPr>
          <a:xfrm>
            <a:off x="6069029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935580-24AA-ECAF-7EF1-B370F2C69C1B}"/>
              </a:ext>
            </a:extLst>
          </p:cNvPr>
          <p:cNvSpPr/>
          <p:nvPr/>
        </p:nvSpPr>
        <p:spPr>
          <a:xfrm>
            <a:off x="7485136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10</a:t>
            </a:r>
          </a:p>
        </p:txBody>
      </p:sp>
      <p:pic>
        <p:nvPicPr>
          <p:cNvPr id="16" name="Picture 15" descr="A close-up of a sign&#10;&#10;Description automatically generated">
            <a:extLst>
              <a:ext uri="{FF2B5EF4-FFF2-40B4-BE49-F238E27FC236}">
                <a16:creationId xmlns:a16="http://schemas.microsoft.com/office/drawing/2014/main" id="{F79B0D42-30AB-BF14-A799-25985F17EC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" t="11678"/>
          <a:stretch/>
        </p:blipFill>
        <p:spPr>
          <a:xfrm>
            <a:off x="89040" y="56644"/>
            <a:ext cx="2860380" cy="46922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4AEF522-60F6-9B96-6FFC-82D7217EFF97}"/>
              </a:ext>
            </a:extLst>
          </p:cNvPr>
          <p:cNvSpPr/>
          <p:nvPr/>
        </p:nvSpPr>
        <p:spPr>
          <a:xfrm>
            <a:off x="1200011" y="1818345"/>
            <a:ext cx="1750693" cy="6510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Example: Michael. </a:t>
            </a:r>
            <a:r>
              <a:rPr lang="en-US" sz="10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(drag and drop in the matrix based on Values &amp; Performance )</a:t>
            </a:r>
            <a:endParaRPr lang="en-US" sz="1000" dirty="0">
              <a:solidFill>
                <a:sysClr val="windowText" lastClr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4251CD-9553-F106-949E-C4ECF833650D}"/>
              </a:ext>
            </a:extLst>
          </p:cNvPr>
          <p:cNvSpPr/>
          <p:nvPr/>
        </p:nvSpPr>
        <p:spPr>
          <a:xfrm>
            <a:off x="5426797" y="3176241"/>
            <a:ext cx="1750693" cy="5296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Example: Maria</a:t>
            </a:r>
            <a:r>
              <a:rPr lang="en-US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</a:t>
            </a:r>
            <a:r>
              <a:rPr lang="en-US" sz="110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1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(drag and drop in the matrix)</a:t>
            </a:r>
            <a:endParaRPr lang="en-US" sz="11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0388812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revision>10</cp:revision>
  <cp:lastPrinted>2020-02-28T13:07:06Z</cp:lastPrinted>
  <dcterms:created xsi:type="dcterms:W3CDTF">2019-08-22T09:52:59Z</dcterms:created>
  <dcterms:modified xsi:type="dcterms:W3CDTF">2025-05-12T18:51:05Z</dcterms:modified>
</cp:coreProperties>
</file>