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99" autoAdjust="0"/>
    <p:restoredTop sz="84202" autoAdjust="0"/>
  </p:normalViewPr>
  <p:slideViewPr>
    <p:cSldViewPr snapToGrid="0">
      <p:cViewPr varScale="1">
        <p:scale>
          <a:sx n="155" d="100"/>
          <a:sy n="155" d="100"/>
        </p:scale>
        <p:origin x="200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10/14/24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10/14/24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1820708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3236815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4652922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6069029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7485136" y="61332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1820708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3236815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>
            <a:off x="4652922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6069029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7485136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10</a:t>
            </a: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10843</TotalTime>
  <Words>121</Words>
  <Application>Microsoft Macintosh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Black</vt:lpstr>
      <vt:lpstr>Calibri</vt:lpstr>
      <vt:lpstr>PF Square Sans Pro Light</vt:lpstr>
      <vt:lpstr>Plaak 3 Trial Regular</vt:lpstr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758</cp:revision>
  <cp:lastPrinted>2020-02-28T13:07:06Z</cp:lastPrinted>
  <dcterms:created xsi:type="dcterms:W3CDTF">2019-08-22T09:52:59Z</dcterms:created>
  <dcterms:modified xsi:type="dcterms:W3CDTF">2024-10-14T10:09:19Z</dcterms:modified>
</cp:coreProperties>
</file>