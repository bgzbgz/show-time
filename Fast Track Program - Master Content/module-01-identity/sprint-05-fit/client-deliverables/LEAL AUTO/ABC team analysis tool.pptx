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77" r:id="rId1"/>
    <p:sldMasterId id="2147484485" r:id="rId2"/>
    <p:sldMasterId id="2147484487" r:id="rId3"/>
  </p:sldMasterIdLst>
  <p:notesMasterIdLst>
    <p:notesMasterId r:id="rId5"/>
  </p:notesMasterIdLst>
  <p:handoutMasterIdLst>
    <p:handoutMasterId r:id="rId6"/>
  </p:handoutMasterIdLst>
  <p:sldIdLst>
    <p:sldId id="2424" r:id="rId4"/>
  </p:sldIdLst>
  <p:sldSz cx="10688638" cy="7562850"/>
  <p:notesSz cx="6954838" cy="92408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PF Square Sans Pro Light" panose="02000506000000020004" pitchFamily="2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tanas" initials="AY" lastIdx="1" clrIdx="0">
    <p:extLst>
      <p:ext uri="{19B8F6BF-5375-455C-9EA6-DF929625EA0E}">
        <p15:presenceInfo xmlns:p15="http://schemas.microsoft.com/office/powerpoint/2012/main" userId="Atana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469"/>
    <a:srgbClr val="717272"/>
    <a:srgbClr val="3D233B"/>
    <a:srgbClr val="B2B2B2"/>
    <a:srgbClr val="FCC100"/>
    <a:srgbClr val="0D3272"/>
    <a:srgbClr val="B46F59"/>
    <a:srgbClr val="0F85CE"/>
    <a:srgbClr val="EEEDEE"/>
    <a:srgbClr val="89BF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C313D7-1335-D6C5-681F-82C25BC1FFFB}" v="10" dt="2025-04-09T12:00:27.133"/>
    <p1510:client id="{18272E42-C70B-8782-21D6-BCE4F7B1DD6C}" v="227" dt="2025-04-09T15:55:43.542"/>
    <p1510:client id="{4EE06F77-CA8B-C227-C46A-989EB523CA1C}" v="2" dt="2025-04-09T11:59:33.1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Master" Target="slideMasters/slideMaster3.xml"/><Relationship Id="rId7" Type="http://schemas.openxmlformats.org/officeDocument/2006/relationships/commentAuthors" Target="commentAuthors.xml"/><Relationship Id="rId12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10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anon#637b3f9198d6ffff4582fc54cee2675755badb9fb96a53b7a47103cfb0de577f::" providerId="AD" clId="Web-{4EE06F77-CA8B-C227-C46A-989EB523CA1C}"/>
    <pc:docChg chg="modSld">
      <pc:chgData name="Guest User" userId="S::urn:spo:anon#637b3f9198d6ffff4582fc54cee2675755badb9fb96a53b7a47103cfb0de577f::" providerId="AD" clId="Web-{4EE06F77-CA8B-C227-C46A-989EB523CA1C}" dt="2025-04-09T11:59:33.151" v="1" actId="1076"/>
      <pc:docMkLst>
        <pc:docMk/>
      </pc:docMkLst>
      <pc:sldChg chg="modSp">
        <pc:chgData name="Guest User" userId="S::urn:spo:anon#637b3f9198d6ffff4582fc54cee2675755badb9fb96a53b7a47103cfb0de577f::" providerId="AD" clId="Web-{4EE06F77-CA8B-C227-C46A-989EB523CA1C}" dt="2025-04-09T11:59:33.151" v="1" actId="1076"/>
        <pc:sldMkLst>
          <pc:docMk/>
          <pc:sldMk cId="3060388812" sldId="2424"/>
        </pc:sldMkLst>
        <pc:spChg chg="mod">
          <ac:chgData name="Guest User" userId="S::urn:spo:anon#637b3f9198d6ffff4582fc54cee2675755badb9fb96a53b7a47103cfb0de577f::" providerId="AD" clId="Web-{4EE06F77-CA8B-C227-C46A-989EB523CA1C}" dt="2025-04-09T11:59:25.088" v="0" actId="1076"/>
          <ac:spMkLst>
            <pc:docMk/>
            <pc:sldMk cId="3060388812" sldId="2424"/>
            <ac:spMk id="2" creationId="{F312EE92-5978-0F9E-3CF1-B9FF8FB449DA}"/>
          </ac:spMkLst>
        </pc:spChg>
        <pc:spChg chg="mod">
          <ac:chgData name="Guest User" userId="S::urn:spo:anon#637b3f9198d6ffff4582fc54cee2675755badb9fb96a53b7a47103cfb0de577f::" providerId="AD" clId="Web-{4EE06F77-CA8B-C227-C46A-989EB523CA1C}" dt="2025-04-09T11:59:33.151" v="1" actId="1076"/>
          <ac:spMkLst>
            <pc:docMk/>
            <pc:sldMk cId="3060388812" sldId="2424"/>
            <ac:spMk id="3" creationId="{18AB8E15-FED3-DFC7-18F7-2BE98F7C249E}"/>
          </ac:spMkLst>
        </pc:spChg>
      </pc:sldChg>
    </pc:docChg>
  </pc:docChgLst>
  <pc:docChgLst>
    <pc:chgData name="Elena Karantagli" userId="S::elena@fasttrack-europe.com::4244063e-a01d-4737-9f82-5eb599706e2e" providerId="AD" clId="Web-{6B3633D3-52D8-6DDC-1783-AB841743044C}"/>
    <pc:docChg chg="modSld">
      <pc:chgData name="Elena Karantagli" userId="S::elena@fasttrack-europe.com::4244063e-a01d-4737-9f82-5eb599706e2e" providerId="AD" clId="Web-{6B3633D3-52D8-6DDC-1783-AB841743044C}" dt="2025-04-04T06:05:54.607" v="103" actId="20577"/>
      <pc:docMkLst>
        <pc:docMk/>
      </pc:docMkLst>
      <pc:sldChg chg="addSp modSp">
        <pc:chgData name="Elena Karantagli" userId="S::elena@fasttrack-europe.com::4244063e-a01d-4737-9f82-5eb599706e2e" providerId="AD" clId="Web-{6B3633D3-52D8-6DDC-1783-AB841743044C}" dt="2025-04-04T06:05:54.607" v="103" actId="20577"/>
        <pc:sldMkLst>
          <pc:docMk/>
          <pc:sldMk cId="3060388812" sldId="2424"/>
        </pc:sldMkLst>
        <pc:spChg chg="mod">
          <ac:chgData name="Elena Karantagli" userId="S::elena@fasttrack-europe.com::4244063e-a01d-4737-9f82-5eb599706e2e" providerId="AD" clId="Web-{6B3633D3-52D8-6DDC-1783-AB841743044C}" dt="2025-04-04T06:03:51.510" v="13" actId="20577"/>
          <ac:spMkLst>
            <pc:docMk/>
            <pc:sldMk cId="3060388812" sldId="2424"/>
            <ac:spMk id="2" creationId="{F312EE92-5978-0F9E-3CF1-B9FF8FB449DA}"/>
          </ac:spMkLst>
        </pc:spChg>
        <pc:spChg chg="add mod">
          <ac:chgData name="Elena Karantagli" userId="S::elena@fasttrack-europe.com::4244063e-a01d-4737-9f82-5eb599706e2e" providerId="AD" clId="Web-{6B3633D3-52D8-6DDC-1783-AB841743044C}" dt="2025-04-04T06:05:54.607" v="103" actId="20577"/>
          <ac:spMkLst>
            <pc:docMk/>
            <pc:sldMk cId="3060388812" sldId="2424"/>
            <ac:spMk id="8" creationId="{4712B2FB-79BB-81FC-2CF2-663F731F816A}"/>
          </ac:spMkLst>
        </pc:spChg>
        <pc:spChg chg="mod">
          <ac:chgData name="Elena Karantagli" userId="S::elena@fasttrack-europe.com::4244063e-a01d-4737-9f82-5eb599706e2e" providerId="AD" clId="Web-{6B3633D3-52D8-6DDC-1783-AB841743044C}" dt="2025-04-04T06:05:01.605" v="65" actId="20577"/>
          <ac:spMkLst>
            <pc:docMk/>
            <pc:sldMk cId="3060388812" sldId="2424"/>
            <ac:spMk id="14" creationId="{93935580-24AA-ECAF-7EF1-B370F2C69C1B}"/>
          </ac:spMkLst>
        </pc:spChg>
      </pc:sldChg>
    </pc:docChg>
  </pc:docChgLst>
  <pc:docChgLst>
    <pc:chgData name="Guest User" userId="S::urn:spo:anon#340a62fc99edb0728785e083eaf621c91dc508f00c6989609f090a8b5764b61d::" providerId="AD" clId="Web-{25C0DB96-D4FE-73C9-2DD2-5E202601AFD3}"/>
    <pc:docChg chg="modSld">
      <pc:chgData name="Guest User" userId="S::urn:spo:anon#340a62fc99edb0728785e083eaf621c91dc508f00c6989609f090a8b5764b61d::" providerId="AD" clId="Web-{25C0DB96-D4FE-73C9-2DD2-5E202601AFD3}" dt="2024-12-17T11:41:38.933" v="19" actId="1076"/>
      <pc:docMkLst>
        <pc:docMk/>
      </pc:docMkLst>
      <pc:sldChg chg="modSp">
        <pc:chgData name="Guest User" userId="S::urn:spo:anon#340a62fc99edb0728785e083eaf621c91dc508f00c6989609f090a8b5764b61d::" providerId="AD" clId="Web-{25C0DB96-D4FE-73C9-2DD2-5E202601AFD3}" dt="2024-12-17T11:41:38.933" v="19" actId="1076"/>
        <pc:sldMkLst>
          <pc:docMk/>
          <pc:sldMk cId="3060388812" sldId="2424"/>
        </pc:sldMkLst>
        <pc:spChg chg="mod">
          <ac:chgData name="Guest User" userId="S::urn:spo:anon#340a62fc99edb0728785e083eaf621c91dc508f00c6989609f090a8b5764b61d::" providerId="AD" clId="Web-{25C0DB96-D4FE-73C9-2DD2-5E202601AFD3}" dt="2024-12-17T11:41:38.933" v="19" actId="1076"/>
          <ac:spMkLst>
            <pc:docMk/>
            <pc:sldMk cId="3060388812" sldId="2424"/>
            <ac:spMk id="2" creationId="{F312EE92-5978-0F9E-3CF1-B9FF8FB449DA}"/>
          </ac:spMkLst>
        </pc:spChg>
      </pc:sldChg>
    </pc:docChg>
  </pc:docChgLst>
  <pc:docChgLst>
    <pc:chgData name="Guest User" userId="S::urn:spo:anon#af74526b29864949b3b7052276afdf5ceaf09a8e1b8c70497d6c489908794a86::" providerId="AD" clId="Web-{57B39139-DDC7-8ADC-0D1D-CDD6BE5FAADB}"/>
    <pc:docChg chg="modSld">
      <pc:chgData name="Guest User" userId="S::urn:spo:anon#af74526b29864949b3b7052276afdf5ceaf09a8e1b8c70497d6c489908794a86::" providerId="AD" clId="Web-{57B39139-DDC7-8ADC-0D1D-CDD6BE5FAADB}" dt="2025-01-15T05:26:53.679" v="10" actId="1076"/>
      <pc:docMkLst>
        <pc:docMk/>
      </pc:docMkLst>
      <pc:sldChg chg="modSp">
        <pc:chgData name="Guest User" userId="S::urn:spo:anon#af74526b29864949b3b7052276afdf5ceaf09a8e1b8c70497d6c489908794a86::" providerId="AD" clId="Web-{57B39139-DDC7-8ADC-0D1D-CDD6BE5FAADB}" dt="2025-01-15T05:26:53.679" v="10" actId="1076"/>
        <pc:sldMkLst>
          <pc:docMk/>
          <pc:sldMk cId="3060388812" sldId="2424"/>
        </pc:sldMkLst>
        <pc:spChg chg="mod">
          <ac:chgData name="Guest User" userId="S::urn:spo:anon#af74526b29864949b3b7052276afdf5ceaf09a8e1b8c70497d6c489908794a86::" providerId="AD" clId="Web-{57B39139-DDC7-8ADC-0D1D-CDD6BE5FAADB}" dt="2025-01-15T05:26:53.679" v="10" actId="1076"/>
          <ac:spMkLst>
            <pc:docMk/>
            <pc:sldMk cId="3060388812" sldId="2424"/>
            <ac:spMk id="14" creationId="{93935580-24AA-ECAF-7EF1-B370F2C69C1B}"/>
          </ac:spMkLst>
        </pc:spChg>
      </pc:sldChg>
    </pc:docChg>
  </pc:docChgLst>
  <pc:docChgLst>
    <pc:chgData name="Guest User" userId="S::urn:spo:anon#637b3f9198d6ffff4582fc54cee2675755badb9fb96a53b7a47103cfb0de577f::" providerId="AD" clId="Web-{07C313D7-1335-D6C5-681F-82C25BC1FFFB}"/>
    <pc:docChg chg="modSld">
      <pc:chgData name="Guest User" userId="S::urn:spo:anon#637b3f9198d6ffff4582fc54cee2675755badb9fb96a53b7a47103cfb0de577f::" providerId="AD" clId="Web-{07C313D7-1335-D6C5-681F-82C25BC1FFFB}" dt="2025-04-09T12:00:27.133" v="9" actId="20577"/>
      <pc:docMkLst>
        <pc:docMk/>
      </pc:docMkLst>
      <pc:sldChg chg="modSp">
        <pc:chgData name="Guest User" userId="S::urn:spo:anon#637b3f9198d6ffff4582fc54cee2675755badb9fb96a53b7a47103cfb0de577f::" providerId="AD" clId="Web-{07C313D7-1335-D6C5-681F-82C25BC1FFFB}" dt="2025-04-09T12:00:27.133" v="9" actId="20577"/>
        <pc:sldMkLst>
          <pc:docMk/>
          <pc:sldMk cId="3060388812" sldId="2424"/>
        </pc:sldMkLst>
        <pc:spChg chg="mod">
          <ac:chgData name="Guest User" userId="S::urn:spo:anon#637b3f9198d6ffff4582fc54cee2675755badb9fb96a53b7a47103cfb0de577f::" providerId="AD" clId="Web-{07C313D7-1335-D6C5-681F-82C25BC1FFFB}" dt="2025-04-09T12:00:11.443" v="0" actId="1076"/>
          <ac:spMkLst>
            <pc:docMk/>
            <pc:sldMk cId="3060388812" sldId="2424"/>
            <ac:spMk id="2" creationId="{F312EE92-5978-0F9E-3CF1-B9FF8FB449DA}"/>
          </ac:spMkLst>
        </pc:spChg>
        <pc:spChg chg="mod">
          <ac:chgData name="Guest User" userId="S::urn:spo:anon#637b3f9198d6ffff4582fc54cee2675755badb9fb96a53b7a47103cfb0de577f::" providerId="AD" clId="Web-{07C313D7-1335-D6C5-681F-82C25BC1FFFB}" dt="2025-04-09T12:00:16.084" v="1" actId="1076"/>
          <ac:spMkLst>
            <pc:docMk/>
            <pc:sldMk cId="3060388812" sldId="2424"/>
            <ac:spMk id="3" creationId="{18AB8E15-FED3-DFC7-18F7-2BE98F7C249E}"/>
          </ac:spMkLst>
        </pc:spChg>
        <pc:spChg chg="mod">
          <ac:chgData name="Guest User" userId="S::urn:spo:anon#637b3f9198d6ffff4582fc54cee2675755badb9fb96a53b7a47103cfb0de577f::" providerId="AD" clId="Web-{07C313D7-1335-D6C5-681F-82C25BC1FFFB}" dt="2025-04-09T12:00:27.133" v="9" actId="20577"/>
          <ac:spMkLst>
            <pc:docMk/>
            <pc:sldMk cId="3060388812" sldId="2424"/>
            <ac:spMk id="9" creationId="{E1A9302C-9B4B-1904-FC56-BABFDC329CF8}"/>
          </ac:spMkLst>
        </pc:spChg>
      </pc:sldChg>
    </pc:docChg>
  </pc:docChgLst>
  <pc:docChgLst>
    <pc:chgData name="Guest User" userId="S::urn:spo:anon#d2c0d208a516ec6009f62a958b506d193b41936bee165de4a53810e0f2a8ca96::" providerId="AD" clId="Web-{18272E42-C70B-8782-21D6-BCE4F7B1DD6C}"/>
    <pc:docChg chg="modSld">
      <pc:chgData name="Guest User" userId="S::urn:spo:anon#d2c0d208a516ec6009f62a958b506d193b41936bee165de4a53810e0f2a8ca96::" providerId="AD" clId="Web-{18272E42-C70B-8782-21D6-BCE4F7B1DD6C}" dt="2025-04-09T15:55:43.542" v="214" actId="14100"/>
      <pc:docMkLst>
        <pc:docMk/>
      </pc:docMkLst>
      <pc:sldChg chg="addSp modSp">
        <pc:chgData name="Guest User" userId="S::urn:spo:anon#d2c0d208a516ec6009f62a958b506d193b41936bee165de4a53810e0f2a8ca96::" providerId="AD" clId="Web-{18272E42-C70B-8782-21D6-BCE4F7B1DD6C}" dt="2025-04-09T15:55:43.542" v="214" actId="14100"/>
        <pc:sldMkLst>
          <pc:docMk/>
          <pc:sldMk cId="3060388812" sldId="2424"/>
        </pc:sldMkLst>
        <pc:spChg chg="mod">
          <ac:chgData name="Guest User" userId="S::urn:spo:anon#d2c0d208a516ec6009f62a958b506d193b41936bee165de4a53810e0f2a8ca96::" providerId="AD" clId="Web-{18272E42-C70B-8782-21D6-BCE4F7B1DD6C}" dt="2025-04-09T15:55:07.165" v="209" actId="1076"/>
          <ac:spMkLst>
            <pc:docMk/>
            <pc:sldMk cId="3060388812" sldId="2424"/>
            <ac:spMk id="2" creationId="{F312EE92-5978-0F9E-3CF1-B9FF8FB449DA}"/>
          </ac:spMkLst>
        </pc:spChg>
        <pc:spChg chg="mod">
          <ac:chgData name="Guest User" userId="S::urn:spo:anon#d2c0d208a516ec6009f62a958b506d193b41936bee165de4a53810e0f2a8ca96::" providerId="AD" clId="Web-{18272E42-C70B-8782-21D6-BCE4F7B1DD6C}" dt="2025-04-09T15:49:38.747" v="31" actId="20577"/>
          <ac:spMkLst>
            <pc:docMk/>
            <pc:sldMk cId="3060388812" sldId="2424"/>
            <ac:spMk id="3" creationId="{18AB8E15-FED3-DFC7-18F7-2BE98F7C249E}"/>
          </ac:spMkLst>
        </pc:spChg>
        <pc:spChg chg="mod">
          <ac:chgData name="Guest User" userId="S::urn:spo:anon#d2c0d208a516ec6009f62a958b506d193b41936bee165de4a53810e0f2a8ca96::" providerId="AD" clId="Web-{18272E42-C70B-8782-21D6-BCE4F7B1DD6C}" dt="2025-04-09T15:49:47.450" v="48" actId="20577"/>
          <ac:spMkLst>
            <pc:docMk/>
            <pc:sldMk cId="3060388812" sldId="2424"/>
            <ac:spMk id="4" creationId="{69019579-95F8-C5B3-C352-C824ABBE6E06}"/>
          </ac:spMkLst>
        </pc:spChg>
        <pc:spChg chg="mod">
          <ac:chgData name="Guest User" userId="S::urn:spo:anon#d2c0d208a516ec6009f62a958b506d193b41936bee165de4a53810e0f2a8ca96::" providerId="AD" clId="Web-{18272E42-C70B-8782-21D6-BCE4F7B1DD6C}" dt="2025-04-09T15:50:48.281" v="62" actId="20577"/>
          <ac:spMkLst>
            <pc:docMk/>
            <pc:sldMk cId="3060388812" sldId="2424"/>
            <ac:spMk id="5" creationId="{46D5AC38-ED6B-DF9B-EC38-D2B5F75D2DC0}"/>
          </ac:spMkLst>
        </pc:spChg>
        <pc:spChg chg="mod">
          <ac:chgData name="Guest User" userId="S::urn:spo:anon#d2c0d208a516ec6009f62a958b506d193b41936bee165de4a53810e0f2a8ca96::" providerId="AD" clId="Web-{18272E42-C70B-8782-21D6-BCE4F7B1DD6C}" dt="2025-04-09T15:51:57.924" v="73" actId="20577"/>
          <ac:spMkLst>
            <pc:docMk/>
            <pc:sldMk cId="3060388812" sldId="2424"/>
            <ac:spMk id="6" creationId="{2AF9D7F3-5B2D-BACE-12A5-6BEDABE09316}"/>
          </ac:spMkLst>
        </pc:spChg>
        <pc:spChg chg="mod">
          <ac:chgData name="Guest User" userId="S::urn:spo:anon#d2c0d208a516ec6009f62a958b506d193b41936bee165de4a53810e0f2a8ca96::" providerId="AD" clId="Web-{18272E42-C70B-8782-21D6-BCE4F7B1DD6C}" dt="2025-04-09T15:55:12.681" v="210" actId="1076"/>
          <ac:spMkLst>
            <pc:docMk/>
            <pc:sldMk cId="3060388812" sldId="2424"/>
            <ac:spMk id="9" creationId="{E1A9302C-9B4B-1904-FC56-BABFDC329CF8}"/>
          </ac:spMkLst>
        </pc:spChg>
        <pc:spChg chg="add mod">
          <ac:chgData name="Guest User" userId="S::urn:spo:anon#d2c0d208a516ec6009f62a958b506d193b41936bee165de4a53810e0f2a8ca96::" providerId="AD" clId="Web-{18272E42-C70B-8782-21D6-BCE4F7B1DD6C}" dt="2025-04-09T15:54:23.679" v="183" actId="1076"/>
          <ac:spMkLst>
            <pc:docMk/>
            <pc:sldMk cId="3060388812" sldId="2424"/>
            <ac:spMk id="10" creationId="{CBCFA19E-124D-96E8-7172-8EF3C29CEEBB}"/>
          </ac:spMkLst>
        </pc:spChg>
        <pc:spChg chg="mod">
          <ac:chgData name="Guest User" userId="S::urn:spo:anon#d2c0d208a516ec6009f62a958b506d193b41936bee165de4a53810e0f2a8ca96::" providerId="AD" clId="Web-{18272E42-C70B-8782-21D6-BCE4F7B1DD6C}" dt="2025-04-09T15:55:43.542" v="214" actId="14100"/>
          <ac:spMkLst>
            <pc:docMk/>
            <pc:sldMk cId="3060388812" sldId="2424"/>
            <ac:spMk id="11" creationId="{0A55F09D-C55F-857C-079C-B8695BEBE343}"/>
          </ac:spMkLst>
        </pc:spChg>
        <pc:spChg chg="mod">
          <ac:chgData name="Guest User" userId="S::urn:spo:anon#d2c0d208a516ec6009f62a958b506d193b41936bee165de4a53810e0f2a8ca96::" providerId="AD" clId="Web-{18272E42-C70B-8782-21D6-BCE4F7B1DD6C}" dt="2025-04-09T15:52:41.019" v="145" actId="20577"/>
          <ac:spMkLst>
            <pc:docMk/>
            <pc:sldMk cId="3060388812" sldId="2424"/>
            <ac:spMk id="12" creationId="{68F68DCF-4355-1A76-B9CA-CD2E8F0ED96A}"/>
          </ac:spMkLst>
        </pc:spChg>
        <pc:spChg chg="mod">
          <ac:chgData name="Guest User" userId="S::urn:spo:anon#d2c0d208a516ec6009f62a958b506d193b41936bee165de4a53810e0f2a8ca96::" providerId="AD" clId="Web-{18272E42-C70B-8782-21D6-BCE4F7B1DD6C}" dt="2025-04-09T15:52:46.863" v="154" actId="20577"/>
          <ac:spMkLst>
            <pc:docMk/>
            <pc:sldMk cId="3060388812" sldId="2424"/>
            <ac:spMk id="13" creationId="{E67C9525-F476-7684-1861-4B1A40AADDB3}"/>
          </ac:spMkLst>
        </pc:spChg>
        <pc:spChg chg="add mod">
          <ac:chgData name="Guest User" userId="S::urn:spo:anon#d2c0d208a516ec6009f62a958b506d193b41936bee165de4a53810e0f2a8ca96::" providerId="AD" clId="Web-{18272E42-C70B-8782-21D6-BCE4F7B1DD6C}" dt="2025-04-09T15:54:57.915" v="208" actId="20577"/>
          <ac:spMkLst>
            <pc:docMk/>
            <pc:sldMk cId="3060388812" sldId="2424"/>
            <ac:spMk id="15" creationId="{6145B9DF-408D-93E4-8019-233E128978C0}"/>
          </ac:spMkLst>
        </pc:spChg>
      </pc:sldChg>
    </pc:docChg>
  </pc:docChgLst>
  <pc:docChgLst>
    <pc:chgData name="Elena Karantagli" userId="S::elena@fasttrack-europe.com::4244063e-a01d-4737-9f82-5eb599706e2e" providerId="AD" clId="Web-{9AE1D00E-E08A-9C9F-352E-206D094EBECB}"/>
    <pc:docChg chg="modSld">
      <pc:chgData name="Elena Karantagli" userId="S::elena@fasttrack-europe.com::4244063e-a01d-4737-9f82-5eb599706e2e" providerId="AD" clId="Web-{9AE1D00E-E08A-9C9F-352E-206D094EBECB}" dt="2024-12-17T11:39:31.479" v="7" actId="20577"/>
      <pc:docMkLst>
        <pc:docMk/>
      </pc:docMkLst>
      <pc:sldChg chg="modSp">
        <pc:chgData name="Elena Karantagli" userId="S::elena@fasttrack-europe.com::4244063e-a01d-4737-9f82-5eb599706e2e" providerId="AD" clId="Web-{9AE1D00E-E08A-9C9F-352E-206D094EBECB}" dt="2024-12-17T11:39:31.479" v="7" actId="20577"/>
        <pc:sldMkLst>
          <pc:docMk/>
          <pc:sldMk cId="3060388812" sldId="2424"/>
        </pc:sldMkLst>
        <pc:spChg chg="mod">
          <ac:chgData name="Elena Karantagli" userId="S::elena@fasttrack-europe.com::4244063e-a01d-4737-9f82-5eb599706e2e" providerId="AD" clId="Web-{9AE1D00E-E08A-9C9F-352E-206D094EBECB}" dt="2024-12-17T11:39:31.479" v="7" actId="20577"/>
          <ac:spMkLst>
            <pc:docMk/>
            <pc:sldMk cId="3060388812" sldId="2424"/>
            <ac:spMk id="2" creationId="{F312EE92-5978-0F9E-3CF1-B9FF8FB449DA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l">
              <a:defRPr sz="1200"/>
            </a:lvl1pPr>
          </a:lstStyle>
          <a:p>
            <a:pPr>
              <a:defRPr/>
            </a:pPr>
            <a:endParaRPr lang="en-US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9466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r">
              <a:defRPr sz="1200"/>
            </a:lvl1pPr>
          </a:lstStyle>
          <a:p>
            <a:pPr>
              <a:defRPr/>
            </a:pPr>
            <a:fld id="{96457D4A-3A70-4343-9758-775435F7A22E}" type="datetimeFigureOut">
              <a:rPr lang="en-US">
                <a:latin typeface="Arial" panose="020B0604020202020204" pitchFamily="34" charset="0"/>
              </a:rPr>
              <a:pPr>
                <a:defRPr/>
              </a:pPr>
              <a:t>4/9/2025</a:t>
            </a:fld>
            <a:endParaRPr lang="en-US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9466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r">
              <a:defRPr sz="1200"/>
            </a:lvl1pPr>
          </a:lstStyle>
          <a:p>
            <a:pPr>
              <a:defRPr/>
            </a:pPr>
            <a:fld id="{C8683F37-8904-4846-9242-6A858545E9E1}" type="slidenum">
              <a:rPr lang="en-US">
                <a:latin typeface="Arial" panose="020B0604020202020204" pitchFamily="34" charset="0"/>
              </a:rPr>
              <a:pPr>
                <a:defRPr/>
              </a:pPr>
              <a:t>‹#›</a:t>
            </a:fld>
            <a:endParaRPr 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9466" y="0"/>
            <a:ext cx="3013763" cy="463647"/>
          </a:xfrm>
          <a:prstGeom prst="rect">
            <a:avLst/>
          </a:prstGeom>
        </p:spPr>
        <p:txBody>
          <a:bodyPr vert="horz" lIns="92546" tIns="46273" rIns="92546" bIns="46273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54FBBB8-96E2-494F-B716-7974840A6007}" type="datetimeFigureOut">
              <a:rPr lang="en-US" smtClean="0"/>
              <a:pPr>
                <a:defRPr/>
              </a:pPr>
              <a:t>4/9/2025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74763" y="1155700"/>
            <a:ext cx="4405312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546" tIns="46273" rIns="92546" bIns="46273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484" y="4447153"/>
            <a:ext cx="5563870" cy="3638580"/>
          </a:xfrm>
          <a:prstGeom prst="rect">
            <a:avLst/>
          </a:prstGeom>
        </p:spPr>
        <p:txBody>
          <a:bodyPr vert="horz" lIns="92546" tIns="46273" rIns="92546" bIns="46273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9466" y="8777193"/>
            <a:ext cx="3013763" cy="463646"/>
          </a:xfrm>
          <a:prstGeom prst="rect">
            <a:avLst/>
          </a:prstGeom>
        </p:spPr>
        <p:txBody>
          <a:bodyPr vert="horz" lIns="92546" tIns="46273" rIns="92546" bIns="46273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1F6A1A1-8B93-49C9-AFC7-D0DF50B7520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A36F2-6789-DABB-22AF-7C8118D52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3FF70D-C3EF-AE08-F961-0722EE1D0C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9A7CB6-C741-4B8C-8B2B-FD69194DFA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>
                <a:latin typeface="Plaak 3 Trial Regular" panose="02000000000000000000" pitchFamily="2" charset="0"/>
              </a:rPr>
              <a:t>WHY</a:t>
            </a:r>
          </a:p>
          <a:p>
            <a:endParaRPr lang="en-US" sz="1200" b="0">
              <a:latin typeface="Plaak 3 Trial Regular" panose="02000000000000000000" pitchFamily="2" charset="0"/>
            </a:endParaRPr>
          </a:p>
          <a:p>
            <a:r>
              <a:rPr lang="en-US" sz="1200" b="0">
                <a:latin typeface="Plaak 3 Trial Regular" panose="02000000000000000000" pitchFamily="2" charset="0"/>
              </a:rPr>
              <a:t>ABC is the ultimate communication, feedback, and decision-making tool when it comes to talent management. </a:t>
            </a:r>
          </a:p>
          <a:p>
            <a:endParaRPr lang="en-US" sz="1200" b="0">
              <a:latin typeface="Plaak 3 Trial Regular" panose="02000000000000000000" pitchFamily="2" charset="0"/>
            </a:endParaRPr>
          </a:p>
          <a:p>
            <a:r>
              <a:rPr lang="en-US" sz="1200" b="0">
                <a:latin typeface="Plaak 3 Trial Regular" panose="02000000000000000000" pitchFamily="2" charset="0"/>
              </a:rPr>
              <a:t>WHAT</a:t>
            </a:r>
          </a:p>
          <a:p>
            <a:endParaRPr lang="en-US" sz="1200" b="0">
              <a:latin typeface="Plaak 3 Trial Regular" panose="02000000000000000000" pitchFamily="2" charset="0"/>
            </a:endParaRPr>
          </a:p>
          <a:p>
            <a:r>
              <a:rPr lang="en-US" sz="1200" b="0">
                <a:latin typeface="Plaak 3 Trial Regular" panose="02000000000000000000" pitchFamily="2" charset="0"/>
              </a:rPr>
              <a:t>The matrix visualizes the talent density across the organization.</a:t>
            </a:r>
          </a:p>
          <a:p>
            <a:endParaRPr lang="en-US" sz="1200" b="0">
              <a:latin typeface="Plaak 3 Trial Regular" panose="02000000000000000000" pitchFamily="2" charset="0"/>
            </a:endParaRPr>
          </a:p>
          <a:p>
            <a:endParaRPr lang="en-US" sz="1200" b="0">
              <a:latin typeface="Plaak 3 Trial Regular" panose="02000000000000000000" pitchFamily="2" charset="0"/>
            </a:endParaRPr>
          </a:p>
          <a:p>
            <a:r>
              <a:rPr lang="en-US" sz="1200" b="0">
                <a:latin typeface="Plaak 3 Trial Regular" panose="02000000000000000000" pitchFamily="2" charset="0"/>
              </a:rPr>
              <a:t>HOW</a:t>
            </a:r>
          </a:p>
          <a:p>
            <a:endParaRPr lang="en-US" sz="1200" b="0">
              <a:latin typeface="Plaak 3 Trial Regular" panose="02000000000000000000" pitchFamily="2" charset="0"/>
            </a:endParaRPr>
          </a:p>
          <a:p>
            <a:r>
              <a:rPr lang="en-US" sz="1200" b="0">
                <a:latin typeface="Plaak 3 Trial Regular" panose="02000000000000000000" pitchFamily="2" charset="0"/>
              </a:rPr>
              <a:t>→ Evaluate each individual based on their level of fit with the organizational values. Take this from the FIT tool. </a:t>
            </a:r>
          </a:p>
          <a:p>
            <a:endParaRPr lang="en-US" sz="1200" b="0">
              <a:latin typeface="Plaak 3 Trial Regular" panose="02000000000000000000" pitchFamily="2" charset="0"/>
            </a:endParaRPr>
          </a:p>
          <a:p>
            <a:r>
              <a:rPr lang="en-US" sz="1200" b="0">
                <a:latin typeface="Plaak 3 Trial Regular" panose="02000000000000000000" pitchFamily="2" charset="0"/>
              </a:rPr>
              <a:t>→ Evaluate each individual based on their performance and ability to consistently and timely meet the KPIs you have set for the given position.</a:t>
            </a:r>
          </a:p>
          <a:p>
            <a:endParaRPr lang="en-US" sz="1200" b="0">
              <a:latin typeface="Plaak 3 Trial Regular" panose="02000000000000000000" pitchFamily="2" charset="0"/>
            </a:endParaRPr>
          </a:p>
          <a:p>
            <a:r>
              <a:rPr lang="en-US" sz="1200" b="0">
                <a:latin typeface="Plaak 3 Trial Regular" panose="02000000000000000000" pitchFamily="2" charset="0"/>
              </a:rPr>
              <a:t>→ Plot all individuals in the organization on the same matrix.</a:t>
            </a:r>
            <a:endParaRPr lang="en-US" b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B80137-D9DC-7900-A3C1-E78B0CC725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25464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1F6A1A1-8B93-49C9-AFC7-D0DF50B75203}" type="slidenum">
              <a:rPr kumimoji="0" lang="en-US" sz="120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25464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11052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WHITE_1_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008A13D0-3BCD-4BB0-BBD9-82A143453A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B23B763-A5C1-42F2-8C36-991BE4392B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6413361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3D492883-CEFA-48D9-82FE-FFF05D50C1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160B517C-D02E-418D-9BBC-9C696114B9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3136651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WHITE_3_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E605F26-4D64-48C5-91DE-316421CEFFD4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CAA9396D-D545-40BB-A96E-15D1D00FEF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90ED9B7-58AC-4043-9142-FF3240533DDC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785E554-45BF-45C0-BE18-09DC5042AD0A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87CAF4F-2976-42B9-9211-872B429210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40" y="211686"/>
            <a:ext cx="9664560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2BBF17B5-7E65-4AD3-8DEB-7B67AC5D8D2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EF716833-C3B9-451E-AEEC-00810D952DC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E09AF21-1D01-4A78-848B-3D56CF13DD49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7815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YELLOW_1_Column">
    <p:bg>
      <p:bgPr>
        <a:solidFill>
          <a:srgbClr val="FFF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BC419244-6A72-468C-BE04-2F16A87D38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C6C8BBF-37E2-4AD1-B2B9-E44C74F8A8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9523522C-9005-410B-AF7F-A8B2A7F24D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53CB7819-CA7C-4E96-8FED-04E6770D48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2540665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YELLOW_3_Columns">
    <p:bg>
      <p:bgPr>
        <a:solidFill>
          <a:srgbClr val="FFF4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85CFEAE5-2C79-483A-9F2A-7CA1F7998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5EBA1EA9-A8DC-4D3F-B15C-D3F14A5BE72F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87F7E3D7-9398-4897-B295-EFECEEA7B4AC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C1E188E1-B49E-4206-8810-90976EF46C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CFFC5C64-34AC-45B4-82C3-D38A6DD8F9B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D32105DB-B08C-473C-9085-4569BB1943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2B4FC65-313B-4904-9E70-D2F504FE3015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C26847E-2609-4D88-8E24-E1A3AC0B1CD7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0188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GRAY_1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1CE943E-6192-4416-9391-8750CC83F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0" y="724279"/>
            <a:ext cx="3215977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53C5F3F-A020-4B73-8BCB-81BBC801C8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BCA05F99-4213-4A1B-80EF-6865BAEB6A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0611D512-228A-4A7A-BAEE-2E359F63F5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</p:spTree>
    <p:extLst>
      <p:ext uri="{BB962C8B-B14F-4D97-AF65-F5344CB8AC3E}">
        <p14:creationId xmlns:p14="http://schemas.microsoft.com/office/powerpoint/2010/main" val="658940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3_GRAY_3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A07D3AB2-BCE1-480F-9B30-FEEC092EEB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7801" y="724279"/>
            <a:ext cx="3159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3CD35721-3F94-4497-A9CF-05F4CE92CBD7}"/>
              </a:ext>
            </a:extLst>
          </p:cNvPr>
          <p:cNvSpPr>
            <a:spLocks noGrp="1"/>
          </p:cNvSpPr>
          <p:nvPr>
            <p:ph type="body" sz="half" idx="11"/>
          </p:nvPr>
        </p:nvSpPr>
        <p:spPr>
          <a:xfrm>
            <a:off x="3505201" y="724279"/>
            <a:ext cx="3095324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0A2E42A9-BAF3-4ACF-B65B-7312185AF307}"/>
              </a:ext>
            </a:extLst>
          </p:cNvPr>
          <p:cNvSpPr>
            <a:spLocks noGrp="1"/>
          </p:cNvSpPr>
          <p:nvPr>
            <p:ph type="body" sz="half" idx="12"/>
          </p:nvPr>
        </p:nvSpPr>
        <p:spPr>
          <a:xfrm>
            <a:off x="6704014" y="724279"/>
            <a:ext cx="3214125" cy="66575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latin typeface="Arial" panose="020B0604020202020204" pitchFamily="34" charset="0"/>
                <a:ea typeface="Riforma LL" panose="020B0504020101020102" pitchFamily="34" charset="0"/>
                <a:cs typeface="Arial" panose="020B0604020202020204" pitchFamily="34" charset="0"/>
              </a:defRPr>
            </a:lvl1pPr>
            <a:lvl2pPr marL="456880" indent="0">
              <a:buNone/>
              <a:defRPr sz="1399"/>
            </a:lvl2pPr>
            <a:lvl3pPr marL="913760" indent="0">
              <a:buNone/>
              <a:defRPr sz="1200"/>
            </a:lvl3pPr>
            <a:lvl4pPr marL="1370640" indent="0">
              <a:buNone/>
              <a:defRPr sz="1000"/>
            </a:lvl4pPr>
            <a:lvl5pPr marL="1827520" indent="0">
              <a:buNone/>
              <a:defRPr sz="1000"/>
            </a:lvl5pPr>
            <a:lvl6pPr marL="2284400" indent="0">
              <a:buNone/>
              <a:defRPr sz="1000"/>
            </a:lvl6pPr>
            <a:lvl7pPr marL="2741280" indent="0">
              <a:buNone/>
              <a:defRPr sz="1000"/>
            </a:lvl7pPr>
            <a:lvl8pPr marL="3198160" indent="0">
              <a:buNone/>
              <a:defRPr sz="1000"/>
            </a:lvl8pPr>
            <a:lvl9pPr marL="365504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6E86ADE4-0FED-4737-A21C-43DD7E1161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039" y="211686"/>
            <a:ext cx="9915035" cy="401639"/>
          </a:xfrm>
          <a:prstGeom prst="rect">
            <a:avLst/>
          </a:prstGeom>
        </p:spPr>
        <p:txBody>
          <a:bodyPr anchor="b"/>
          <a:lstStyle>
            <a:lvl1pPr>
              <a:defRPr sz="2598" b="1" i="0">
                <a:solidFill>
                  <a:schemeClr val="tx1"/>
                </a:solidFill>
                <a:latin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B670390E-C295-409C-9125-4F0E458152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 rot="16200000">
            <a:off x="8789266" y="5669830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DDF8C45D-78F4-4204-9E51-5D7A5C47DD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6200000">
            <a:off x="8789266" y="2167804"/>
            <a:ext cx="3309939" cy="228455"/>
          </a:xfrm>
          <a:prstGeom prst="rect">
            <a:avLst/>
          </a:prstGeom>
        </p:spPr>
        <p:txBody>
          <a:bodyPr/>
          <a:lstStyle>
            <a:lvl1pPr marL="0" indent="0" algn="l">
              <a:buFontTx/>
              <a:buNone/>
              <a:defRPr sz="1000" b="0" i="0">
                <a:latin typeface="Arial" panose="020B0604020202020204" pitchFamily="34" charset="0"/>
              </a:defRPr>
            </a:lvl1pPr>
          </a:lstStyle>
          <a:p>
            <a:r>
              <a:rPr lang="en-US"/>
              <a:t>[TEXT – KEEP THE BRACKETS. ALL CAPS]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7EB0BA1-BF1E-4A77-BEFB-EB78C0DEC3A4}"/>
              </a:ext>
            </a:extLst>
          </p:cNvPr>
          <p:cNvCxnSpPr>
            <a:cxnSpLocks/>
          </p:cNvCxnSpPr>
          <p:nvPr userDrawn="1"/>
        </p:nvCxnSpPr>
        <p:spPr>
          <a:xfrm flipV="1">
            <a:off x="6718300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C5D4724-2CB4-4AFF-8DD9-64B236206E92}"/>
              </a:ext>
            </a:extLst>
          </p:cNvPr>
          <p:cNvCxnSpPr>
            <a:cxnSpLocks/>
          </p:cNvCxnSpPr>
          <p:nvPr userDrawn="1"/>
        </p:nvCxnSpPr>
        <p:spPr>
          <a:xfrm flipV="1">
            <a:off x="3417888" y="538162"/>
            <a:ext cx="0" cy="702468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7964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1386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C56D715-FDE1-48E7-AB31-EBBAAC3E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660400"/>
            <a:ext cx="10333038" cy="6721475"/>
          </a:xfrm>
          <a:prstGeom prst="rect">
            <a:avLst/>
          </a:prstGeom>
        </p:spPr>
        <p:txBody>
          <a:bodyPr/>
          <a:lstStyle>
            <a:lvl1pPr>
              <a:defRPr sz="13790" b="1" i="0">
                <a:latin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04472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4780CF0-BF2E-40B4-BEED-FD5E71A80684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93BA56B-7C0E-4B20-9289-03EB1A535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picture containing drawing&#10;&#10;Description automatically generated">
            <a:extLst>
              <a:ext uri="{FF2B5EF4-FFF2-40B4-BE49-F238E27FC236}">
                <a16:creationId xmlns:a16="http://schemas.microsoft.com/office/drawing/2014/main" id="{ECEB2386-34D3-4552-844E-0436D69143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4" y="180977"/>
            <a:ext cx="720185" cy="29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675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06458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98157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63923B3-00BE-4E8D-9E38-6B2A4C67CE11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2A36A96-9814-4886-AB9D-FADB7A8ADE6F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C544D797-E0FF-4B76-B599-4C8F8DFD1D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6" y="180978"/>
            <a:ext cx="720183" cy="292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6857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BC56D715-FDE1-48E7-AB31-EBBAAC3E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800" y="660400"/>
            <a:ext cx="10333038" cy="6721475"/>
          </a:xfrm>
          <a:prstGeom prst="rect">
            <a:avLst/>
          </a:prstGeom>
        </p:spPr>
        <p:txBody>
          <a:bodyPr/>
          <a:lstStyle>
            <a:lvl1pPr>
              <a:defRPr sz="13790" b="1" i="0">
                <a:latin typeface="Arial Black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21194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2B2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C719B31-4871-4EFE-8DF2-35AA8563A755}"/>
              </a:ext>
            </a:extLst>
          </p:cNvPr>
          <p:cNvCxnSpPr>
            <a:cxnSpLocks/>
          </p:cNvCxnSpPr>
          <p:nvPr userDrawn="1"/>
        </p:nvCxnSpPr>
        <p:spPr>
          <a:xfrm flipH="1">
            <a:off x="1" y="540000"/>
            <a:ext cx="1014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E07B7B6-C623-4615-80FF-40DAB454DA05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1"/>
            <a:ext cx="0" cy="75628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Picture 40">
            <a:extLst>
              <a:ext uri="{FF2B5EF4-FFF2-40B4-BE49-F238E27FC236}">
                <a16:creationId xmlns:a16="http://schemas.microsoft.com/office/drawing/2014/main" id="{3EB7827E-DBA0-4429-998C-31F1FE0D3DE4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3620" y="180975"/>
            <a:ext cx="257218" cy="2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518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78" r:id="rId1"/>
    <p:sldLayoutId id="2147484479" r:id="rId2"/>
    <p:sldLayoutId id="2147484480" r:id="rId3"/>
    <p:sldLayoutId id="2147484481" r:id="rId4"/>
    <p:sldLayoutId id="2147484482" r:id="rId5"/>
    <p:sldLayoutId id="2147484483" r:id="rId6"/>
    <p:sldLayoutId id="2147484484" r:id="rId7"/>
  </p:sldLayoutIdLst>
  <p:txStyles>
    <p:titleStyle>
      <a:lvl1pPr algn="l" defTabSz="913760" rtl="0" eaLnBrk="1" latinLnBrk="0" hangingPunct="1">
        <a:lnSpc>
          <a:spcPct val="90000"/>
        </a:lnSpc>
        <a:spcBef>
          <a:spcPct val="0"/>
        </a:spcBef>
        <a:buNone/>
        <a:defRPr sz="43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40" indent="-228440" algn="l" defTabSz="91376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3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22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908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96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284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697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66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3481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8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7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6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752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440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12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81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50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82">
          <p15:clr>
            <a:srgbClr val="F26B43"/>
          </p15:clr>
        </p15:guide>
        <p15:guide id="2" pos="558">
          <p15:clr>
            <a:srgbClr val="F26B43"/>
          </p15:clr>
        </p15:guide>
        <p15:guide id="3" pos="6623">
          <p15:clr>
            <a:srgbClr val="F26B43"/>
          </p15:clr>
        </p15:guide>
        <p15:guide id="4" pos="112">
          <p15:clr>
            <a:srgbClr val="F26B43"/>
          </p15:clr>
        </p15:guide>
        <p15:guide id="5" pos="629">
          <p15:clr>
            <a:srgbClr val="F26B43"/>
          </p15:clr>
        </p15:guide>
        <p15:guide id="6" pos="1080">
          <p15:clr>
            <a:srgbClr val="F26B43"/>
          </p15:clr>
        </p15:guide>
        <p15:guide id="7" pos="1148">
          <p15:clr>
            <a:srgbClr val="F26B43"/>
          </p15:clr>
        </p15:guide>
        <p15:guide id="8" pos="1599">
          <p15:clr>
            <a:srgbClr val="F26B43"/>
          </p15:clr>
        </p15:guide>
        <p15:guide id="9" pos="1667">
          <p15:clr>
            <a:srgbClr val="F26B43"/>
          </p15:clr>
        </p15:guide>
        <p15:guide id="10" pos="2122">
          <p15:clr>
            <a:srgbClr val="F26B43"/>
          </p15:clr>
        </p15:guide>
        <p15:guide id="11" pos="2188">
          <p15:clr>
            <a:srgbClr val="F26B43"/>
          </p15:clr>
        </p15:guide>
        <p15:guide id="12" pos="2709">
          <p15:clr>
            <a:srgbClr val="F26B43"/>
          </p15:clr>
        </p15:guide>
        <p15:guide id="13" pos="2640">
          <p15:clr>
            <a:srgbClr val="F26B43"/>
          </p15:clr>
        </p15:guide>
        <p15:guide id="14" pos="3160">
          <p15:clr>
            <a:srgbClr val="F26B43"/>
          </p15:clr>
        </p15:guide>
        <p15:guide id="15" pos="3228">
          <p15:clr>
            <a:srgbClr val="F26B43"/>
          </p15:clr>
        </p15:guide>
        <p15:guide id="16" pos="3681">
          <p15:clr>
            <a:srgbClr val="F26B43"/>
          </p15:clr>
        </p15:guide>
        <p15:guide id="17" pos="3747">
          <p15:clr>
            <a:srgbClr val="F26B43"/>
          </p15:clr>
        </p15:guide>
        <p15:guide id="18" pos="4200">
          <p15:clr>
            <a:srgbClr val="F26B43"/>
          </p15:clr>
        </p15:guide>
        <p15:guide id="19" pos="4267">
          <p15:clr>
            <a:srgbClr val="F26B43"/>
          </p15:clr>
        </p15:guide>
        <p15:guide id="20" pos="4720">
          <p15:clr>
            <a:srgbClr val="F26B43"/>
          </p15:clr>
        </p15:guide>
        <p15:guide id="21" pos="4789">
          <p15:clr>
            <a:srgbClr val="F26B43"/>
          </p15:clr>
        </p15:guide>
        <p15:guide id="22" pos="5240">
          <p15:clr>
            <a:srgbClr val="F26B43"/>
          </p15:clr>
        </p15:guide>
        <p15:guide id="23" pos="5308">
          <p15:clr>
            <a:srgbClr val="F26B43"/>
          </p15:clr>
        </p15:guide>
        <p15:guide id="24" pos="5761">
          <p15:clr>
            <a:srgbClr val="F26B43"/>
          </p15:clr>
        </p15:guide>
        <p15:guide id="25" pos="5830">
          <p15:clr>
            <a:srgbClr val="F26B43"/>
          </p15:clr>
        </p15:guide>
        <p15:guide id="26" pos="2154">
          <p15:clr>
            <a:srgbClr val="F26B43"/>
          </p15:clr>
        </p15:guide>
        <p15:guide id="27" pos="4233">
          <p15:clr>
            <a:srgbClr val="F26B43"/>
          </p15:clr>
        </p15:guide>
        <p15:guide id="28" orient="horz" pos="2515">
          <p15:clr>
            <a:srgbClr val="F26B43"/>
          </p15:clr>
        </p15:guide>
        <p15:guide id="30" orient="horz" pos="113" userDrawn="1">
          <p15:clr>
            <a:srgbClr val="F26B43"/>
          </p15:clr>
        </p15:guide>
        <p15:guide id="31" orient="horz" pos="4648">
          <p15:clr>
            <a:srgbClr val="F26B43"/>
          </p15:clr>
        </p15:guide>
        <p15:guide id="32" pos="6282">
          <p15:clr>
            <a:srgbClr val="F26B43"/>
          </p15:clr>
        </p15:guide>
        <p15:guide id="33" orient="horz" pos="2549">
          <p15:clr>
            <a:srgbClr val="F26B43"/>
          </p15:clr>
        </p15:guide>
        <p15:guide id="34" orient="horz" pos="171" userDrawn="1">
          <p15:clr>
            <a:srgbClr val="F26B43"/>
          </p15:clr>
        </p15:guide>
        <p15:guide id="35" orient="horz" pos="250" userDrawn="1">
          <p15:clr>
            <a:srgbClr val="F26B43"/>
          </p15:clr>
        </p15:guide>
        <p15:guide id="36" orient="horz" pos="32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B884B5F-D4D6-48A4-A902-0EB670CA2015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540000"/>
            <a:ext cx="106886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6C769BA-B1FD-442A-ADCF-17897CEAADF0}"/>
              </a:ext>
            </a:extLst>
          </p:cNvPr>
          <p:cNvCxnSpPr>
            <a:cxnSpLocks/>
          </p:cNvCxnSpPr>
          <p:nvPr userDrawn="1"/>
        </p:nvCxnSpPr>
        <p:spPr>
          <a:xfrm flipV="1">
            <a:off x="10151019" y="540001"/>
            <a:ext cx="0" cy="70228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id="{DC5CF2D2-0F1A-4C0F-BDD7-47F42973452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0174" y="180977"/>
            <a:ext cx="720185" cy="29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242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86" r:id="rId1"/>
  </p:sldLayoutIdLst>
  <p:txStyles>
    <p:titleStyle>
      <a:lvl1pPr algn="l" defTabSz="913760" rtl="0" eaLnBrk="1" latinLnBrk="0" hangingPunct="1">
        <a:lnSpc>
          <a:spcPct val="90000"/>
        </a:lnSpc>
        <a:spcBef>
          <a:spcPct val="0"/>
        </a:spcBef>
        <a:buNone/>
        <a:defRPr sz="43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40" indent="-228440" algn="l" defTabSz="91376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8" kern="1200">
          <a:solidFill>
            <a:schemeClr val="tx1"/>
          </a:solidFill>
          <a:latin typeface="+mn-lt"/>
          <a:ea typeface="+mn-ea"/>
          <a:cs typeface="+mn-cs"/>
        </a:defRPr>
      </a:lvl1pPr>
      <a:lvl2pPr marL="6853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1422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8" kern="1200">
          <a:solidFill>
            <a:schemeClr val="tx1"/>
          </a:solidFill>
          <a:latin typeface="+mn-lt"/>
          <a:ea typeface="+mn-ea"/>
          <a:cs typeface="+mn-cs"/>
        </a:defRPr>
      </a:lvl3pPr>
      <a:lvl4pPr marL="159908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596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51284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96972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426600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883481" indent="-228440" algn="l" defTabSz="91376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1pPr>
      <a:lvl2pPr marL="4568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2pPr>
      <a:lvl3pPr marL="9137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3pPr>
      <a:lvl4pPr marL="13706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4pPr>
      <a:lvl5pPr marL="182752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5pPr>
      <a:lvl6pPr marL="228440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6pPr>
      <a:lvl7pPr marL="274128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7pPr>
      <a:lvl8pPr marL="319816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8pPr>
      <a:lvl9pPr marL="3655040" algn="l" defTabSz="913760" rtl="0" eaLnBrk="1" latinLnBrk="0" hangingPunct="1">
        <a:defRPr sz="17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6582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4488" r:id="rId2"/>
    <p:sldLayoutId id="2147483649" r:id="rId3"/>
    <p:sldLayoutId id="2147484489" r:id="rId4"/>
    <p:sldLayoutId id="2147484490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D623E-9ACF-5108-4A77-54F90CA2F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yellow and grey squares with black letters&#10;&#10;Description automatically generated">
            <a:extLst>
              <a:ext uri="{FF2B5EF4-FFF2-40B4-BE49-F238E27FC236}">
                <a16:creationId xmlns:a16="http://schemas.microsoft.com/office/drawing/2014/main" id="{2E91537F-1B7E-60D0-61C7-BFF445EF264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62"/>
          <a:stretch/>
        </p:blipFill>
        <p:spPr>
          <a:xfrm>
            <a:off x="89040" y="758981"/>
            <a:ext cx="9937555" cy="680386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312EE92-5978-0F9E-3CF1-B9FF8FB449DA}"/>
              </a:ext>
            </a:extLst>
          </p:cNvPr>
          <p:cNvSpPr/>
          <p:nvPr/>
        </p:nvSpPr>
        <p:spPr>
          <a:xfrm>
            <a:off x="1391445" y="699479"/>
            <a:ext cx="1278542" cy="3317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 dirty="0">
                <a:solidFill>
                  <a:sysClr val="windowText" lastClr="000000"/>
                </a:solidFill>
                <a:latin typeface="Calibri"/>
                <a:ea typeface="Calibri"/>
                <a:cs typeface="Calibri"/>
              </a:rPr>
              <a:t>Sapan Etwaroo</a:t>
            </a:r>
            <a:endParaRPr lang="en-US" sz="1050" dirty="0">
              <a:solidFill>
                <a:sysClr val="windowText" lastClr="000000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8AB8E15-FED3-DFC7-18F7-2BE98F7C249E}"/>
              </a:ext>
            </a:extLst>
          </p:cNvPr>
          <p:cNvSpPr/>
          <p:nvPr/>
        </p:nvSpPr>
        <p:spPr>
          <a:xfrm>
            <a:off x="3236815" y="527870"/>
            <a:ext cx="1278542" cy="3317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 dirty="0" err="1">
                <a:solidFill>
                  <a:sysClr val="windowText" lastClr="000000"/>
                </a:solidFill>
                <a:latin typeface="Calibri"/>
                <a:ea typeface="Calibri"/>
                <a:cs typeface="Calibri"/>
              </a:rPr>
              <a:t>Ludmeela</a:t>
            </a:r>
            <a:r>
              <a:rPr lang="en-US" sz="1050" dirty="0">
                <a:solidFill>
                  <a:sysClr val="windowText" lastClr="000000"/>
                </a:solidFill>
                <a:latin typeface="Calibri"/>
                <a:ea typeface="Calibri"/>
                <a:cs typeface="Calibri"/>
              </a:rPr>
              <a:t> Ramsamy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019579-95F8-C5B3-C352-C824ABBE6E06}"/>
              </a:ext>
            </a:extLst>
          </p:cNvPr>
          <p:cNvSpPr/>
          <p:nvPr/>
        </p:nvSpPr>
        <p:spPr>
          <a:xfrm>
            <a:off x="4652922" y="613326"/>
            <a:ext cx="1278542" cy="3317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 dirty="0">
                <a:solidFill>
                  <a:sysClr val="windowText" lastClr="000000"/>
                </a:solidFill>
                <a:latin typeface="Calibri"/>
                <a:ea typeface="Calibri"/>
                <a:cs typeface="Calibri"/>
              </a:rPr>
              <a:t>Irvin Balgobin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D5AC38-ED6B-DF9B-EC38-D2B5F75D2DC0}"/>
              </a:ext>
            </a:extLst>
          </p:cNvPr>
          <p:cNvSpPr/>
          <p:nvPr/>
        </p:nvSpPr>
        <p:spPr>
          <a:xfrm>
            <a:off x="6069029" y="613326"/>
            <a:ext cx="1278542" cy="3317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 dirty="0">
                <a:solidFill>
                  <a:sysClr val="windowText" lastClr="000000"/>
                </a:solidFill>
                <a:latin typeface="Calibri"/>
                <a:ea typeface="Calibri"/>
                <a:cs typeface="Calibri"/>
              </a:rPr>
              <a:t>Francois Gelle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F9D7F3-5B2D-BACE-12A5-6BEDABE09316}"/>
              </a:ext>
            </a:extLst>
          </p:cNvPr>
          <p:cNvSpPr/>
          <p:nvPr/>
        </p:nvSpPr>
        <p:spPr>
          <a:xfrm>
            <a:off x="7485136" y="613325"/>
            <a:ext cx="1278542" cy="3317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 dirty="0">
                <a:solidFill>
                  <a:sysClr val="windowText" lastClr="000000"/>
                </a:solidFill>
                <a:latin typeface="Calibri"/>
                <a:ea typeface="Calibri"/>
                <a:cs typeface="Calibri"/>
              </a:rPr>
              <a:t>Miguel Tonta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1A9302C-9B4B-1904-FC56-BABFDC329CF8}"/>
              </a:ext>
            </a:extLst>
          </p:cNvPr>
          <p:cNvSpPr/>
          <p:nvPr/>
        </p:nvSpPr>
        <p:spPr>
          <a:xfrm>
            <a:off x="1391445" y="1117687"/>
            <a:ext cx="1278542" cy="3317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 dirty="0">
                <a:solidFill>
                  <a:sysClr val="windowText" lastClr="000000"/>
                </a:solidFill>
                <a:latin typeface="Calibri"/>
                <a:ea typeface="Calibri"/>
                <a:cs typeface="Calibri"/>
              </a:rPr>
              <a:t>Alexandre </a:t>
            </a:r>
            <a:r>
              <a:rPr lang="en-US" sz="1050" dirty="0" err="1">
                <a:solidFill>
                  <a:sysClr val="windowText" lastClr="000000"/>
                </a:solidFill>
                <a:latin typeface="Calibri"/>
                <a:ea typeface="Calibri"/>
                <a:cs typeface="Calibri"/>
              </a:rPr>
              <a:t>Hurdowar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55F09D-C55F-857C-079C-B8695BEBE343}"/>
              </a:ext>
            </a:extLst>
          </p:cNvPr>
          <p:cNvSpPr/>
          <p:nvPr/>
        </p:nvSpPr>
        <p:spPr>
          <a:xfrm rot="-1020000">
            <a:off x="2991042" y="917628"/>
            <a:ext cx="1600488" cy="50341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 dirty="0">
                <a:solidFill>
                  <a:sysClr val="windowText" lastClr="000000"/>
                </a:solidFill>
                <a:latin typeface="Calibri"/>
                <a:ea typeface="Calibri"/>
                <a:cs typeface="Calibri"/>
              </a:rPr>
              <a:t>Francois Gelle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8F68DCF-4355-1A76-B9CA-CD2E8F0ED96A}"/>
              </a:ext>
            </a:extLst>
          </p:cNvPr>
          <p:cNvSpPr/>
          <p:nvPr/>
        </p:nvSpPr>
        <p:spPr>
          <a:xfrm>
            <a:off x="4652922" y="988958"/>
            <a:ext cx="1278542" cy="3317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 dirty="0">
                <a:solidFill>
                  <a:sysClr val="windowText" lastClr="000000"/>
                </a:solidFill>
                <a:latin typeface="Calibri"/>
                <a:ea typeface="Calibri"/>
                <a:cs typeface="Calibri"/>
              </a:rPr>
              <a:t>Thierry Duvivier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7C9525-F476-7684-1861-4B1A40AADDB3}"/>
              </a:ext>
            </a:extLst>
          </p:cNvPr>
          <p:cNvSpPr/>
          <p:nvPr/>
        </p:nvSpPr>
        <p:spPr>
          <a:xfrm>
            <a:off x="6069029" y="988958"/>
            <a:ext cx="1278542" cy="3317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 dirty="0">
                <a:solidFill>
                  <a:sysClr val="windowText" lastClr="000000"/>
                </a:solidFill>
                <a:latin typeface="Calibri"/>
                <a:ea typeface="Calibri"/>
                <a:cs typeface="Calibri"/>
              </a:rPr>
              <a:t>Frederic </a:t>
            </a:r>
            <a:r>
              <a:rPr lang="en-US" sz="1050" dirty="0" err="1">
                <a:solidFill>
                  <a:sysClr val="windowText" lastClr="000000"/>
                </a:solidFill>
                <a:latin typeface="Calibri"/>
                <a:ea typeface="Calibri"/>
                <a:cs typeface="Calibri"/>
              </a:rPr>
              <a:t>Nokiah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3935580-24AA-ECAF-7EF1-B370F2C69C1B}"/>
              </a:ext>
            </a:extLst>
          </p:cNvPr>
          <p:cNvSpPr/>
          <p:nvPr/>
        </p:nvSpPr>
        <p:spPr>
          <a:xfrm>
            <a:off x="5345877" y="3449291"/>
            <a:ext cx="2314197" cy="33177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BG" sz="1050">
                <a:solidFill>
                  <a:sysClr val="windowText" lastClr="000000"/>
                </a:solidFill>
                <a:latin typeface="Calibri"/>
                <a:ea typeface="Calibri"/>
                <a:cs typeface="Calibri"/>
              </a:rPr>
              <a:t>Example: Maria A. </a:t>
            </a:r>
            <a:r>
              <a:rPr lang="en-BG" sz="105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(drag and drop in the matrix)</a:t>
            </a:r>
            <a:endParaRPr lang="en-US" sz="105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6" name="Picture 15" descr="A close-up of a sign&#10;&#10;Description automatically generated">
            <a:extLst>
              <a:ext uri="{FF2B5EF4-FFF2-40B4-BE49-F238E27FC236}">
                <a16:creationId xmlns:a16="http://schemas.microsoft.com/office/drawing/2014/main" id="{F79B0D42-30AB-BF14-A799-25985F17EC1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48" t="11678"/>
          <a:stretch/>
        </p:blipFill>
        <p:spPr>
          <a:xfrm>
            <a:off x="89040" y="56644"/>
            <a:ext cx="2860380" cy="46922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712B2FB-79BB-81FC-2CF2-663F731F816A}"/>
              </a:ext>
            </a:extLst>
          </p:cNvPr>
          <p:cNvSpPr/>
          <p:nvPr/>
        </p:nvSpPr>
        <p:spPr>
          <a:xfrm>
            <a:off x="1207480" y="1890579"/>
            <a:ext cx="2286055" cy="55123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BG" sz="1050">
                <a:solidFill>
                  <a:sysClr val="windowText" lastClr="000000"/>
                </a:solidFill>
                <a:latin typeface="Calibri"/>
                <a:ea typeface="Calibri"/>
                <a:cs typeface="Calibri"/>
              </a:rPr>
              <a:t>Example: Michael. </a:t>
            </a:r>
            <a:r>
              <a:rPr lang="en-BG" sz="105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(drag and drop in the matrix based on Values &amp; Performance )</a:t>
            </a:r>
            <a:endParaRPr lang="en-US" sz="1050">
              <a:solidFill>
                <a:srgbClr val="FF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CFA19E-124D-96E8-7172-8EF3C29CEEBB}"/>
              </a:ext>
            </a:extLst>
          </p:cNvPr>
          <p:cNvSpPr/>
          <p:nvPr/>
        </p:nvSpPr>
        <p:spPr>
          <a:xfrm flipH="1">
            <a:off x="7463236" y="946048"/>
            <a:ext cx="1329228" cy="35322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 dirty="0">
                <a:solidFill>
                  <a:sysClr val="windowText" lastClr="000000"/>
                </a:solidFill>
                <a:latin typeface="Calibri"/>
                <a:ea typeface="Calibri"/>
                <a:cs typeface="Calibri"/>
              </a:rPr>
              <a:t>Jean Francois Louis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145B9DF-408D-93E4-8019-233E128978C0}"/>
              </a:ext>
            </a:extLst>
          </p:cNvPr>
          <p:cNvSpPr/>
          <p:nvPr/>
        </p:nvSpPr>
        <p:spPr>
          <a:xfrm flipH="1">
            <a:off x="8791033" y="967502"/>
            <a:ext cx="1329228" cy="35322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050" dirty="0">
                <a:solidFill>
                  <a:sysClr val="windowText" lastClr="000000"/>
                </a:solidFill>
                <a:latin typeface="Calibri"/>
                <a:ea typeface="Calibri"/>
                <a:cs typeface="Calibri"/>
              </a:rPr>
              <a:t>Krishna </a:t>
            </a:r>
            <a:r>
              <a:rPr lang="en-US" sz="1050" dirty="0" err="1">
                <a:solidFill>
                  <a:sysClr val="windowText" lastClr="000000"/>
                </a:solidFill>
                <a:latin typeface="Calibri"/>
                <a:ea typeface="Calibri"/>
                <a:cs typeface="Calibri"/>
              </a:rPr>
              <a:t>Oolun</a:t>
            </a:r>
          </a:p>
        </p:txBody>
      </p:sp>
    </p:spTree>
    <p:extLst>
      <p:ext uri="{BB962C8B-B14F-4D97-AF65-F5344CB8AC3E}">
        <p14:creationId xmlns:p14="http://schemas.microsoft.com/office/powerpoint/2010/main" val="3060388812"/>
      </p:ext>
    </p:extLst>
  </p:cSld>
  <p:clrMapOvr>
    <a:masterClrMapping/>
  </p:clrMapOvr>
</p:sld>
</file>

<file path=ppt/theme/theme1.xml><?xml version="1.0" encoding="utf-8"?>
<a:theme xmlns:a="http://schemas.openxmlformats.org/drawing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ast Track PF Square Sans Pro">
      <a:majorFont>
        <a:latin typeface="PF Square Sans Pro Medium"/>
        <a:ea typeface=""/>
        <a:cs typeface=""/>
      </a:majorFont>
      <a:minorFont>
        <a:latin typeface="PF Square Sans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OLID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Custom</PresentationFormat>
  <Slides>1</Slides>
  <Notes>1</Notes>
  <HiddenSlides>0</HiddenSlide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4_Custom Design</vt:lpstr>
      <vt:lpstr>5_Custom Design</vt:lpstr>
      <vt:lpstr>SOLIDS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identity</dc:title>
  <dc:creator>Miroslav</dc:creator>
  <cp:revision>35</cp:revision>
  <cp:lastPrinted>2020-02-28T13:07:06Z</cp:lastPrinted>
  <dcterms:created xsi:type="dcterms:W3CDTF">2019-08-22T09:52:59Z</dcterms:created>
  <dcterms:modified xsi:type="dcterms:W3CDTF">2025-04-09T15:55:47Z</dcterms:modified>
</cp:coreProperties>
</file>