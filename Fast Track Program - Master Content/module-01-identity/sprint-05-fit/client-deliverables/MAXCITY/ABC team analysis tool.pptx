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5"/>
  </p:notesMasterIdLst>
  <p:handoutMasterIdLst>
    <p:handoutMasterId r:id="rId6"/>
  </p:handoutMasterIdLst>
  <p:sldIdLst>
    <p:sldId id="2424" r:id="rId4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B39139-DDC7-8ADC-0D1D-CDD6BE5FAADB}" v="11" dt="2025-01-15T05:26:53.6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340a62fc99edb0728785e083eaf621c91dc508f00c6989609f090a8b5764b61d::" providerId="AD" clId="Web-{25C0DB96-D4FE-73C9-2DD2-5E202601AFD3}"/>
    <pc:docChg chg="modSld">
      <pc:chgData name="Guest User" userId="S::urn:spo:anon#340a62fc99edb0728785e083eaf621c91dc508f00c6989609f090a8b5764b61d::" providerId="AD" clId="Web-{25C0DB96-D4FE-73C9-2DD2-5E202601AFD3}" dt="2024-12-17T11:41:38.933" v="19" actId="1076"/>
      <pc:docMkLst>
        <pc:docMk/>
      </pc:docMkLst>
      <pc:sldChg chg="modSp">
        <pc:chgData name="Guest User" userId="S::urn:spo:anon#340a62fc99edb0728785e083eaf621c91dc508f00c6989609f090a8b5764b61d::" providerId="AD" clId="Web-{25C0DB96-D4FE-73C9-2DD2-5E202601AFD3}" dt="2024-12-17T11:41:38.933" v="19" actId="1076"/>
        <pc:sldMkLst>
          <pc:docMk/>
          <pc:sldMk cId="3060388812" sldId="2424"/>
        </pc:sldMkLst>
        <pc:spChg chg="mod">
          <ac:chgData name="Guest User" userId="S::urn:spo:anon#340a62fc99edb0728785e083eaf621c91dc508f00c6989609f090a8b5764b61d::" providerId="AD" clId="Web-{25C0DB96-D4FE-73C9-2DD2-5E202601AFD3}" dt="2024-12-17T11:41:38.933" v="19" actId="1076"/>
          <ac:spMkLst>
            <pc:docMk/>
            <pc:sldMk cId="3060388812" sldId="2424"/>
            <ac:spMk id="2" creationId="{F312EE92-5978-0F9E-3CF1-B9FF8FB449DA}"/>
          </ac:spMkLst>
        </pc:spChg>
      </pc:sldChg>
    </pc:docChg>
  </pc:docChgLst>
  <pc:docChgLst>
    <pc:chgData name="Guest User" userId="S::urn:spo:anon#af74526b29864949b3b7052276afdf5ceaf09a8e1b8c70497d6c489908794a86::" providerId="AD" clId="Web-{57B39139-DDC7-8ADC-0D1D-CDD6BE5FAADB}"/>
    <pc:docChg chg="modSld">
      <pc:chgData name="Guest User" userId="S::urn:spo:anon#af74526b29864949b3b7052276afdf5ceaf09a8e1b8c70497d6c489908794a86::" providerId="AD" clId="Web-{57B39139-DDC7-8ADC-0D1D-CDD6BE5FAADB}" dt="2025-01-15T05:26:53.679" v="10" actId="1076"/>
      <pc:docMkLst>
        <pc:docMk/>
      </pc:docMkLst>
      <pc:sldChg chg="modSp">
        <pc:chgData name="Guest User" userId="S::urn:spo:anon#af74526b29864949b3b7052276afdf5ceaf09a8e1b8c70497d6c489908794a86::" providerId="AD" clId="Web-{57B39139-DDC7-8ADC-0D1D-CDD6BE5FAADB}" dt="2025-01-15T05:26:53.679" v="10" actId="1076"/>
        <pc:sldMkLst>
          <pc:docMk/>
          <pc:sldMk cId="3060388812" sldId="2424"/>
        </pc:sldMkLst>
        <pc:spChg chg="mod">
          <ac:chgData name="Guest User" userId="S::urn:spo:anon#af74526b29864949b3b7052276afdf5ceaf09a8e1b8c70497d6c489908794a86::" providerId="AD" clId="Web-{57B39139-DDC7-8ADC-0D1D-CDD6BE5FAADB}" dt="2025-01-15T05:26:53.679" v="10" actId="1076"/>
          <ac:spMkLst>
            <pc:docMk/>
            <pc:sldMk cId="3060388812" sldId="2424"/>
            <ac:spMk id="14" creationId="{93935580-24AA-ECAF-7EF1-B370F2C69C1B}"/>
          </ac:spMkLst>
        </pc:spChg>
      </pc:sldChg>
    </pc:docChg>
  </pc:docChgLst>
  <pc:docChgLst>
    <pc:chgData name="Elena Karantagli" userId="S::elena@fasttrack-europe.com::4244063e-a01d-4737-9f82-5eb599706e2e" providerId="AD" clId="Web-{9AE1D00E-E08A-9C9F-352E-206D094EBECB}"/>
    <pc:docChg chg="modSld">
      <pc:chgData name="Elena Karantagli" userId="S::elena@fasttrack-europe.com::4244063e-a01d-4737-9f82-5eb599706e2e" providerId="AD" clId="Web-{9AE1D00E-E08A-9C9F-352E-206D094EBECB}" dt="2024-12-17T11:39:31.479" v="7" actId="20577"/>
      <pc:docMkLst>
        <pc:docMk/>
      </pc:docMkLst>
      <pc:sldChg chg="modSp">
        <pc:chgData name="Elena Karantagli" userId="S::elena@fasttrack-europe.com::4244063e-a01d-4737-9f82-5eb599706e2e" providerId="AD" clId="Web-{9AE1D00E-E08A-9C9F-352E-206D094EBECB}" dt="2024-12-17T11:39:31.479" v="7" actId="20577"/>
        <pc:sldMkLst>
          <pc:docMk/>
          <pc:sldMk cId="3060388812" sldId="2424"/>
        </pc:sldMkLst>
        <pc:spChg chg="mod">
          <ac:chgData name="Elena Karantagli" userId="S::elena@fasttrack-europe.com::4244063e-a01d-4737-9f82-5eb599706e2e" providerId="AD" clId="Web-{9AE1D00E-E08A-9C9F-352E-206D094EBECB}" dt="2024-12-17T11:39:31.479" v="7" actId="20577"/>
          <ac:spMkLst>
            <pc:docMk/>
            <pc:sldMk cId="3060388812" sldId="2424"/>
            <ac:spMk id="2" creationId="{F312EE92-5978-0F9E-3CF1-B9FF8FB449D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1/14/2025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36F2-6789-DABB-22AF-7C8118D52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3FF70D-C3EF-AE08-F961-0722EE1D0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A7CB6-C741-4B8C-8B2B-FD69194DF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>
                <a:latin typeface="Plaak 3 Trial Regular" panose="02000000000000000000" pitchFamily="2" charset="0"/>
              </a:rPr>
              <a:t>WHY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ABC is the ultimate communication, feedback, and decision-making tool when it comes to talent management. 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WHAT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The matrix visualizes the talent density across the organization.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HOW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→ Evaluate each individual based on their level of fit with the organizational values. Take this from the FIT tool. 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→ Evaluate each individual based on their performance and ability to consistently and timely meet the KPIs you have set for the given position.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→ Plot all individuals in the organization on the same matrix.</a:t>
            </a: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80137-D9DC-7900-A3C1-E78B0CC725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1105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D623E-9ACF-5108-4A77-54F90CA2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yellow and grey squares with black letters&#10;&#10;Description automatically generated">
            <a:extLst>
              <a:ext uri="{FF2B5EF4-FFF2-40B4-BE49-F238E27FC236}">
                <a16:creationId xmlns:a16="http://schemas.microsoft.com/office/drawing/2014/main" id="{2E91537F-1B7E-60D0-61C7-BFF445EF26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62"/>
          <a:stretch/>
        </p:blipFill>
        <p:spPr>
          <a:xfrm>
            <a:off x="89040" y="758981"/>
            <a:ext cx="9937555" cy="680386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12EE92-5978-0F9E-3CF1-B9FF8FB449DA}"/>
              </a:ext>
            </a:extLst>
          </p:cNvPr>
          <p:cNvSpPr/>
          <p:nvPr/>
        </p:nvSpPr>
        <p:spPr>
          <a:xfrm>
            <a:off x="1820708" y="591932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Jennifer</a:t>
            </a:r>
            <a:endParaRPr lang="en-US" sz="1050">
              <a:solidFill>
                <a:sysClr val="windowText" lastClr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AB8E15-FED3-DFC7-18F7-2BE98F7C249E}"/>
              </a:ext>
            </a:extLst>
          </p:cNvPr>
          <p:cNvSpPr/>
          <p:nvPr/>
        </p:nvSpPr>
        <p:spPr>
          <a:xfrm>
            <a:off x="3236815" y="613326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19579-95F8-C5B3-C352-C824ABBE6E06}"/>
              </a:ext>
            </a:extLst>
          </p:cNvPr>
          <p:cNvSpPr/>
          <p:nvPr/>
        </p:nvSpPr>
        <p:spPr>
          <a:xfrm>
            <a:off x="4652922" y="613326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D5AC38-ED6B-DF9B-EC38-D2B5F75D2DC0}"/>
              </a:ext>
            </a:extLst>
          </p:cNvPr>
          <p:cNvSpPr/>
          <p:nvPr/>
        </p:nvSpPr>
        <p:spPr>
          <a:xfrm>
            <a:off x="6069029" y="613326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F9D7F3-5B2D-BACE-12A5-6BEDABE09316}"/>
              </a:ext>
            </a:extLst>
          </p:cNvPr>
          <p:cNvSpPr/>
          <p:nvPr/>
        </p:nvSpPr>
        <p:spPr>
          <a:xfrm>
            <a:off x="7485136" y="613325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A9302C-9B4B-1904-FC56-BABFDC329CF8}"/>
              </a:ext>
            </a:extLst>
          </p:cNvPr>
          <p:cNvSpPr/>
          <p:nvPr/>
        </p:nvSpPr>
        <p:spPr>
          <a:xfrm>
            <a:off x="1820708" y="9889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55F09D-C55F-857C-079C-B8695BEBE343}"/>
              </a:ext>
            </a:extLst>
          </p:cNvPr>
          <p:cNvSpPr/>
          <p:nvPr/>
        </p:nvSpPr>
        <p:spPr>
          <a:xfrm>
            <a:off x="3236815" y="9889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F68DCF-4355-1A76-B9CA-CD2E8F0ED96A}"/>
              </a:ext>
            </a:extLst>
          </p:cNvPr>
          <p:cNvSpPr/>
          <p:nvPr/>
        </p:nvSpPr>
        <p:spPr>
          <a:xfrm>
            <a:off x="4652922" y="9889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7C9525-F476-7684-1861-4B1A40AADDB3}"/>
              </a:ext>
            </a:extLst>
          </p:cNvPr>
          <p:cNvSpPr/>
          <p:nvPr/>
        </p:nvSpPr>
        <p:spPr>
          <a:xfrm>
            <a:off x="6069029" y="9889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935580-24AA-ECAF-7EF1-B370F2C69C1B}"/>
              </a:ext>
            </a:extLst>
          </p:cNvPr>
          <p:cNvSpPr/>
          <p:nvPr/>
        </p:nvSpPr>
        <p:spPr>
          <a:xfrm>
            <a:off x="5441563" y="3449291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BG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ALL TEAM </a:t>
            </a:r>
            <a:r>
              <a:rPr lang="en-BG" sz="105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MEMBERS - </a:t>
            </a:r>
            <a:endParaRPr lang="en-US"/>
          </a:p>
        </p:txBody>
      </p:sp>
      <p:pic>
        <p:nvPicPr>
          <p:cNvPr id="16" name="Picture 15" descr="A close-up of a sign&#10;&#10;Description automatically generated">
            <a:extLst>
              <a:ext uri="{FF2B5EF4-FFF2-40B4-BE49-F238E27FC236}">
                <a16:creationId xmlns:a16="http://schemas.microsoft.com/office/drawing/2014/main" id="{F79B0D42-30AB-BF14-A799-25985F17EC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8" t="11678"/>
          <a:stretch/>
        </p:blipFill>
        <p:spPr>
          <a:xfrm>
            <a:off x="89040" y="56644"/>
            <a:ext cx="2860380" cy="46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388812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4_Custom Design</vt:lpstr>
      <vt:lpstr>5_Custom Design</vt:lpstr>
      <vt:lpstr>SOLIDS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revision>3</cp:revision>
  <cp:lastPrinted>2020-02-28T13:07:06Z</cp:lastPrinted>
  <dcterms:created xsi:type="dcterms:W3CDTF">2019-08-22T09:52:59Z</dcterms:created>
  <dcterms:modified xsi:type="dcterms:W3CDTF">2025-01-15T05:26:53Z</dcterms:modified>
</cp:coreProperties>
</file>