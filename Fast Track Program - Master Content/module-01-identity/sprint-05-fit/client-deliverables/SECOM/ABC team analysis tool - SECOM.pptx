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4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66029A-30DF-A276-6BF4-561E4089C223}" v="2" dt="2024-10-14T10:14:25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99" autoAdjust="0"/>
    <p:restoredTop sz="84202" autoAdjust="0"/>
  </p:normalViewPr>
  <p:slideViewPr>
    <p:cSldViewPr snapToGrid="0">
      <p:cViewPr varScale="1">
        <p:scale>
          <a:sx n="155" d="100"/>
          <a:sy n="155" d="100"/>
        </p:scale>
        <p:origin x="200" y="2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st Track Ltd." userId="S::yana.stoyanova@fasttrack-europe.com::0f88c369-ee4b-49a6-a65f-f0f2e93f1969" providerId="AD" clId="Web-{A266029A-30DF-A276-6BF4-561E4089C223}"/>
    <pc:docChg chg="modSld">
      <pc:chgData name="Fast Track Ltd." userId="S::yana.stoyanova@fasttrack-europe.com::0f88c369-ee4b-49a6-a65f-f0f2e93f1969" providerId="AD" clId="Web-{A266029A-30DF-A276-6BF4-561E4089C223}" dt="2024-10-14T10:14:25.317" v="1" actId="1076"/>
      <pc:docMkLst>
        <pc:docMk/>
      </pc:docMkLst>
      <pc:sldChg chg="modSp">
        <pc:chgData name="Fast Track Ltd." userId="S::yana.stoyanova@fasttrack-europe.com::0f88c369-ee4b-49a6-a65f-f0f2e93f1969" providerId="AD" clId="Web-{A266029A-30DF-A276-6BF4-561E4089C223}" dt="2024-10-14T10:14:25.317" v="1" actId="1076"/>
        <pc:sldMkLst>
          <pc:docMk/>
          <pc:sldMk cId="3060388812" sldId="2424"/>
        </pc:sldMkLst>
        <pc:spChg chg="mod">
          <ac:chgData name="Fast Track Ltd." userId="S::yana.stoyanova@fasttrack-europe.com::0f88c369-ee4b-49a6-a65f-f0f2e93f1969" providerId="AD" clId="Web-{A266029A-30DF-A276-6BF4-561E4089C223}" dt="2024-10-14T10:14:25.317" v="1" actId="1076"/>
          <ac:spMkLst>
            <pc:docMk/>
            <pc:sldMk cId="3060388812" sldId="2424"/>
            <ac:spMk id="2" creationId="{F312EE92-5978-0F9E-3CF1-B9FF8FB449D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10/14/2024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10/14/2024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36F2-6789-DABB-22AF-7C8118D5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FF70D-C3EF-AE08-F961-0722EE1D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7CB6-C741-4B8C-8B2B-FD69194D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latin typeface="Plaak 3 Trial Regular" panose="02000000000000000000" pitchFamily="2" charset="0"/>
              </a:rPr>
              <a:t>WHY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ABC is the ultimate communication, feedback, and decision-making tool when it comes to talent management. 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WHAT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The matrix visualizes the talent density across the organization.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HOW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→ Evaluate each individual based on their level of fit with the organizational values. Take this from the FIT tool. 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→ Evaluate each individual based on their performance and ability to consistently and timely meet the KPIs you have set for the given position.</a:t>
            </a:r>
          </a:p>
          <a:p>
            <a:endParaRPr lang="en-US" sz="1200" b="0" dirty="0">
              <a:latin typeface="Plaak 3 Trial Regular" panose="02000000000000000000" pitchFamily="2" charset="0"/>
            </a:endParaRPr>
          </a:p>
          <a:p>
            <a:r>
              <a:rPr lang="en-US" sz="1200" b="0" dirty="0">
                <a:latin typeface="Plaak 3 Trial Regular" panose="02000000000000000000" pitchFamily="2" charset="0"/>
              </a:rPr>
              <a:t>→ Plot all individuals in the organization on the same matrix.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80137-D9DC-7900-A3C1-E78B0CC72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10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623E-9ACF-5108-4A77-54F90CA2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grey squares with black letters&#10;&#10;Description automatically generated">
            <a:extLst>
              <a:ext uri="{FF2B5EF4-FFF2-40B4-BE49-F238E27FC236}">
                <a16:creationId xmlns:a16="http://schemas.microsoft.com/office/drawing/2014/main" id="{2E91537F-1B7E-60D0-61C7-BFF445EF26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2"/>
          <a:stretch/>
        </p:blipFill>
        <p:spPr>
          <a:xfrm>
            <a:off x="89040" y="758981"/>
            <a:ext cx="9937555" cy="68038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2EE92-5978-0F9E-3CF1-B9FF8FB449DA}"/>
              </a:ext>
            </a:extLst>
          </p:cNvPr>
          <p:cNvSpPr/>
          <p:nvPr/>
        </p:nvSpPr>
        <p:spPr>
          <a:xfrm>
            <a:off x="1820708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AB8E15-FED3-DFC7-18F7-2BE98F7C249E}"/>
              </a:ext>
            </a:extLst>
          </p:cNvPr>
          <p:cNvSpPr/>
          <p:nvPr/>
        </p:nvSpPr>
        <p:spPr>
          <a:xfrm>
            <a:off x="3236815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19579-95F8-C5B3-C352-C824ABBE6E06}"/>
              </a:ext>
            </a:extLst>
          </p:cNvPr>
          <p:cNvSpPr/>
          <p:nvPr/>
        </p:nvSpPr>
        <p:spPr>
          <a:xfrm>
            <a:off x="4652922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5AC38-ED6B-DF9B-EC38-D2B5F75D2DC0}"/>
              </a:ext>
            </a:extLst>
          </p:cNvPr>
          <p:cNvSpPr/>
          <p:nvPr/>
        </p:nvSpPr>
        <p:spPr>
          <a:xfrm>
            <a:off x="6069029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F9D7F3-5B2D-BACE-12A5-6BEDABE09316}"/>
              </a:ext>
            </a:extLst>
          </p:cNvPr>
          <p:cNvSpPr/>
          <p:nvPr/>
        </p:nvSpPr>
        <p:spPr>
          <a:xfrm>
            <a:off x="7485136" y="613325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9302C-9B4B-1904-FC56-BABFDC329CF8}"/>
              </a:ext>
            </a:extLst>
          </p:cNvPr>
          <p:cNvSpPr/>
          <p:nvPr/>
        </p:nvSpPr>
        <p:spPr>
          <a:xfrm>
            <a:off x="1820708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5F09D-C55F-857C-079C-B8695BEBE343}"/>
              </a:ext>
            </a:extLst>
          </p:cNvPr>
          <p:cNvSpPr/>
          <p:nvPr/>
        </p:nvSpPr>
        <p:spPr>
          <a:xfrm>
            <a:off x="3236815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68DCF-4355-1A76-B9CA-CD2E8F0ED96A}"/>
              </a:ext>
            </a:extLst>
          </p:cNvPr>
          <p:cNvSpPr/>
          <p:nvPr/>
        </p:nvSpPr>
        <p:spPr>
          <a:xfrm>
            <a:off x="4652922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C9525-F476-7684-1861-4B1A40AADDB3}"/>
              </a:ext>
            </a:extLst>
          </p:cNvPr>
          <p:cNvSpPr/>
          <p:nvPr/>
        </p:nvSpPr>
        <p:spPr>
          <a:xfrm>
            <a:off x="6069029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35580-24AA-ECAF-7EF1-B370F2C69C1B}"/>
              </a:ext>
            </a:extLst>
          </p:cNvPr>
          <p:cNvSpPr/>
          <p:nvPr/>
        </p:nvSpPr>
        <p:spPr>
          <a:xfrm>
            <a:off x="7485136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10</a:t>
            </a:r>
          </a:p>
        </p:txBody>
      </p:sp>
      <p:pic>
        <p:nvPicPr>
          <p:cNvPr id="16" name="Picture 15" descr="A close-up of a sign&#10;&#10;Description automatically generated">
            <a:extLst>
              <a:ext uri="{FF2B5EF4-FFF2-40B4-BE49-F238E27FC236}">
                <a16:creationId xmlns:a16="http://schemas.microsoft.com/office/drawing/2014/main" id="{F79B0D42-30AB-BF14-A799-25985F17EC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11678"/>
          <a:stretch/>
        </p:blipFill>
        <p:spPr>
          <a:xfrm>
            <a:off x="89040" y="56644"/>
            <a:ext cx="2860380" cy="4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8881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10843</TotalTime>
  <Words>121</Words>
  <Application>Microsoft Office PowerPoint</Application>
  <PresentationFormat>Custom</PresentationFormat>
  <Paragraphs>27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760</cp:revision>
  <cp:lastPrinted>2020-02-28T13:07:06Z</cp:lastPrinted>
  <dcterms:created xsi:type="dcterms:W3CDTF">2019-08-22T09:52:59Z</dcterms:created>
  <dcterms:modified xsi:type="dcterms:W3CDTF">2024-10-14T10:14:34Z</dcterms:modified>
</cp:coreProperties>
</file>