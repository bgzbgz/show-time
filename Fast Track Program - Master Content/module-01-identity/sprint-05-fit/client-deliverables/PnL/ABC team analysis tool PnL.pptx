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BE7570-DFD3-4568-2BAA-39EF5F47A78F}" v="1" dt="2025-04-14T10:06:52.1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7F3D97D6-5A96-ACF6-16B0-13A48EE229FC}"/>
    <pc:docChg chg="modSld">
      <pc:chgData name="Elena Karantagli" userId="S::elena@fasttrack-europe.com::4244063e-a01d-4737-9f82-5eb599706e2e" providerId="AD" clId="Web-{7F3D97D6-5A96-ACF6-16B0-13A48EE229FC}" dt="2025-04-10T15:26:33.388" v="24" actId="1076"/>
      <pc:docMkLst>
        <pc:docMk/>
      </pc:docMkLst>
      <pc:sldChg chg="addSp delSp modSp">
        <pc:chgData name="Elena Karantagli" userId="S::elena@fasttrack-europe.com::4244063e-a01d-4737-9f82-5eb599706e2e" providerId="AD" clId="Web-{7F3D97D6-5A96-ACF6-16B0-13A48EE229FC}" dt="2025-04-10T15:26:33.388" v="24" actId="1076"/>
        <pc:sldMkLst>
          <pc:docMk/>
          <pc:sldMk cId="3060388812" sldId="2424"/>
        </pc:sldMkLst>
        <pc:spChg chg="add mod">
          <ac:chgData name="Elena Karantagli" userId="S::elena@fasttrack-europe.com::4244063e-a01d-4737-9f82-5eb599706e2e" providerId="AD" clId="Web-{7F3D97D6-5A96-ACF6-16B0-13A48EE229FC}" dt="2025-04-10T15:26:05.699" v="10" actId="1076"/>
          <ac:spMkLst>
            <pc:docMk/>
            <pc:sldMk cId="3060388812" sldId="2424"/>
            <ac:spMk id="8" creationId="{04AEF522-60F6-9B96-6FFC-82D7217EFF97}"/>
          </ac:spMkLst>
        </pc:spChg>
        <pc:spChg chg="add del mod">
          <ac:chgData name="Elena Karantagli" userId="S::elena@fasttrack-europe.com::4244063e-a01d-4737-9f82-5eb599706e2e" providerId="AD" clId="Web-{7F3D97D6-5A96-ACF6-16B0-13A48EE229FC}" dt="2025-04-10T15:26:31.856" v="23"/>
          <ac:spMkLst>
            <pc:docMk/>
            <pc:sldMk cId="3060388812" sldId="2424"/>
            <ac:spMk id="10" creationId="{8D9C9940-0400-0975-B20E-B59C660D2514}"/>
          </ac:spMkLst>
        </pc:spChg>
        <pc:spChg chg="add mod">
          <ac:chgData name="Elena Karantagli" userId="S::elena@fasttrack-europe.com::4244063e-a01d-4737-9f82-5eb599706e2e" providerId="AD" clId="Web-{7F3D97D6-5A96-ACF6-16B0-13A48EE229FC}" dt="2025-04-10T15:26:33.388" v="24" actId="1076"/>
          <ac:spMkLst>
            <pc:docMk/>
            <pc:sldMk cId="3060388812" sldId="2424"/>
            <ac:spMk id="15" creationId="{4B4251CD-9553-F106-949E-C4ECF833650D}"/>
          </ac:spMkLst>
        </pc:spChg>
        <pc:picChg chg="add del">
          <ac:chgData name="Elena Karantagli" userId="S::elena@fasttrack-europe.com::4244063e-a01d-4737-9f82-5eb599706e2e" providerId="AD" clId="Web-{7F3D97D6-5A96-ACF6-16B0-13A48EE229FC}" dt="2025-04-10T15:26:31.044" v="22"/>
          <ac:picMkLst>
            <pc:docMk/>
            <pc:sldMk cId="3060388812" sldId="2424"/>
            <ac:picMk id="7" creationId="{2E91537F-1B7E-60D0-61C7-BFF445EF2643}"/>
          </ac:picMkLst>
        </pc:picChg>
      </pc:sldChg>
    </pc:docChg>
  </pc:docChgLst>
  <pc:docChgLst>
    <pc:chgData name="Elena Karantagli" userId="S::elena@fasttrack-europe.com::4244063e-a01d-4737-9f82-5eb599706e2e" providerId="AD" clId="Web-{E2BE7570-DFD3-4568-2BAA-39EF5F47A78F}"/>
    <pc:docChg chg="modSld">
      <pc:chgData name="Elena Karantagli" userId="S::elena@fasttrack-europe.com::4244063e-a01d-4737-9f82-5eb599706e2e" providerId="AD" clId="Web-{E2BE7570-DFD3-4568-2BAA-39EF5F47A78F}" dt="2025-04-14T10:06:52.106" v="0" actId="688"/>
      <pc:docMkLst>
        <pc:docMk/>
      </pc:docMkLst>
      <pc:sldChg chg="modSp">
        <pc:chgData name="Elena Karantagli" userId="S::elena@fasttrack-europe.com::4244063e-a01d-4737-9f82-5eb599706e2e" providerId="AD" clId="Web-{E2BE7570-DFD3-4568-2BAA-39EF5F47A78F}" dt="2025-04-14T10:06:52.106" v="0" actId="688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E2BE7570-DFD3-4568-2BAA-39EF5F47A78F}" dt="2025-04-14T10:06:52.106" v="0" actId="688"/>
          <ac:spMkLst>
            <pc:docMk/>
            <pc:sldMk cId="3060388812" sldId="2424"/>
            <ac:spMk id="12" creationId="{68F68DCF-4355-1A76-B9CA-CD2E8F0ED96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4/14/2025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820708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820708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>
            <a:off x="3236815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7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 rot="-600000"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7485136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Team member 10</a:t>
            </a: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4AEF522-60F6-9B96-6FFC-82D7217EFF97}"/>
              </a:ext>
            </a:extLst>
          </p:cNvPr>
          <p:cNvSpPr/>
          <p:nvPr/>
        </p:nvSpPr>
        <p:spPr>
          <a:xfrm>
            <a:off x="1200011" y="1818345"/>
            <a:ext cx="1750693" cy="6510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Michael. </a:t>
            </a:r>
            <a:r>
              <a:rPr lang="en-US" sz="10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 based on Values &amp; Performance )</a:t>
            </a:r>
            <a:endParaRPr lang="en-US" sz="1000">
              <a:solidFill>
                <a:sysClr val="windowText" lastClr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4251CD-9553-F106-949E-C4ECF833650D}"/>
              </a:ext>
            </a:extLst>
          </p:cNvPr>
          <p:cNvSpPr/>
          <p:nvPr/>
        </p:nvSpPr>
        <p:spPr>
          <a:xfrm>
            <a:off x="5426797" y="3176241"/>
            <a:ext cx="1750693" cy="5296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Maria</a:t>
            </a:r>
            <a:r>
              <a:rPr lang="en-US" sz="11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</a:t>
            </a:r>
            <a:r>
              <a:rPr lang="en-US" sz="110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1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matrix)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3</cp:revision>
  <cp:lastPrinted>2020-02-28T13:07:06Z</cp:lastPrinted>
  <dcterms:created xsi:type="dcterms:W3CDTF">2019-08-22T09:52:59Z</dcterms:created>
  <dcterms:modified xsi:type="dcterms:W3CDTF">2025-04-14T10:07:02Z</dcterms:modified>
</cp:coreProperties>
</file>