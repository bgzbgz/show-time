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4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5FCE48-D285-D5B6-87F2-4F33CB40D58B}" v="5" dt="2025-04-11T08:58:31.521"/>
    <p1510:client id="{E9454129-2CB3-9B40-0D9B-C94EAF0179B8}" v="280" dt="2025-04-11T11:48:11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ente guest" userId="S::urn:spo:anon#715c0c55c2738e5bf6612c68ba422db21fb9c0f333892673acb1f88ffa716f36::" providerId="AD" clId="Web-{E9454129-2CB3-9B40-0D9B-C94EAF0179B8}"/>
    <pc:docChg chg="modSld">
      <pc:chgData name="Utente guest" userId="S::urn:spo:anon#715c0c55c2738e5bf6612c68ba422db21fb9c0f333892673acb1f88ffa716f36::" providerId="AD" clId="Web-{E9454129-2CB3-9B40-0D9B-C94EAF0179B8}" dt="2025-04-11T11:48:11.422" v="266" actId="14100"/>
      <pc:docMkLst>
        <pc:docMk/>
      </pc:docMkLst>
      <pc:sldChg chg="addSp modSp">
        <pc:chgData name="Utente guest" userId="S::urn:spo:anon#715c0c55c2738e5bf6612c68ba422db21fb9c0f333892673acb1f88ffa716f36::" providerId="AD" clId="Web-{E9454129-2CB3-9B40-0D9B-C94EAF0179B8}" dt="2025-04-11T11:48:11.422" v="266" actId="14100"/>
        <pc:sldMkLst>
          <pc:docMk/>
          <pc:sldMk cId="3060388812" sldId="2424"/>
        </pc:sldMkLst>
        <pc:spChg chg="mod">
          <ac:chgData name="Utente guest" userId="S::urn:spo:anon#715c0c55c2738e5bf6612c68ba422db21fb9c0f333892673acb1f88ffa716f36::" providerId="AD" clId="Web-{E9454129-2CB3-9B40-0D9B-C94EAF0179B8}" dt="2025-04-11T11:46:31.075" v="226" actId="1076"/>
          <ac:spMkLst>
            <pc:docMk/>
            <pc:sldMk cId="3060388812" sldId="2424"/>
            <ac:spMk id="2" creationId="{F312EE92-5978-0F9E-3CF1-B9FF8FB449DA}"/>
          </ac:spMkLst>
        </pc:spChg>
        <pc:spChg chg="mod">
          <ac:chgData name="Utente guest" userId="S::urn:spo:anon#715c0c55c2738e5bf6612c68ba422db21fb9c0f333892673acb1f88ffa716f36::" providerId="AD" clId="Web-{E9454129-2CB3-9B40-0D9B-C94EAF0179B8}" dt="2025-04-11T11:46:31.091" v="227" actId="1076"/>
          <ac:spMkLst>
            <pc:docMk/>
            <pc:sldMk cId="3060388812" sldId="2424"/>
            <ac:spMk id="3" creationId="{18AB8E15-FED3-DFC7-18F7-2BE98F7C249E}"/>
          </ac:spMkLst>
        </pc:spChg>
        <pc:spChg chg="mod">
          <ac:chgData name="Utente guest" userId="S::urn:spo:anon#715c0c55c2738e5bf6612c68ba422db21fb9c0f333892673acb1f88ffa716f36::" providerId="AD" clId="Web-{E9454129-2CB3-9B40-0D9B-C94EAF0179B8}" dt="2025-04-11T11:46:31.122" v="228" actId="1076"/>
          <ac:spMkLst>
            <pc:docMk/>
            <pc:sldMk cId="3060388812" sldId="2424"/>
            <ac:spMk id="4" creationId="{69019579-95F8-C5B3-C352-C824ABBE6E06}"/>
          </ac:spMkLst>
        </pc:spChg>
        <pc:spChg chg="mod">
          <ac:chgData name="Utente guest" userId="S::urn:spo:anon#715c0c55c2738e5bf6612c68ba422db21fb9c0f333892673acb1f88ffa716f36::" providerId="AD" clId="Web-{E9454129-2CB3-9B40-0D9B-C94EAF0179B8}" dt="2025-04-11T11:46:31.137" v="229" actId="1076"/>
          <ac:spMkLst>
            <pc:docMk/>
            <pc:sldMk cId="3060388812" sldId="2424"/>
            <ac:spMk id="5" creationId="{46D5AC38-ED6B-DF9B-EC38-D2B5F75D2DC0}"/>
          </ac:spMkLst>
        </pc:spChg>
        <pc:spChg chg="mod">
          <ac:chgData name="Utente guest" userId="S::urn:spo:anon#715c0c55c2738e5bf6612c68ba422db21fb9c0f333892673acb1f88ffa716f36::" providerId="AD" clId="Web-{E9454129-2CB3-9B40-0D9B-C94EAF0179B8}" dt="2025-04-11T11:46:31.169" v="230" actId="1076"/>
          <ac:spMkLst>
            <pc:docMk/>
            <pc:sldMk cId="3060388812" sldId="2424"/>
            <ac:spMk id="6" creationId="{2AF9D7F3-5B2D-BACE-12A5-6BEDABE09316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6:31.325" v="236" actId="1076"/>
          <ac:spMkLst>
            <pc:docMk/>
            <pc:sldMk cId="3060388812" sldId="2424"/>
            <ac:spMk id="8" creationId="{A3251EA7-EEDF-DC1B-8F2C-A6399DFE8AD9}"/>
          </ac:spMkLst>
        </pc:spChg>
        <pc:spChg chg="mod">
          <ac:chgData name="Utente guest" userId="S::urn:spo:anon#715c0c55c2738e5bf6612c68ba422db21fb9c0f333892673acb1f88ffa716f36::" providerId="AD" clId="Web-{E9454129-2CB3-9B40-0D9B-C94EAF0179B8}" dt="2025-04-11T11:46:31.200" v="231" actId="1076"/>
          <ac:spMkLst>
            <pc:docMk/>
            <pc:sldMk cId="3060388812" sldId="2424"/>
            <ac:spMk id="9" creationId="{E1A9302C-9B4B-1904-FC56-BABFDC329CF8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6:31.341" v="237" actId="1076"/>
          <ac:spMkLst>
            <pc:docMk/>
            <pc:sldMk cId="3060388812" sldId="2424"/>
            <ac:spMk id="10" creationId="{377DD1FF-E0F3-30CD-BC56-88D356CBDAAA}"/>
          </ac:spMkLst>
        </pc:spChg>
        <pc:spChg chg="mod">
          <ac:chgData name="Utente guest" userId="S::urn:spo:anon#715c0c55c2738e5bf6612c68ba422db21fb9c0f333892673acb1f88ffa716f36::" providerId="AD" clId="Web-{E9454129-2CB3-9B40-0D9B-C94EAF0179B8}" dt="2025-04-11T11:46:31.231" v="232" actId="1076"/>
          <ac:spMkLst>
            <pc:docMk/>
            <pc:sldMk cId="3060388812" sldId="2424"/>
            <ac:spMk id="11" creationId="{0A55F09D-C55F-857C-079C-B8695BEBE343}"/>
          </ac:spMkLst>
        </pc:spChg>
        <pc:spChg chg="mod">
          <ac:chgData name="Utente guest" userId="S::urn:spo:anon#715c0c55c2738e5bf6612c68ba422db21fb9c0f333892673acb1f88ffa716f36::" providerId="AD" clId="Web-{E9454129-2CB3-9B40-0D9B-C94EAF0179B8}" dt="2025-04-11T11:46:31.247" v="233" actId="1076"/>
          <ac:spMkLst>
            <pc:docMk/>
            <pc:sldMk cId="3060388812" sldId="2424"/>
            <ac:spMk id="12" creationId="{68F68DCF-4355-1A76-B9CA-CD2E8F0ED96A}"/>
          </ac:spMkLst>
        </pc:spChg>
        <pc:spChg chg="mod">
          <ac:chgData name="Utente guest" userId="S::urn:spo:anon#715c0c55c2738e5bf6612c68ba422db21fb9c0f333892673acb1f88ffa716f36::" providerId="AD" clId="Web-{E9454129-2CB3-9B40-0D9B-C94EAF0179B8}" dt="2025-04-11T11:46:31.262" v="234" actId="1076"/>
          <ac:spMkLst>
            <pc:docMk/>
            <pc:sldMk cId="3060388812" sldId="2424"/>
            <ac:spMk id="13" creationId="{E67C9525-F476-7684-1861-4B1A40AADDB3}"/>
          </ac:spMkLst>
        </pc:spChg>
        <pc:spChg chg="mod">
          <ac:chgData name="Utente guest" userId="S::urn:spo:anon#715c0c55c2738e5bf6612c68ba422db21fb9c0f333892673acb1f88ffa716f36::" providerId="AD" clId="Web-{E9454129-2CB3-9B40-0D9B-C94EAF0179B8}" dt="2025-04-11T11:46:31.294" v="235" actId="1076"/>
          <ac:spMkLst>
            <pc:docMk/>
            <pc:sldMk cId="3060388812" sldId="2424"/>
            <ac:spMk id="14" creationId="{93935580-24AA-ECAF-7EF1-B370F2C69C1B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6:31.372" v="238" actId="1076"/>
          <ac:spMkLst>
            <pc:docMk/>
            <pc:sldMk cId="3060388812" sldId="2424"/>
            <ac:spMk id="15" creationId="{4FE25311-D838-B29C-9866-871BD2F6BB50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3:08.817" v="199" actId="1076"/>
          <ac:spMkLst>
            <pc:docMk/>
            <pc:sldMk cId="3060388812" sldId="2424"/>
            <ac:spMk id="17" creationId="{48B3A77B-85BB-A9D0-4A67-1E730B4CB9B1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3:23.490" v="202" actId="1076"/>
          <ac:spMkLst>
            <pc:docMk/>
            <pc:sldMk cId="3060388812" sldId="2424"/>
            <ac:spMk id="18" creationId="{03730D5C-03C6-6D99-CA10-32CD1FE851BD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3:19.505" v="201" actId="1076"/>
          <ac:spMkLst>
            <pc:docMk/>
            <pc:sldMk cId="3060388812" sldId="2424"/>
            <ac:spMk id="19" creationId="{11886222-E720-3A4B-17BF-A8AC90F3A52D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3:32.521" v="205" actId="20577"/>
          <ac:spMkLst>
            <pc:docMk/>
            <pc:sldMk cId="3060388812" sldId="2424"/>
            <ac:spMk id="20" creationId="{0EB4D97D-2B1B-DFFE-04AB-139BB9423580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3:41.584" v="210" actId="20577"/>
          <ac:spMkLst>
            <pc:docMk/>
            <pc:sldMk cId="3060388812" sldId="2424"/>
            <ac:spMk id="21" creationId="{6435D8D8-1881-6414-D3D4-D71B14D03528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3:51.319" v="214" actId="20577"/>
          <ac:spMkLst>
            <pc:docMk/>
            <pc:sldMk cId="3060388812" sldId="2424"/>
            <ac:spMk id="22" creationId="{7B50792C-7DA5-6104-9671-150842F7E981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6:31.387" v="239" actId="1076"/>
          <ac:spMkLst>
            <pc:docMk/>
            <pc:sldMk cId="3060388812" sldId="2424"/>
            <ac:spMk id="23" creationId="{96A37102-F83A-4990-612E-D1F8E10108D6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6:31.419" v="240" actId="1076"/>
          <ac:spMkLst>
            <pc:docMk/>
            <pc:sldMk cId="3060388812" sldId="2424"/>
            <ac:spMk id="24" creationId="{C44815E1-18B6-C908-6229-8787508CDB85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6:31.434" v="241" actId="1076"/>
          <ac:spMkLst>
            <pc:docMk/>
            <pc:sldMk cId="3060388812" sldId="2424"/>
            <ac:spMk id="25" creationId="{DEEE8A9B-BA53-C57E-81C5-2687EA1D8A9C}"/>
          </ac:spMkLst>
        </pc:spChg>
        <pc:spChg chg="add mod">
          <ac:chgData name="Utente guest" userId="S::urn:spo:anon#715c0c55c2738e5bf6612c68ba422db21fb9c0f333892673acb1f88ffa716f36::" providerId="AD" clId="Web-{E9454129-2CB3-9B40-0D9B-C94EAF0179B8}" dt="2025-04-11T11:46:31.466" v="242" actId="1076"/>
          <ac:spMkLst>
            <pc:docMk/>
            <pc:sldMk cId="3060388812" sldId="2424"/>
            <ac:spMk id="26" creationId="{291B96D1-34E5-B390-8275-ED71BF7A83D6}"/>
          </ac:spMkLst>
        </pc:spChg>
        <pc:cxnChg chg="add mod">
          <ac:chgData name="Utente guest" userId="S::urn:spo:anon#715c0c55c2738e5bf6612c68ba422db21fb9c0f333892673acb1f88ffa716f36::" providerId="AD" clId="Web-{E9454129-2CB3-9B40-0D9B-C94EAF0179B8}" dt="2025-04-11T11:46:50.638" v="244"/>
          <ac:cxnSpMkLst>
            <pc:docMk/>
            <pc:sldMk cId="3060388812" sldId="2424"/>
            <ac:cxnSpMk id="27" creationId="{4F2390B1-0A9F-E4E4-4172-25300BB542AC}"/>
          </ac:cxnSpMkLst>
        </pc:cxnChg>
        <pc:cxnChg chg="add mod">
          <ac:chgData name="Utente guest" userId="S::urn:spo:anon#715c0c55c2738e5bf6612c68ba422db21fb9c0f333892673acb1f88ffa716f36::" providerId="AD" clId="Web-{E9454129-2CB3-9B40-0D9B-C94EAF0179B8}" dt="2025-04-11T11:47:53.859" v="263" actId="14100"/>
          <ac:cxnSpMkLst>
            <pc:docMk/>
            <pc:sldMk cId="3060388812" sldId="2424"/>
            <ac:cxnSpMk id="28" creationId="{51ECD2FE-55FB-D306-BC47-8E2A9777CF57}"/>
          </ac:cxnSpMkLst>
        </pc:cxnChg>
        <pc:cxnChg chg="add mod">
          <ac:chgData name="Utente guest" userId="S::urn:spo:anon#715c0c55c2738e5bf6612c68ba422db21fb9c0f333892673acb1f88ffa716f36::" providerId="AD" clId="Web-{E9454129-2CB3-9B40-0D9B-C94EAF0179B8}" dt="2025-04-11T11:47:20.842" v="252" actId="14100"/>
          <ac:cxnSpMkLst>
            <pc:docMk/>
            <pc:sldMk cId="3060388812" sldId="2424"/>
            <ac:cxnSpMk id="29" creationId="{E49CAC71-55C9-BD56-007E-3225A0B87F22}"/>
          </ac:cxnSpMkLst>
        </pc:cxnChg>
        <pc:cxnChg chg="add mod">
          <ac:chgData name="Utente guest" userId="S::urn:spo:anon#715c0c55c2738e5bf6612c68ba422db21fb9c0f333892673acb1f88ffa716f36::" providerId="AD" clId="Web-{E9454129-2CB3-9B40-0D9B-C94EAF0179B8}" dt="2025-04-11T11:48:11.422" v="266" actId="14100"/>
          <ac:cxnSpMkLst>
            <pc:docMk/>
            <pc:sldMk cId="3060388812" sldId="2424"/>
            <ac:cxnSpMk id="30" creationId="{4E025A8B-307A-7714-E668-E4695561E047}"/>
          </ac:cxnSpMkLst>
        </pc:cxnChg>
        <pc:cxnChg chg="add mod">
          <ac:chgData name="Utente guest" userId="S::urn:spo:anon#715c0c55c2738e5bf6612c68ba422db21fb9c0f333892673acb1f88ffa716f36::" providerId="AD" clId="Web-{E9454129-2CB3-9B40-0D9B-C94EAF0179B8}" dt="2025-04-11T11:48:03.141" v="264" actId="14100"/>
          <ac:cxnSpMkLst>
            <pc:docMk/>
            <pc:sldMk cId="3060388812" sldId="2424"/>
            <ac:cxnSpMk id="31" creationId="{9FCC9A48-D1E3-6BE9-8791-BDD5325BD50B}"/>
          </ac:cxnSpMkLst>
        </pc:cxnChg>
        <pc:cxnChg chg="add mod">
          <ac:chgData name="Utente guest" userId="S::urn:spo:anon#715c0c55c2738e5bf6612c68ba422db21fb9c0f333892673acb1f88ffa716f36::" providerId="AD" clId="Web-{E9454129-2CB3-9B40-0D9B-C94EAF0179B8}" dt="2025-04-11T11:47:51.078" v="262" actId="14100"/>
          <ac:cxnSpMkLst>
            <pc:docMk/>
            <pc:sldMk cId="3060388812" sldId="2424"/>
            <ac:cxnSpMk id="32" creationId="{FD4D2890-931E-05E2-B481-9EE833C20B82}"/>
          </ac:cxnSpMkLst>
        </pc:cxnChg>
      </pc:sldChg>
    </pc:docChg>
  </pc:docChgLst>
  <pc:docChgLst>
    <pc:chgData name="Marcello Miradoli" userId="S::marcello@fasttrack-europe.com::cf71acba-46a8-41ee-836d-a0f379fee7fa" providerId="AD" clId="Web-{325FCE48-D285-D5B6-87F2-4F33CB40D58B}"/>
    <pc:docChg chg="modSld">
      <pc:chgData name="Marcello Miradoli" userId="S::marcello@fasttrack-europe.com::cf71acba-46a8-41ee-836d-a0f379fee7fa" providerId="AD" clId="Web-{325FCE48-D285-D5B6-87F2-4F33CB40D58B}" dt="2025-04-11T08:58:31.521" v="4" actId="20577"/>
      <pc:docMkLst>
        <pc:docMk/>
      </pc:docMkLst>
      <pc:sldChg chg="modSp">
        <pc:chgData name="Marcello Miradoli" userId="S::marcello@fasttrack-europe.com::cf71acba-46a8-41ee-836d-a0f379fee7fa" providerId="AD" clId="Web-{325FCE48-D285-D5B6-87F2-4F33CB40D58B}" dt="2025-04-11T08:58:31.521" v="4" actId="20577"/>
        <pc:sldMkLst>
          <pc:docMk/>
          <pc:sldMk cId="3060388812" sldId="2424"/>
        </pc:sldMkLst>
        <pc:spChg chg="mod">
          <ac:chgData name="Marcello Miradoli" userId="S::marcello@fasttrack-europe.com::cf71acba-46a8-41ee-836d-a0f379fee7fa" providerId="AD" clId="Web-{325FCE48-D285-D5B6-87F2-4F33CB40D58B}" dt="2025-04-11T08:58:31.521" v="4" actId="20577"/>
          <ac:spMkLst>
            <pc:docMk/>
            <pc:sldMk cId="3060388812" sldId="2424"/>
            <ac:spMk id="11" creationId="{0A55F09D-C55F-857C-079C-B8695BEBE34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4/11/2025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‹N›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36F2-6789-DABB-22AF-7C8118D5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FF70D-C3EF-AE08-F961-0722EE1D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7CB6-C741-4B8C-8B2B-FD69194D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>
                <a:latin typeface="Plaak 3 Trial Regular" panose="02000000000000000000" pitchFamily="2" charset="0"/>
              </a:rPr>
              <a:t>WHY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ABC is the ultimate communication, feedback, and decision-making tool when it comes to talent management.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WHAT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The matrix visualizes the talent density across the organization.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HOW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level of fit with the organizational values. Take this from the FIT tool.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performance and ability to consistently and timely meet the KPIs you have set for the given position.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Plot all individuals in the organization on the same matrix.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80137-D9DC-7900-A3C1-E78B0CC72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10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623E-9ACF-5108-4A77-54F90CA2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grey squares with black letters&#10;&#10;Description automatically generated">
            <a:extLst>
              <a:ext uri="{FF2B5EF4-FFF2-40B4-BE49-F238E27FC236}">
                <a16:creationId xmlns:a16="http://schemas.microsoft.com/office/drawing/2014/main" id="{2E91537F-1B7E-60D0-61C7-BFF445EF26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2"/>
          <a:stretch/>
        </p:blipFill>
        <p:spPr>
          <a:xfrm>
            <a:off x="89040" y="758981"/>
            <a:ext cx="9937555" cy="68038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2EE92-5978-0F9E-3CF1-B9FF8FB449DA}"/>
              </a:ext>
            </a:extLst>
          </p:cNvPr>
          <p:cNvSpPr/>
          <p:nvPr/>
        </p:nvSpPr>
        <p:spPr>
          <a:xfrm>
            <a:off x="-1929797" y="592111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Salvato Paolo</a:t>
            </a:r>
            <a:endParaRPr lang="it-IT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AB8E15-FED3-DFC7-18F7-2BE98F7C249E}"/>
              </a:ext>
            </a:extLst>
          </p:cNvPr>
          <p:cNvSpPr/>
          <p:nvPr/>
        </p:nvSpPr>
        <p:spPr>
          <a:xfrm>
            <a:off x="-1929797" y="957054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Fiocchi Costantino</a:t>
            </a:r>
            <a:endParaRPr lang="en-BG" sz="105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19579-95F8-C5B3-C352-C824ABBE6E06}"/>
              </a:ext>
            </a:extLst>
          </p:cNvPr>
          <p:cNvSpPr/>
          <p:nvPr/>
        </p:nvSpPr>
        <p:spPr>
          <a:xfrm>
            <a:off x="-1929797" y="132199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Fioravanti Alessandro</a:t>
            </a:r>
            <a:endParaRPr lang="it-IT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5AC38-ED6B-DF9B-EC38-D2B5F75D2DC0}"/>
              </a:ext>
            </a:extLst>
          </p:cNvPr>
          <p:cNvSpPr/>
          <p:nvPr/>
        </p:nvSpPr>
        <p:spPr>
          <a:xfrm>
            <a:off x="-1929797" y="3887935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 dirty="0" err="1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Battarino</a:t>
            </a:r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 Paolo</a:t>
            </a:r>
            <a:endParaRPr lang="it-IT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F9D7F3-5B2D-BACE-12A5-6BEDABE09316}"/>
              </a:ext>
            </a:extLst>
          </p:cNvPr>
          <p:cNvSpPr/>
          <p:nvPr/>
        </p:nvSpPr>
        <p:spPr>
          <a:xfrm>
            <a:off x="-1929797" y="2428161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Micheletti Stefano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9302C-9B4B-1904-FC56-BABFDC329CF8}"/>
              </a:ext>
            </a:extLst>
          </p:cNvPr>
          <p:cNvSpPr/>
          <p:nvPr/>
        </p:nvSpPr>
        <p:spPr>
          <a:xfrm>
            <a:off x="-1929797" y="3522991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Sorbone Alessandro</a:t>
            </a:r>
            <a:endParaRPr lang="it-IT" sz="105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5F09D-C55F-857C-079C-B8695BEBE343}"/>
              </a:ext>
            </a:extLst>
          </p:cNvPr>
          <p:cNvSpPr/>
          <p:nvPr/>
        </p:nvSpPr>
        <p:spPr>
          <a:xfrm>
            <a:off x="-1929797" y="206321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Franchini Valerio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68DCF-4355-1A76-B9CA-CD2E8F0ED96A}"/>
              </a:ext>
            </a:extLst>
          </p:cNvPr>
          <p:cNvSpPr/>
          <p:nvPr/>
        </p:nvSpPr>
        <p:spPr>
          <a:xfrm>
            <a:off x="-1929797" y="499409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Ceglie Vincenzo</a:t>
            </a:r>
            <a:endParaRPr lang="it-IT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C9525-F476-7684-1861-4B1A40AADDB3}"/>
              </a:ext>
            </a:extLst>
          </p:cNvPr>
          <p:cNvSpPr/>
          <p:nvPr/>
        </p:nvSpPr>
        <p:spPr>
          <a:xfrm>
            <a:off x="-1929797" y="2793104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Gozza Federica</a:t>
            </a:r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35580-24AA-ECAF-7EF1-B370F2C69C1B}"/>
              </a:ext>
            </a:extLst>
          </p:cNvPr>
          <p:cNvSpPr/>
          <p:nvPr/>
        </p:nvSpPr>
        <p:spPr>
          <a:xfrm>
            <a:off x="-1929797" y="1686941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Miraglia Luigi</a:t>
            </a:r>
            <a:endParaRPr lang="it-IT"/>
          </a:p>
        </p:txBody>
      </p:sp>
      <p:pic>
        <p:nvPicPr>
          <p:cNvPr id="16" name="Picture 15" descr="A close-up of a sign&#10;&#10;Description automatically generated">
            <a:extLst>
              <a:ext uri="{FF2B5EF4-FFF2-40B4-BE49-F238E27FC236}">
                <a16:creationId xmlns:a16="http://schemas.microsoft.com/office/drawing/2014/main" id="{F79B0D42-30AB-BF14-A799-25985F17EC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11678"/>
          <a:stretch/>
        </p:blipFill>
        <p:spPr>
          <a:xfrm>
            <a:off x="89040" y="56644"/>
            <a:ext cx="2860380" cy="469229"/>
          </a:xfrm>
          <a:prstGeom prst="rect">
            <a:avLst/>
          </a:prstGeom>
        </p:spPr>
      </p:pic>
      <p:sp>
        <p:nvSpPr>
          <p:cNvPr id="8" name="Rectangle 13">
            <a:extLst>
              <a:ext uri="{FF2B5EF4-FFF2-40B4-BE49-F238E27FC236}">
                <a16:creationId xmlns:a16="http://schemas.microsoft.com/office/drawing/2014/main" id="{A3251EA7-EEDF-DC1B-8F2C-A6399DFE8AD9}"/>
              </a:ext>
            </a:extLst>
          </p:cNvPr>
          <p:cNvSpPr/>
          <p:nvPr/>
        </p:nvSpPr>
        <p:spPr>
          <a:xfrm>
            <a:off x="-1929797" y="4264211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Liso Emanuela 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377DD1FF-E0F3-30CD-BC56-88D356CBDAAA}"/>
              </a:ext>
            </a:extLst>
          </p:cNvPr>
          <p:cNvSpPr/>
          <p:nvPr/>
        </p:nvSpPr>
        <p:spPr>
          <a:xfrm>
            <a:off x="-1929797" y="4629155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Loda Marco</a:t>
            </a:r>
            <a:endParaRPr lang="it-IT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4FE25311-D838-B29C-9866-871BD2F6BB50}"/>
              </a:ext>
            </a:extLst>
          </p:cNvPr>
          <p:cNvSpPr/>
          <p:nvPr/>
        </p:nvSpPr>
        <p:spPr>
          <a:xfrm>
            <a:off x="-1929797" y="315804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Gazzetta Francesco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48B3A77B-85BB-A9D0-4A67-1E730B4CB9B1}"/>
              </a:ext>
            </a:extLst>
          </p:cNvPr>
          <p:cNvSpPr/>
          <p:nvPr/>
        </p:nvSpPr>
        <p:spPr>
          <a:xfrm>
            <a:off x="788787" y="1555512"/>
            <a:ext cx="643798" cy="1769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100%</a:t>
            </a:r>
            <a:endParaRPr lang="it-IT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03730D5C-03C6-6D99-CA10-32CD1FE851BD}"/>
              </a:ext>
            </a:extLst>
          </p:cNvPr>
          <p:cNvSpPr/>
          <p:nvPr/>
        </p:nvSpPr>
        <p:spPr>
          <a:xfrm>
            <a:off x="789211" y="1816276"/>
            <a:ext cx="643798" cy="1769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95%</a:t>
            </a:r>
            <a:endParaRPr lang="it-IT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11886222-E720-3A4B-17BF-A8AC90F3A52D}"/>
              </a:ext>
            </a:extLst>
          </p:cNvPr>
          <p:cNvSpPr/>
          <p:nvPr/>
        </p:nvSpPr>
        <p:spPr>
          <a:xfrm>
            <a:off x="789303" y="2065643"/>
            <a:ext cx="643798" cy="1769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90%</a:t>
            </a:r>
            <a:endParaRPr lang="it-IT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0EB4D97D-2B1B-DFFE-04AB-139BB9423580}"/>
              </a:ext>
            </a:extLst>
          </p:cNvPr>
          <p:cNvSpPr/>
          <p:nvPr/>
        </p:nvSpPr>
        <p:spPr>
          <a:xfrm>
            <a:off x="789604" y="2303668"/>
            <a:ext cx="643798" cy="1769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85%</a:t>
            </a:r>
            <a:endParaRPr lang="it-IT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6435D8D8-1881-6414-D3D4-D71B14D03528}"/>
              </a:ext>
            </a:extLst>
          </p:cNvPr>
          <p:cNvSpPr/>
          <p:nvPr/>
        </p:nvSpPr>
        <p:spPr>
          <a:xfrm>
            <a:off x="789997" y="2553066"/>
            <a:ext cx="643798" cy="1769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80%</a:t>
            </a:r>
            <a:endParaRPr lang="it-IT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7B50792C-7DA5-6104-9671-150842F7E981}"/>
              </a:ext>
            </a:extLst>
          </p:cNvPr>
          <p:cNvSpPr/>
          <p:nvPr/>
        </p:nvSpPr>
        <p:spPr>
          <a:xfrm>
            <a:off x="779061" y="3040458"/>
            <a:ext cx="643798" cy="1769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70%</a:t>
            </a:r>
            <a:endParaRPr lang="it-IT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3" name="Parentesi graffa chiusa 22">
            <a:extLst>
              <a:ext uri="{FF2B5EF4-FFF2-40B4-BE49-F238E27FC236}">
                <a16:creationId xmlns:a16="http://schemas.microsoft.com/office/drawing/2014/main" id="{96A37102-F83A-4990-612E-D1F8E10108D6}"/>
              </a:ext>
            </a:extLst>
          </p:cNvPr>
          <p:cNvSpPr/>
          <p:nvPr/>
        </p:nvSpPr>
        <p:spPr>
          <a:xfrm>
            <a:off x="-646096" y="595004"/>
            <a:ext cx="268197" cy="14072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Parentesi graffa chiusa 23">
            <a:extLst>
              <a:ext uri="{FF2B5EF4-FFF2-40B4-BE49-F238E27FC236}">
                <a16:creationId xmlns:a16="http://schemas.microsoft.com/office/drawing/2014/main" id="{C44815E1-18B6-C908-6229-8787508CDB85}"/>
              </a:ext>
            </a:extLst>
          </p:cNvPr>
          <p:cNvSpPr/>
          <p:nvPr/>
        </p:nvSpPr>
        <p:spPr>
          <a:xfrm>
            <a:off x="-646054" y="2397018"/>
            <a:ext cx="268197" cy="111247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Parentesi graffa chiusa 24">
            <a:extLst>
              <a:ext uri="{FF2B5EF4-FFF2-40B4-BE49-F238E27FC236}">
                <a16:creationId xmlns:a16="http://schemas.microsoft.com/office/drawing/2014/main" id="{DEEE8A9B-BA53-C57E-81C5-2687EA1D8A9C}"/>
              </a:ext>
            </a:extLst>
          </p:cNvPr>
          <p:cNvSpPr/>
          <p:nvPr/>
        </p:nvSpPr>
        <p:spPr>
          <a:xfrm>
            <a:off x="-646029" y="3530622"/>
            <a:ext cx="268196" cy="6816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Parentesi graffa chiusa 25">
            <a:extLst>
              <a:ext uri="{FF2B5EF4-FFF2-40B4-BE49-F238E27FC236}">
                <a16:creationId xmlns:a16="http://schemas.microsoft.com/office/drawing/2014/main" id="{291B96D1-34E5-B390-8275-ED71BF7A83D6}"/>
              </a:ext>
            </a:extLst>
          </p:cNvPr>
          <p:cNvSpPr/>
          <p:nvPr/>
        </p:nvSpPr>
        <p:spPr>
          <a:xfrm>
            <a:off x="-645999" y="4290007"/>
            <a:ext cx="268196" cy="6816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4F2390B1-0A9F-E4E4-4172-25300BB542AC}"/>
              </a:ext>
            </a:extLst>
          </p:cNvPr>
          <p:cNvCxnSpPr/>
          <p:nvPr/>
        </p:nvCxnSpPr>
        <p:spPr>
          <a:xfrm>
            <a:off x="-262054" y="1310271"/>
            <a:ext cx="1143509" cy="309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51ECD2FE-55FB-D306-BC47-8E2A9777CF57}"/>
              </a:ext>
            </a:extLst>
          </p:cNvPr>
          <p:cNvCxnSpPr>
            <a:cxnSpLocks/>
          </p:cNvCxnSpPr>
          <p:nvPr/>
        </p:nvCxnSpPr>
        <p:spPr>
          <a:xfrm flipV="1">
            <a:off x="-499900" y="1891730"/>
            <a:ext cx="1381538" cy="313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E49CAC71-55C9-BD56-007E-3225A0B87F22}"/>
              </a:ext>
            </a:extLst>
          </p:cNvPr>
          <p:cNvCxnSpPr>
            <a:cxnSpLocks/>
          </p:cNvCxnSpPr>
          <p:nvPr/>
        </p:nvCxnSpPr>
        <p:spPr>
          <a:xfrm flipV="1">
            <a:off x="-352827" y="2140883"/>
            <a:ext cx="1211518" cy="824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4E025A8B-307A-7714-E668-E4695561E047}"/>
              </a:ext>
            </a:extLst>
          </p:cNvPr>
          <p:cNvCxnSpPr>
            <a:cxnSpLocks/>
          </p:cNvCxnSpPr>
          <p:nvPr/>
        </p:nvCxnSpPr>
        <p:spPr>
          <a:xfrm flipV="1">
            <a:off x="-330162" y="2355943"/>
            <a:ext cx="1188850" cy="1493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FCC9A48-D1E3-6BE9-8791-BDD5325BD50B}"/>
              </a:ext>
            </a:extLst>
          </p:cNvPr>
          <p:cNvCxnSpPr>
            <a:cxnSpLocks/>
          </p:cNvCxnSpPr>
          <p:nvPr/>
        </p:nvCxnSpPr>
        <p:spPr>
          <a:xfrm flipV="1">
            <a:off x="-341481" y="2582425"/>
            <a:ext cx="1177516" cy="2060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FD4D2890-931E-05E2-B481-9EE833C20B82}"/>
              </a:ext>
            </a:extLst>
          </p:cNvPr>
          <p:cNvCxnSpPr>
            <a:cxnSpLocks/>
          </p:cNvCxnSpPr>
          <p:nvPr/>
        </p:nvCxnSpPr>
        <p:spPr>
          <a:xfrm flipV="1">
            <a:off x="-466029" y="3103788"/>
            <a:ext cx="1324867" cy="2094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38881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Personalizzato</PresentationFormat>
  <Slides>1</Slides>
  <Notes>1</Notes>
  <HiddenSlides>0</HiddenSlides>
  <ScaleCrop>false</ScaleCrop>
  <HeadingPairs>
    <vt:vector size="4" baseType="variant">
      <vt:variant>
        <vt:lpstr>Tema</vt:lpstr>
      </vt:variant>
      <vt:variant>
        <vt:i4>3</vt:i4>
      </vt:variant>
      <vt:variant>
        <vt:lpstr>Titoli diapositive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96</cp:revision>
  <cp:lastPrinted>2020-02-28T13:07:06Z</cp:lastPrinted>
  <dcterms:created xsi:type="dcterms:W3CDTF">2019-08-22T09:52:59Z</dcterms:created>
  <dcterms:modified xsi:type="dcterms:W3CDTF">2025-04-11T11:48:17Z</dcterms:modified>
</cp:coreProperties>
</file>