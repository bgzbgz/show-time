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0"/>
  </p:notesMasterIdLst>
  <p:handoutMasterIdLst>
    <p:handoutMasterId r:id="rId11"/>
  </p:handoutMasterIdLst>
  <p:sldIdLst>
    <p:sldId id="2423" r:id="rId4"/>
    <p:sldId id="2463" r:id="rId5"/>
    <p:sldId id="2462" r:id="rId6"/>
    <p:sldId id="2426" r:id="rId7"/>
    <p:sldId id="2464" r:id="rId8"/>
    <p:sldId id="2422" r:id="rId9"/>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7E65FB-7456-73F9-F7BD-A2ACDA3FFDDF}" v="996" dt="2024-09-05T02:43:08.769"/>
    <p1510:client id="{8AD905B7-309D-E595-AEFD-531F8254F4F0}" v="38" dt="2024-09-05T03:11:24.571"/>
    <p1510:client id="{EDB5C21E-D713-1A05-D72F-F2C91A0D02D2}" v="7077" dt="2024-09-04T19:33:37.8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50"/>
    <p:restoredTop sz="94697"/>
  </p:normalViewPr>
  <p:slideViewPr>
    <p:cSldViewPr snapToGrid="0">
      <p:cViewPr varScale="1">
        <p:scale>
          <a:sx n="78" d="100"/>
          <a:sy n="78" d="100"/>
        </p:scale>
        <p:origin x="184" y="6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0613073461391cd36e4dfd44ff96bc68bbee0a3c1e65bba1abed8e3c461747ee::" providerId="AD" clId="Web-{277E65FB-7456-73F9-F7BD-A2ACDA3FFDDF}"/>
    <pc:docChg chg="modSld">
      <pc:chgData name="Guest User" userId="S::urn:spo:anon#0613073461391cd36e4dfd44ff96bc68bbee0a3c1e65bba1abed8e3c461747ee::" providerId="AD" clId="Web-{277E65FB-7456-73F9-F7BD-A2ACDA3FFDDF}" dt="2024-09-05T02:42:45.033" v="994"/>
      <pc:docMkLst>
        <pc:docMk/>
      </pc:docMkLst>
      <pc:sldChg chg="modSp">
        <pc:chgData name="Guest User" userId="S::urn:spo:anon#0613073461391cd36e4dfd44ff96bc68bbee0a3c1e65bba1abed8e3c461747ee::" providerId="AD" clId="Web-{277E65FB-7456-73F9-F7BD-A2ACDA3FFDDF}" dt="2024-09-05T02:08:22.551" v="135"/>
        <pc:sldMkLst>
          <pc:docMk/>
          <pc:sldMk cId="2451837985" sldId="2423"/>
        </pc:sldMkLst>
        <pc:graphicFrameChg chg="mod modGraphic">
          <ac:chgData name="Guest User" userId="S::urn:spo:anon#0613073461391cd36e4dfd44ff96bc68bbee0a3c1e65bba1abed8e3c461747ee::" providerId="AD" clId="Web-{277E65FB-7456-73F9-F7BD-A2ACDA3FFDDF}" dt="2024-09-05T02:08:22.551" v="135"/>
          <ac:graphicFrameMkLst>
            <pc:docMk/>
            <pc:sldMk cId="2451837985" sldId="2423"/>
            <ac:graphicFrameMk id="12" creationId="{74CF6476-D2C3-2348-BEC7-148925E380DF}"/>
          </ac:graphicFrameMkLst>
        </pc:graphicFrameChg>
      </pc:sldChg>
      <pc:sldChg chg="modSp">
        <pc:chgData name="Guest User" userId="S::urn:spo:anon#0613073461391cd36e4dfd44ff96bc68bbee0a3c1e65bba1abed8e3c461747ee::" providerId="AD" clId="Web-{277E65FB-7456-73F9-F7BD-A2ACDA3FFDDF}" dt="2024-09-05T02:42:45.033" v="994"/>
        <pc:sldMkLst>
          <pc:docMk/>
          <pc:sldMk cId="3186758107" sldId="2462"/>
        </pc:sldMkLst>
        <pc:graphicFrameChg chg="mod modGraphic">
          <ac:chgData name="Guest User" userId="S::urn:spo:anon#0613073461391cd36e4dfd44ff96bc68bbee0a3c1e65bba1abed8e3c461747ee::" providerId="AD" clId="Web-{277E65FB-7456-73F9-F7BD-A2ACDA3FFDDF}" dt="2024-09-05T02:42:45.033" v="994"/>
          <ac:graphicFrameMkLst>
            <pc:docMk/>
            <pc:sldMk cId="3186758107" sldId="2462"/>
            <ac:graphicFrameMk id="12" creationId="{74CF6476-D2C3-2348-BEC7-148925E380DF}"/>
          </ac:graphicFrameMkLst>
        </pc:graphicFrameChg>
      </pc:sldChg>
      <pc:sldChg chg="modSp">
        <pc:chgData name="Guest User" userId="S::urn:spo:anon#0613073461391cd36e4dfd44ff96bc68bbee0a3c1e65bba1abed8e3c461747ee::" providerId="AD" clId="Web-{277E65FB-7456-73F9-F7BD-A2ACDA3FFDDF}" dt="2024-09-05T02:18:30.386" v="543"/>
        <pc:sldMkLst>
          <pc:docMk/>
          <pc:sldMk cId="3110103477" sldId="2463"/>
        </pc:sldMkLst>
        <pc:graphicFrameChg chg="mod modGraphic">
          <ac:chgData name="Guest User" userId="S::urn:spo:anon#0613073461391cd36e4dfd44ff96bc68bbee0a3c1e65bba1abed8e3c461747ee::" providerId="AD" clId="Web-{277E65FB-7456-73F9-F7BD-A2ACDA3FFDDF}" dt="2024-09-05T02:18:30.386" v="543"/>
          <ac:graphicFrameMkLst>
            <pc:docMk/>
            <pc:sldMk cId="3110103477" sldId="2463"/>
            <ac:graphicFrameMk id="12" creationId="{74CF6476-D2C3-2348-BEC7-148925E380DF}"/>
          </ac:graphicFrameMkLst>
        </pc:graphicFrameChg>
      </pc:sldChg>
    </pc:docChg>
  </pc:docChgLst>
  <pc:docChgLst>
    <pc:chgData name="Guest User" userId="S::urn:spo:anon#1cbd92e0ec95c795efbda907d79c359cfd8b3f4184ab17c83ce170120cb02303::" providerId="AD" clId="Web-{EDB5C21E-D713-1A05-D72F-F2C91A0D02D2}"/>
    <pc:docChg chg="modSld">
      <pc:chgData name="Guest User" userId="S::urn:spo:anon#1cbd92e0ec95c795efbda907d79c359cfd8b3f4184ab17c83ce170120cb02303::" providerId="AD" clId="Web-{EDB5C21E-D713-1A05-D72F-F2C91A0D02D2}" dt="2024-09-04T19:33:37.813" v="7071"/>
      <pc:docMkLst>
        <pc:docMk/>
      </pc:docMkLst>
      <pc:sldChg chg="modSp">
        <pc:chgData name="Guest User" userId="S::urn:spo:anon#1cbd92e0ec95c795efbda907d79c359cfd8b3f4184ab17c83ce170120cb02303::" providerId="AD" clId="Web-{EDB5C21E-D713-1A05-D72F-F2C91A0D02D2}" dt="2024-09-04T19:32:51.544" v="7017"/>
        <pc:sldMkLst>
          <pc:docMk/>
          <pc:sldMk cId="2451837985" sldId="2423"/>
        </pc:sldMkLst>
        <pc:graphicFrameChg chg="mod modGraphic">
          <ac:chgData name="Guest User" userId="S::urn:spo:anon#1cbd92e0ec95c795efbda907d79c359cfd8b3f4184ab17c83ce170120cb02303::" providerId="AD" clId="Web-{EDB5C21E-D713-1A05-D72F-F2C91A0D02D2}" dt="2024-09-04T19:32:51.544" v="7017"/>
          <ac:graphicFrameMkLst>
            <pc:docMk/>
            <pc:sldMk cId="2451837985" sldId="2423"/>
            <ac:graphicFrameMk id="12" creationId="{74CF6476-D2C3-2348-BEC7-148925E380DF}"/>
          </ac:graphicFrameMkLst>
        </pc:graphicFrameChg>
      </pc:sldChg>
      <pc:sldChg chg="modSp">
        <pc:chgData name="Guest User" userId="S::urn:spo:anon#1cbd92e0ec95c795efbda907d79c359cfd8b3f4184ab17c83ce170120cb02303::" providerId="AD" clId="Web-{EDB5C21E-D713-1A05-D72F-F2C91A0D02D2}" dt="2024-09-04T19:33:37.813" v="7071"/>
        <pc:sldMkLst>
          <pc:docMk/>
          <pc:sldMk cId="3186758107" sldId="2462"/>
        </pc:sldMkLst>
        <pc:graphicFrameChg chg="mod modGraphic">
          <ac:chgData name="Guest User" userId="S::urn:spo:anon#1cbd92e0ec95c795efbda907d79c359cfd8b3f4184ab17c83ce170120cb02303::" providerId="AD" clId="Web-{EDB5C21E-D713-1A05-D72F-F2C91A0D02D2}" dt="2024-09-04T19:33:37.813" v="7071"/>
          <ac:graphicFrameMkLst>
            <pc:docMk/>
            <pc:sldMk cId="3186758107" sldId="2462"/>
            <ac:graphicFrameMk id="12" creationId="{74CF6476-D2C3-2348-BEC7-148925E380DF}"/>
          </ac:graphicFrameMkLst>
        </pc:graphicFrameChg>
      </pc:sldChg>
      <pc:sldChg chg="modSp">
        <pc:chgData name="Guest User" userId="S::urn:spo:anon#1cbd92e0ec95c795efbda907d79c359cfd8b3f4184ab17c83ce170120cb02303::" providerId="AD" clId="Web-{EDB5C21E-D713-1A05-D72F-F2C91A0D02D2}" dt="2024-09-04T19:33:13.499" v="7031"/>
        <pc:sldMkLst>
          <pc:docMk/>
          <pc:sldMk cId="3110103477" sldId="2463"/>
        </pc:sldMkLst>
        <pc:graphicFrameChg chg="mod modGraphic">
          <ac:chgData name="Guest User" userId="S::urn:spo:anon#1cbd92e0ec95c795efbda907d79c359cfd8b3f4184ab17c83ce170120cb02303::" providerId="AD" clId="Web-{EDB5C21E-D713-1A05-D72F-F2C91A0D02D2}" dt="2024-09-04T19:33:13.499" v="7031"/>
          <ac:graphicFrameMkLst>
            <pc:docMk/>
            <pc:sldMk cId="3110103477" sldId="2463"/>
            <ac:graphicFrameMk id="12" creationId="{74CF6476-D2C3-2348-BEC7-148925E380DF}"/>
          </ac:graphicFrameMkLst>
        </pc:graphicFrameChg>
      </pc:sldChg>
    </pc:docChg>
  </pc:docChgLst>
  <pc:docChgLst>
    <pc:chgData name="Guest User" userId="S::urn:spo:anon#1cbd92e0ec95c795efbda907d79c359cfd8b3f4184ab17c83ce170120cb02303::" providerId="AD" clId="Web-{92285949-6321-16F1-252D-11B1F9ECB747}"/>
    <pc:docChg chg="modSld">
      <pc:chgData name="Guest User" userId="S::urn:spo:anon#1cbd92e0ec95c795efbda907d79c359cfd8b3f4184ab17c83ce170120cb02303::" providerId="AD" clId="Web-{92285949-6321-16F1-252D-11B1F9ECB747}" dt="2024-09-03T02:57:36.702" v="3"/>
      <pc:docMkLst>
        <pc:docMk/>
      </pc:docMkLst>
      <pc:sldChg chg="modSp">
        <pc:chgData name="Guest User" userId="S::urn:spo:anon#1cbd92e0ec95c795efbda907d79c359cfd8b3f4184ab17c83ce170120cb02303::" providerId="AD" clId="Web-{92285949-6321-16F1-252D-11B1F9ECB747}" dt="2024-09-03T02:57:36.702" v="3"/>
        <pc:sldMkLst>
          <pc:docMk/>
          <pc:sldMk cId="3186758107" sldId="2462"/>
        </pc:sldMkLst>
        <pc:graphicFrameChg chg="mod modGraphic">
          <ac:chgData name="Guest User" userId="S::urn:spo:anon#1cbd92e0ec95c795efbda907d79c359cfd8b3f4184ab17c83ce170120cb02303::" providerId="AD" clId="Web-{92285949-6321-16F1-252D-11B1F9ECB747}" dt="2024-09-03T02:57:36.702" v="3"/>
          <ac:graphicFrameMkLst>
            <pc:docMk/>
            <pc:sldMk cId="3186758107" sldId="2462"/>
            <ac:graphicFrameMk id="12" creationId="{74CF6476-D2C3-2348-BEC7-148925E380DF}"/>
          </ac:graphicFrameMkLst>
        </pc:graphicFrameChg>
      </pc:sldChg>
    </pc:docChg>
  </pc:docChgLst>
  <pc:docChgLst>
    <pc:chgData name="Guest User" userId="S::urn:spo:anon#0613073461391cd36e4dfd44ff96bc68bbee0a3c1e65bba1abed8e3c461747ee::" providerId="AD" clId="Web-{8AD905B7-309D-E595-AEFD-531F8254F4F0}"/>
    <pc:docChg chg="modSld">
      <pc:chgData name="Guest User" userId="S::urn:spo:anon#0613073461391cd36e4dfd44ff96bc68bbee0a3c1e65bba1abed8e3c461747ee::" providerId="AD" clId="Web-{8AD905B7-309D-E595-AEFD-531F8254F4F0}" dt="2024-09-05T03:11:24.024" v="21"/>
      <pc:docMkLst>
        <pc:docMk/>
      </pc:docMkLst>
      <pc:sldChg chg="modSp">
        <pc:chgData name="Guest User" userId="S::urn:spo:anon#0613073461391cd36e4dfd44ff96bc68bbee0a3c1e65bba1abed8e3c461747ee::" providerId="AD" clId="Web-{8AD905B7-309D-E595-AEFD-531F8254F4F0}" dt="2024-09-05T03:10:59.554" v="1"/>
        <pc:sldMkLst>
          <pc:docMk/>
          <pc:sldMk cId="2451837985" sldId="2423"/>
        </pc:sldMkLst>
        <pc:graphicFrameChg chg="mod modGraphic">
          <ac:chgData name="Guest User" userId="S::urn:spo:anon#0613073461391cd36e4dfd44ff96bc68bbee0a3c1e65bba1abed8e3c461747ee::" providerId="AD" clId="Web-{8AD905B7-309D-E595-AEFD-531F8254F4F0}" dt="2024-09-05T03:10:59.554" v="1"/>
          <ac:graphicFrameMkLst>
            <pc:docMk/>
            <pc:sldMk cId="2451837985" sldId="2423"/>
            <ac:graphicFrameMk id="12" creationId="{74CF6476-D2C3-2348-BEC7-148925E380DF}"/>
          </ac:graphicFrameMkLst>
        </pc:graphicFrameChg>
      </pc:sldChg>
      <pc:sldChg chg="modSp">
        <pc:chgData name="Guest User" userId="S::urn:spo:anon#0613073461391cd36e4dfd44ff96bc68bbee0a3c1e65bba1abed8e3c461747ee::" providerId="AD" clId="Web-{8AD905B7-309D-E595-AEFD-531F8254F4F0}" dt="2024-09-05T03:11:24.024" v="21"/>
        <pc:sldMkLst>
          <pc:docMk/>
          <pc:sldMk cId="3186758107" sldId="2462"/>
        </pc:sldMkLst>
        <pc:graphicFrameChg chg="mod modGraphic">
          <ac:chgData name="Guest User" userId="S::urn:spo:anon#0613073461391cd36e4dfd44ff96bc68bbee0a3c1e65bba1abed8e3c461747ee::" providerId="AD" clId="Web-{8AD905B7-309D-E595-AEFD-531F8254F4F0}" dt="2024-09-05T03:11:24.024" v="21"/>
          <ac:graphicFrameMkLst>
            <pc:docMk/>
            <pc:sldMk cId="3186758107" sldId="2462"/>
            <ac:graphicFrameMk id="12" creationId="{74CF6476-D2C3-2348-BEC7-148925E380DF}"/>
          </ac:graphicFrameMkLst>
        </pc:graphicFrameChg>
      </pc:sldChg>
      <pc:sldChg chg="modSp">
        <pc:chgData name="Guest User" userId="S::urn:spo:anon#0613073461391cd36e4dfd44ff96bc68bbee0a3c1e65bba1abed8e3c461747ee::" providerId="AD" clId="Web-{8AD905B7-309D-E595-AEFD-531F8254F4F0}" dt="2024-09-05T03:11:12.195" v="11"/>
        <pc:sldMkLst>
          <pc:docMk/>
          <pc:sldMk cId="3110103477" sldId="2463"/>
        </pc:sldMkLst>
        <pc:graphicFrameChg chg="mod modGraphic">
          <ac:chgData name="Guest User" userId="S::urn:spo:anon#0613073461391cd36e4dfd44ff96bc68bbee0a3c1e65bba1abed8e3c461747ee::" providerId="AD" clId="Web-{8AD905B7-309D-E595-AEFD-531F8254F4F0}" dt="2024-09-05T03:11:12.195" v="11"/>
          <ac:graphicFrameMkLst>
            <pc:docMk/>
            <pc:sldMk cId="3110103477" sldId="246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10/4/24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10/4/24</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650255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a:solidFill>
                  <a:prstClr val="black"/>
                </a:solidFill>
                <a:latin typeface="Arial" panose="020B0604020202020204" pitchFamily="34" charset="0"/>
                <a:ea typeface="Riforma LL" panose="020B0504020101020102" pitchFamily="34" charset="77"/>
                <a:cs typeface="Arial" panose="020B0604020202020204" pitchFamily="34" charset="0"/>
              </a:rPr>
              <a:t>List all activities you perform day to day. Mark with a (+) or (-) next to each activity- does it give or drain energy from you? Based on this analysis, select your top 5 strengths. Assess with % how much each fits your current job responsibilities. Based on the results, see what you can change in your job to utilize your strengths better. </a:t>
            </a:r>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4</a:t>
            </a:fld>
            <a:endParaRPr lang="en-US"/>
          </a:p>
        </p:txBody>
      </p:sp>
    </p:spTree>
    <p:extLst>
      <p:ext uri="{BB962C8B-B14F-4D97-AF65-F5344CB8AC3E}">
        <p14:creationId xmlns:p14="http://schemas.microsoft.com/office/powerpoint/2010/main" val="67469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77"/>
                <a:cs typeface="Arial" panose="020B0604020202020204" pitchFamily="34" charset="0"/>
              </a:rPr>
              <a:t>Answer the guiding questions to help you identify core 5 personal values. Describe what they mean to you and how you live them every day. What are the behaviors that you associate with these values? Are you making compromises with them in certain situations? Are they the guiding mechanism for the things you do and the decisions you make?</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47699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81018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3667045"/>
              </p:ext>
            </p:extLst>
          </p:nvPr>
        </p:nvGraphicFramePr>
        <p:xfrm>
          <a:off x="243567" y="810402"/>
          <a:ext cx="9735320" cy="6573419"/>
        </p:xfrm>
        <a:graphic>
          <a:graphicData uri="http://schemas.openxmlformats.org/drawingml/2006/table">
            <a:tbl>
              <a:tblPr firstRow="1" bandRow="1">
                <a:tableStyleId>{2D5ABB26-0587-4C30-8999-92F81FD0307C}</a:tableStyleId>
              </a:tblPr>
              <a:tblGrid>
                <a:gridCol w="2040530">
                  <a:extLst>
                    <a:ext uri="{9D8B030D-6E8A-4147-A177-3AD203B41FA5}">
                      <a16:colId xmlns:a16="http://schemas.microsoft.com/office/drawing/2014/main" val="3308902235"/>
                    </a:ext>
                  </a:extLst>
                </a:gridCol>
                <a:gridCol w="7694790">
                  <a:extLst>
                    <a:ext uri="{9D8B030D-6E8A-4147-A177-3AD203B41FA5}">
                      <a16:colId xmlns:a16="http://schemas.microsoft.com/office/drawing/2014/main" val="3313590318"/>
                    </a:ext>
                  </a:extLst>
                </a:gridCol>
              </a:tblGrid>
              <a:tr h="61002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Arial"/>
                          <a:ea typeface="Riforma LL" panose="020B0504020101020102" pitchFamily="34" charset="77"/>
                          <a:cs typeface="Arial"/>
                        </a:rPr>
                        <a:t>You at your 80</a:t>
                      </a:r>
                      <a:r>
                        <a:rPr lang="en-US" sz="1600" b="0" i="0" baseline="30000" dirty="0">
                          <a:solidFill>
                            <a:schemeClr val="bg1"/>
                          </a:solidFill>
                          <a:latin typeface="Arial"/>
                          <a:ea typeface="Riforma LL" panose="020B0504020101020102" pitchFamily="34" charset="77"/>
                          <a:cs typeface="Arial"/>
                        </a:rPr>
                        <a:t>th</a:t>
                      </a:r>
                      <a:r>
                        <a:rPr lang="en-US" sz="1600" b="0" i="0" dirty="0">
                          <a:solidFill>
                            <a:schemeClr val="bg1"/>
                          </a:solidFill>
                          <a:latin typeface="Arial"/>
                          <a:ea typeface="Riforma LL" panose="020B0504020101020102" pitchFamily="34" charset="77"/>
                          <a:cs typeface="Arial"/>
                        </a:rPr>
                        <a:t>  Birthday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596339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Who is there? What do your friends and family say about you? What do you value the most? What do you regret, and what do you wish you had accomplished?</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a:lnSpc>
                          <a:spcPct val="100000"/>
                        </a:lnSpc>
                        <a:spcBef>
                          <a:spcPts val="0"/>
                        </a:spcBef>
                        <a:spcAft>
                          <a:spcPts val="0"/>
                        </a:spcAft>
                        <a:buNone/>
                      </a:pPr>
                      <a:endParaRPr lang="en-US" sz="1200" b="1" i="0" u="none" strike="noStrike" noProof="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bl>
          </a:graphicData>
        </a:graphic>
      </p:graphicFrame>
      <p:pic>
        <p:nvPicPr>
          <p:cNvPr id="2" name="Picture 1">
            <a:extLst>
              <a:ext uri="{FF2B5EF4-FFF2-40B4-BE49-F238E27FC236}">
                <a16:creationId xmlns:a16="http://schemas.microsoft.com/office/drawing/2014/main" id="{D2C843EC-3CEC-6242-152C-BAB0201B35C2}"/>
              </a:ext>
            </a:extLst>
          </p:cNvPr>
          <p:cNvPicPr>
            <a:picLocks noChangeAspect="1"/>
          </p:cNvPicPr>
          <p:nvPr/>
        </p:nvPicPr>
        <p:blipFill>
          <a:blip r:embed="rId3"/>
          <a:stretch>
            <a:fillRect/>
          </a:stretch>
        </p:blipFill>
        <p:spPr>
          <a:xfrm>
            <a:off x="0" y="-132522"/>
            <a:ext cx="9415382" cy="942924"/>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4233391173"/>
              </p:ext>
            </p:extLst>
          </p:nvPr>
        </p:nvGraphicFramePr>
        <p:xfrm>
          <a:off x="276084" y="729011"/>
          <a:ext cx="9649794" cy="6659663"/>
        </p:xfrm>
        <a:graphic>
          <a:graphicData uri="http://schemas.openxmlformats.org/drawingml/2006/table">
            <a:tbl>
              <a:tblPr firstRow="1" bandRow="1">
                <a:tableStyleId>{2D5ABB26-0587-4C30-8999-92F81FD0307C}</a:tableStyleId>
              </a:tblPr>
              <a:tblGrid>
                <a:gridCol w="2199804">
                  <a:extLst>
                    <a:ext uri="{9D8B030D-6E8A-4147-A177-3AD203B41FA5}">
                      <a16:colId xmlns:a16="http://schemas.microsoft.com/office/drawing/2014/main" val="3308902235"/>
                    </a:ext>
                  </a:extLst>
                </a:gridCol>
                <a:gridCol w="7449990">
                  <a:extLst>
                    <a:ext uri="{9D8B030D-6E8A-4147-A177-3AD203B41FA5}">
                      <a16:colId xmlns:a16="http://schemas.microsoft.com/office/drawing/2014/main" val="3313590318"/>
                    </a:ext>
                  </a:extLst>
                </a:gridCol>
              </a:tblGrid>
              <a:tr h="372399">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77"/>
                          <a:cs typeface="Arial"/>
                        </a:rPr>
                        <a:t>GUIDING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2289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What do you love?</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n-US" sz="1200" b="0" i="0" u="none" strike="noStrike" noProof="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12289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What are you good at?</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latinLnBrk="0" hangingPunct="1">
                        <a:lnSpc>
                          <a:spcPct val="100000"/>
                        </a:lnSpc>
                        <a:spcBef>
                          <a:spcPts val="0"/>
                        </a:spcBef>
                        <a:spcAft>
                          <a:spcPts val="0"/>
                        </a:spcAft>
                        <a:buNone/>
                      </a:pPr>
                      <a:endParaRPr lang="en-US" sz="1200" b="0" i="0" u="none" strike="noStrike" kern="1200" noProof="0" dirty="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5863688"/>
                  </a:ext>
                </a:extLst>
              </a:tr>
              <a:tr h="136674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What can I give to the world?</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pPr>
                      <a:endParaRPr lang="en-US" sz="1200" b="0" i="0" u="none" strike="noStrike" kern="1200" noProof="0" dirty="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5844164"/>
                  </a:ext>
                </a:extLst>
              </a:tr>
              <a:tr h="12289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What can I be paid for?</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pPr>
                      <a:endParaRPr lang="en-US" sz="1200" b="0" i="0" u="none" strike="noStrike" kern="1200" noProof="0" dirty="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377547"/>
                  </a:ext>
                </a:extLst>
              </a:tr>
              <a:tr h="12289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WHO/WHAT are you inspired by and WHY?</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endParaRPr lang="en-US" sz="1200" b="0" i="0" u="none" strike="noStrike" noProof="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5437399"/>
                  </a:ext>
                </a:extLst>
              </a:tr>
            </a:tbl>
          </a:graphicData>
        </a:graphic>
      </p:graphicFrame>
      <p:pic>
        <p:nvPicPr>
          <p:cNvPr id="4" name="Picture 3">
            <a:extLst>
              <a:ext uri="{FF2B5EF4-FFF2-40B4-BE49-F238E27FC236}">
                <a16:creationId xmlns:a16="http://schemas.microsoft.com/office/drawing/2014/main" id="{A2A00537-AA65-E6C4-9AE7-760022CF176F}"/>
              </a:ext>
            </a:extLst>
          </p:cNvPr>
          <p:cNvPicPr>
            <a:picLocks noChangeAspect="1"/>
          </p:cNvPicPr>
          <p:nvPr/>
        </p:nvPicPr>
        <p:blipFill>
          <a:blip r:embed="rId3"/>
          <a:stretch>
            <a:fillRect/>
          </a:stretch>
        </p:blipFill>
        <p:spPr>
          <a:xfrm>
            <a:off x="0" y="-132522"/>
            <a:ext cx="9415382" cy="942924"/>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928013477"/>
              </p:ext>
            </p:extLst>
          </p:nvPr>
        </p:nvGraphicFramePr>
        <p:xfrm>
          <a:off x="279036" y="728389"/>
          <a:ext cx="9676298" cy="6622003"/>
        </p:xfrm>
        <a:graphic>
          <a:graphicData uri="http://schemas.openxmlformats.org/drawingml/2006/table">
            <a:tbl>
              <a:tblPr firstRow="1" bandRow="1">
                <a:tableStyleId>{2D5ABB26-0587-4C30-8999-92F81FD0307C}</a:tableStyleId>
              </a:tblPr>
              <a:tblGrid>
                <a:gridCol w="2192729">
                  <a:extLst>
                    <a:ext uri="{9D8B030D-6E8A-4147-A177-3AD203B41FA5}">
                      <a16:colId xmlns:a16="http://schemas.microsoft.com/office/drawing/2014/main" val="3308902235"/>
                    </a:ext>
                  </a:extLst>
                </a:gridCol>
                <a:gridCol w="7483569">
                  <a:extLst>
                    <a:ext uri="{9D8B030D-6E8A-4147-A177-3AD203B41FA5}">
                      <a16:colId xmlns:a16="http://schemas.microsoft.com/office/drawing/2014/main" val="3313590318"/>
                    </a:ext>
                  </a:extLst>
                </a:gridCol>
              </a:tblGrid>
              <a:tr h="397423">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77"/>
                          <a:cs typeface="Arial"/>
                        </a:rPr>
                        <a:t>GUIDING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5465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WHEN have you felt you were at your best, most passionate, and alive?</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endParaRPr lang="en-US" sz="1200" b="0" i="0" u="none" strike="noStrike" noProof="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64614"/>
                  </a:ext>
                </a:extLst>
              </a:tr>
              <a:tr h="15465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WHAT do you like about yourself?</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1200" b="0" i="0" u="none" strike="noStrike" kern="1200" noProof="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6318629"/>
                  </a:ext>
                </a:extLst>
              </a:tr>
              <a:tr h="15465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WHAT hardships have you overcome? WHAT mistakes have you learned from?</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endParaRPr lang="en-US" sz="1200" b="0" i="0" u="none" strike="noStrike" noProof="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8608255"/>
                  </a:ext>
                </a:extLst>
              </a:tr>
              <a:tr h="15465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latin typeface="Arial"/>
                          <a:ea typeface="Riforma LL" panose="020B0504020101020102" pitchFamily="34" charset="77"/>
                          <a:cs typeface="Arial"/>
                        </a:rPr>
                        <a:t>My reason to get up in the morning? </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1" i="0" dirty="0">
                          <a:latin typeface="Arial"/>
                          <a:ea typeface="Riforma LL" panose="020B0504020101020102" pitchFamily="34" charset="77"/>
                          <a:cs typeface="Arial"/>
                        </a:rPr>
                        <a:t>(My Dream)</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a:lnSpc>
                          <a:spcPct val="100000"/>
                        </a:lnSpc>
                        <a:spcBef>
                          <a:spcPts val="0"/>
                        </a:spcBef>
                        <a:spcAft>
                          <a:spcPts val="0"/>
                        </a:spcAft>
                        <a:buNone/>
                      </a:pPr>
                      <a:endParaRPr lang="en-US" sz="1200" b="0" i="0" u="none" strike="noStrike" noProof="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2976991972"/>
                  </a:ext>
                </a:extLst>
              </a:tr>
            </a:tbl>
          </a:graphicData>
        </a:graphic>
      </p:graphicFrame>
      <p:pic>
        <p:nvPicPr>
          <p:cNvPr id="4" name="Picture 3">
            <a:extLst>
              <a:ext uri="{FF2B5EF4-FFF2-40B4-BE49-F238E27FC236}">
                <a16:creationId xmlns:a16="http://schemas.microsoft.com/office/drawing/2014/main" id="{6F5261B6-A53B-8334-F8C6-BAFE54250AF3}"/>
              </a:ext>
            </a:extLst>
          </p:cNvPr>
          <p:cNvPicPr>
            <a:picLocks noChangeAspect="1"/>
          </p:cNvPicPr>
          <p:nvPr/>
        </p:nvPicPr>
        <p:blipFill>
          <a:blip r:embed="rId3"/>
          <a:stretch>
            <a:fillRect/>
          </a:stretch>
        </p:blipFill>
        <p:spPr>
          <a:xfrm>
            <a:off x="0" y="-132522"/>
            <a:ext cx="9415382" cy="942924"/>
          </a:xfrm>
          <a:prstGeom prst="rect">
            <a:avLst/>
          </a:prstGeom>
        </p:spPr>
      </p:pic>
    </p:spTree>
    <p:extLst>
      <p:ext uri="{BB962C8B-B14F-4D97-AF65-F5344CB8AC3E}">
        <p14:creationId xmlns:p14="http://schemas.microsoft.com/office/powerpoint/2010/main" val="318675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A3B314C-87CA-5D44-87F3-7F15730BF94F}"/>
              </a:ext>
            </a:extLst>
          </p:cNvPr>
          <p:cNvGraphicFramePr>
            <a:graphicFrameLocks noGrp="1"/>
          </p:cNvGraphicFramePr>
          <p:nvPr/>
        </p:nvGraphicFramePr>
        <p:xfrm>
          <a:off x="162771" y="728389"/>
          <a:ext cx="3458241" cy="6575492"/>
        </p:xfrm>
        <a:graphic>
          <a:graphicData uri="http://schemas.openxmlformats.org/drawingml/2006/table">
            <a:tbl>
              <a:tblPr>
                <a:tableStyleId>{F5AB1C69-6EDB-4FF4-983F-18BD219EF322}</a:tableStyleId>
              </a:tblPr>
              <a:tblGrid>
                <a:gridCol w="2870858">
                  <a:extLst>
                    <a:ext uri="{9D8B030D-6E8A-4147-A177-3AD203B41FA5}">
                      <a16:colId xmlns:a16="http://schemas.microsoft.com/office/drawing/2014/main" val="2283365220"/>
                    </a:ext>
                  </a:extLst>
                </a:gridCol>
                <a:gridCol w="587383">
                  <a:extLst>
                    <a:ext uri="{9D8B030D-6E8A-4147-A177-3AD203B41FA5}">
                      <a16:colId xmlns:a16="http://schemas.microsoft.com/office/drawing/2014/main" val="2268313163"/>
                    </a:ext>
                  </a:extLst>
                </a:gridCol>
              </a:tblGrid>
              <a:tr h="298886">
                <a:tc>
                  <a:txBody>
                    <a:bodyPr/>
                    <a:lstStyle/>
                    <a:p>
                      <a:r>
                        <a:rPr lang="en-US" sz="1400" b="0" i="0">
                          <a:solidFill>
                            <a:schemeClr val="bg1"/>
                          </a:solidFill>
                          <a:effectLst/>
                          <a:latin typeface="Arial" panose="020B0604020202020204" pitchFamily="34" charset="0"/>
                        </a:rPr>
                        <a:t>My activities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98886">
                <a:tc>
                  <a:txBody>
                    <a:bodyPr/>
                    <a:lstStyle/>
                    <a:p>
                      <a:pPr lvl="0">
                        <a:buNone/>
                      </a:pPr>
                      <a:endParaRPr lang="en-US" sz="1200" b="0" i="0" kern="1200" noProof="0">
                        <a:solidFill>
                          <a:schemeClr val="dk1"/>
                        </a:solidFill>
                        <a:effectLst/>
                        <a:latin typeface="Arial"/>
                        <a:ea typeface="+mn-ea"/>
                        <a:cs typeface="+mn-cs"/>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r h="298886">
                <a:tc>
                  <a:txBody>
                    <a:bodyPr/>
                    <a:lstStyle/>
                    <a:p>
                      <a:pPr lvl="0" algn="l">
                        <a:lnSpc>
                          <a:spcPct val="100000"/>
                        </a:lnSpc>
                        <a:spcBef>
                          <a:spcPts val="0"/>
                        </a:spcBef>
                        <a:spcAft>
                          <a:spcPts val="0"/>
                        </a:spcAft>
                        <a:buNone/>
                      </a:pPr>
                      <a:endParaRPr lang="en-US" sz="1200" b="0" i="0" kern="1200" noProof="0">
                        <a:solidFill>
                          <a:schemeClr val="dk1"/>
                        </a:solidFill>
                        <a:effectLst/>
                        <a:latin typeface="Arial"/>
                        <a:ea typeface="+mn-ea"/>
                        <a:cs typeface="+mn-cs"/>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9399555"/>
                  </a:ext>
                </a:extLst>
              </a:tr>
              <a:tr h="298886">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3816231"/>
                  </a:ext>
                </a:extLst>
              </a:tr>
              <a:tr h="298886">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5975148"/>
                  </a:ext>
                </a:extLst>
              </a:tr>
              <a:tr h="298886">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9729189"/>
                  </a:ext>
                </a:extLst>
              </a:tr>
              <a:tr h="298886">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4165823"/>
                  </a:ext>
                </a:extLst>
              </a:tr>
              <a:tr h="298886">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6939805"/>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7958973"/>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5283633"/>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1359982"/>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5584024"/>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052932"/>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1261273"/>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665980"/>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1312939"/>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0794561"/>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5974361"/>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8755757"/>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2328121"/>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562146"/>
                  </a:ext>
                </a:extLst>
              </a:tr>
              <a:tr h="298886">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4934975"/>
                  </a:ext>
                </a:extLst>
              </a:tr>
            </a:tbl>
          </a:graphicData>
        </a:graphic>
      </p:graphicFrame>
      <p:graphicFrame>
        <p:nvGraphicFramePr>
          <p:cNvPr id="9" name="Table 8">
            <a:extLst>
              <a:ext uri="{FF2B5EF4-FFF2-40B4-BE49-F238E27FC236}">
                <a16:creationId xmlns:a16="http://schemas.microsoft.com/office/drawing/2014/main" id="{4456E3E1-07FE-5246-8299-A8F2CD7A2FA2}"/>
              </a:ext>
            </a:extLst>
          </p:cNvPr>
          <p:cNvGraphicFramePr>
            <a:graphicFrameLocks noGrp="1"/>
          </p:cNvGraphicFramePr>
          <p:nvPr/>
        </p:nvGraphicFramePr>
        <p:xfrm>
          <a:off x="3723861" y="731478"/>
          <a:ext cx="2915478" cy="6575490"/>
        </p:xfrm>
        <a:graphic>
          <a:graphicData uri="http://schemas.openxmlformats.org/drawingml/2006/table">
            <a:tbl>
              <a:tblPr>
                <a:tableStyleId>{F5AB1C69-6EDB-4FF4-983F-18BD219EF322}</a:tableStyleId>
              </a:tblPr>
              <a:tblGrid>
                <a:gridCol w="2075560">
                  <a:extLst>
                    <a:ext uri="{9D8B030D-6E8A-4147-A177-3AD203B41FA5}">
                      <a16:colId xmlns:a16="http://schemas.microsoft.com/office/drawing/2014/main" val="2283365220"/>
                    </a:ext>
                  </a:extLst>
                </a:gridCol>
                <a:gridCol w="839918">
                  <a:extLst>
                    <a:ext uri="{9D8B030D-6E8A-4147-A177-3AD203B41FA5}">
                      <a16:colId xmlns:a16="http://schemas.microsoft.com/office/drawing/2014/main" val="2268313163"/>
                    </a:ext>
                  </a:extLst>
                </a:gridCol>
              </a:tblGrid>
              <a:tr h="3870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My strengths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1">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Fit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751246622"/>
                  </a:ext>
                </a:extLst>
              </a:tr>
              <a:tr h="1237698">
                <a:tc>
                  <a:txBody>
                    <a:bodyPr/>
                    <a:lstStyle/>
                    <a:p>
                      <a:pPr lvl="0">
                        <a:buNone/>
                      </a:pPr>
                      <a:endParaRPr lang="en-US" sz="1400" b="0" i="0" u="none" strike="noStrike" noProof="0">
                        <a:effectLst/>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defTabSz="913760">
                        <a:buNone/>
                        <a:tabLst/>
                        <a:defRPr/>
                      </a:pPr>
                      <a:endParaRPr lang="en-US" sz="1400" b="0" i="0">
                        <a:effectLst/>
                        <a:latin typeface="Arial"/>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2084447"/>
                  </a:ext>
                </a:extLst>
              </a:tr>
              <a:tr h="1237698">
                <a:tc>
                  <a:txBody>
                    <a:bodyPr/>
                    <a:lstStyle/>
                    <a:p>
                      <a:pPr lvl="0">
                        <a:buNone/>
                      </a:pPr>
                      <a:endParaRPr lang="en-US" sz="1400" b="0" i="0" u="none" strike="noStrike" noProof="0">
                        <a:effectLst/>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defTabSz="913760">
                        <a:buNone/>
                        <a:tabLst/>
                        <a:defRPr/>
                      </a:pPr>
                      <a:endParaRPr lang="en-US" sz="1400" b="0" i="0">
                        <a:effectLst/>
                        <a:latin typeface="Arial"/>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916292218"/>
                  </a:ext>
                </a:extLst>
              </a:tr>
              <a:tr h="1237698">
                <a:tc>
                  <a:txBody>
                    <a:bodyPr/>
                    <a:lstStyle/>
                    <a:p>
                      <a:pPr lvl="0">
                        <a:buNone/>
                      </a:pPr>
                      <a:endParaRPr lang="en-US" sz="1400" b="0" i="0" u="none" strike="noStrike" noProof="0">
                        <a:effectLst/>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defTabSz="913760">
                        <a:buNone/>
                        <a:tabLst/>
                        <a:defRPr/>
                      </a:pPr>
                      <a:endParaRPr lang="en-US" sz="1400" b="0" i="0">
                        <a:effectLst/>
                        <a:latin typeface="Arial"/>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959399555"/>
                  </a:ext>
                </a:extLst>
              </a:tr>
              <a:tr h="1237698">
                <a:tc>
                  <a:txBody>
                    <a:bodyPr/>
                    <a:lstStyle/>
                    <a:p>
                      <a:pPr lvl="0">
                        <a:buNone/>
                      </a:pPr>
                      <a:endParaRPr lang="en-US" sz="1400" b="0" i="0" u="none" strike="noStrike" noProof="0">
                        <a:effectLst/>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defTabSz="913760">
                        <a:buNone/>
                        <a:tabLst/>
                        <a:defRPr/>
                      </a:pPr>
                      <a:endParaRPr lang="en-US" sz="1400" b="0" i="0">
                        <a:effectLst/>
                        <a:latin typeface="Arial"/>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583816231"/>
                  </a:ext>
                </a:extLst>
              </a:tr>
              <a:tr h="1237698">
                <a:tc>
                  <a:txBody>
                    <a:bodyPr/>
                    <a:lstStyle/>
                    <a:p>
                      <a:pPr lvl="0">
                        <a:buNone/>
                      </a:pPr>
                      <a:endParaRPr lang="en-US" sz="1400" b="0" i="0" u="none" strike="noStrike" noProof="0">
                        <a:effectLst/>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defTabSz="913760">
                        <a:buNone/>
                        <a:tabLst/>
                        <a:defRPr/>
                      </a:pPr>
                      <a:endParaRPr lang="en-US" sz="1400" b="0" i="0">
                        <a:effectLst/>
                        <a:latin typeface="Arial"/>
                        <a:sym typeface="PF Square Sans Pro"/>
                      </a:endParaRPr>
                    </a:p>
                  </a:txBody>
                  <a:tcPr marL="84192" marR="84192" marT="42097" marB="42097"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905975148"/>
                  </a:ext>
                </a:extLst>
              </a:tr>
            </a:tbl>
          </a:graphicData>
        </a:graphic>
      </p:graphicFrame>
      <p:graphicFrame>
        <p:nvGraphicFramePr>
          <p:cNvPr id="12" name="Table 11">
            <a:extLst>
              <a:ext uri="{FF2B5EF4-FFF2-40B4-BE49-F238E27FC236}">
                <a16:creationId xmlns:a16="http://schemas.microsoft.com/office/drawing/2014/main" id="{7D24807B-655D-0A41-9327-EECE929DDCFB}"/>
              </a:ext>
            </a:extLst>
          </p:cNvPr>
          <p:cNvGraphicFramePr>
            <a:graphicFrameLocks noGrp="1"/>
          </p:cNvGraphicFramePr>
          <p:nvPr/>
        </p:nvGraphicFramePr>
        <p:xfrm>
          <a:off x="6728476" y="731479"/>
          <a:ext cx="3151901" cy="2066379"/>
        </p:xfrm>
        <a:graphic>
          <a:graphicData uri="http://schemas.openxmlformats.org/drawingml/2006/table">
            <a:tbl>
              <a:tblPr>
                <a:tableStyleId>{F5AB1C69-6EDB-4FF4-983F-18BD219EF322}</a:tableStyleId>
              </a:tblPr>
              <a:tblGrid>
                <a:gridCol w="3151901">
                  <a:extLst>
                    <a:ext uri="{9D8B030D-6E8A-4147-A177-3AD203B41FA5}">
                      <a16:colId xmlns:a16="http://schemas.microsoft.com/office/drawing/2014/main" val="2283365220"/>
                    </a:ext>
                  </a:extLst>
                </a:gridCol>
              </a:tblGrid>
              <a:tr h="39777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Do more of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1916292218"/>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1959399555"/>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583816231"/>
                  </a:ext>
                </a:extLst>
              </a:tr>
            </a:tbl>
          </a:graphicData>
        </a:graphic>
      </p:graphicFrame>
      <p:graphicFrame>
        <p:nvGraphicFramePr>
          <p:cNvPr id="14" name="Table 13">
            <a:extLst>
              <a:ext uri="{FF2B5EF4-FFF2-40B4-BE49-F238E27FC236}">
                <a16:creationId xmlns:a16="http://schemas.microsoft.com/office/drawing/2014/main" id="{A64DBFE7-2684-3C40-82B9-51E8548D8440}"/>
              </a:ext>
            </a:extLst>
          </p:cNvPr>
          <p:cNvGraphicFramePr>
            <a:graphicFrameLocks noGrp="1"/>
          </p:cNvGraphicFramePr>
          <p:nvPr/>
        </p:nvGraphicFramePr>
        <p:xfrm>
          <a:off x="6728475" y="2949125"/>
          <a:ext cx="3151901" cy="2084623"/>
        </p:xfrm>
        <a:graphic>
          <a:graphicData uri="http://schemas.openxmlformats.org/drawingml/2006/table">
            <a:tbl>
              <a:tblPr>
                <a:tableStyleId>{F5AB1C69-6EDB-4FF4-983F-18BD219EF322}</a:tableStyleId>
              </a:tblPr>
              <a:tblGrid>
                <a:gridCol w="3151901">
                  <a:extLst>
                    <a:ext uri="{9D8B030D-6E8A-4147-A177-3AD203B41FA5}">
                      <a16:colId xmlns:a16="http://schemas.microsoft.com/office/drawing/2014/main" val="2283365220"/>
                    </a:ext>
                  </a:extLst>
                </a:gridCol>
              </a:tblGrid>
              <a:tr h="41602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Do less of/stop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1916292218"/>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1959399555"/>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583816231"/>
                  </a:ext>
                </a:extLst>
              </a:tr>
            </a:tbl>
          </a:graphicData>
        </a:graphic>
      </p:graphicFrame>
      <p:graphicFrame>
        <p:nvGraphicFramePr>
          <p:cNvPr id="16" name="Table 15">
            <a:extLst>
              <a:ext uri="{FF2B5EF4-FFF2-40B4-BE49-F238E27FC236}">
                <a16:creationId xmlns:a16="http://schemas.microsoft.com/office/drawing/2014/main" id="{4BF4CB0A-2607-CE40-B436-604F47E7C683}"/>
              </a:ext>
            </a:extLst>
          </p:cNvPr>
          <p:cNvGraphicFramePr>
            <a:graphicFrameLocks noGrp="1"/>
          </p:cNvGraphicFramePr>
          <p:nvPr/>
        </p:nvGraphicFramePr>
        <p:xfrm>
          <a:off x="6748215" y="5170245"/>
          <a:ext cx="3151901" cy="2091946"/>
        </p:xfrm>
        <a:graphic>
          <a:graphicData uri="http://schemas.openxmlformats.org/drawingml/2006/table">
            <a:tbl>
              <a:tblPr>
                <a:tableStyleId>{F5AB1C69-6EDB-4FF4-983F-18BD219EF322}</a:tableStyleId>
              </a:tblPr>
              <a:tblGrid>
                <a:gridCol w="3151901">
                  <a:extLst>
                    <a:ext uri="{9D8B030D-6E8A-4147-A177-3AD203B41FA5}">
                      <a16:colId xmlns:a16="http://schemas.microsoft.com/office/drawing/2014/main" val="2283365220"/>
                    </a:ext>
                  </a:extLst>
                </a:gridCol>
              </a:tblGrid>
              <a:tr h="42334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Start to</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1916292218"/>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1959399555"/>
                  </a:ext>
                </a:extLst>
              </a:tr>
              <a:tr h="556201">
                <a:tc>
                  <a:txBody>
                    <a:bodyPr/>
                    <a:lstStyle/>
                    <a:p>
                      <a:endParaRPr lang="en-US" sz="1200" b="0" i="0">
                        <a:effectLst/>
                        <a:latin typeface="Arial"/>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extLst>
                  <a:ext uri="{0D108BD9-81ED-4DB2-BD59-A6C34878D82A}">
                    <a16:rowId xmlns:a16="http://schemas.microsoft.com/office/drawing/2014/main" val="583816231"/>
                  </a:ext>
                </a:extLst>
              </a:tr>
            </a:tbl>
          </a:graphicData>
        </a:graphic>
      </p:graphicFrame>
      <p:pic>
        <p:nvPicPr>
          <p:cNvPr id="2" name="Picture 1">
            <a:extLst>
              <a:ext uri="{FF2B5EF4-FFF2-40B4-BE49-F238E27FC236}">
                <a16:creationId xmlns:a16="http://schemas.microsoft.com/office/drawing/2014/main" id="{CBF9719B-2A0F-CA10-433E-C4B352C3299B}"/>
              </a:ext>
            </a:extLst>
          </p:cNvPr>
          <p:cNvPicPr>
            <a:picLocks noChangeAspect="1"/>
          </p:cNvPicPr>
          <p:nvPr/>
        </p:nvPicPr>
        <p:blipFill>
          <a:blip r:embed="rId3"/>
          <a:stretch>
            <a:fillRect/>
          </a:stretch>
        </p:blipFill>
        <p:spPr>
          <a:xfrm>
            <a:off x="0" y="-66261"/>
            <a:ext cx="9369716" cy="824243"/>
          </a:xfrm>
          <a:prstGeom prst="rect">
            <a:avLst/>
          </a:prstGeom>
        </p:spPr>
      </p:pic>
    </p:spTree>
    <p:extLst>
      <p:ext uri="{BB962C8B-B14F-4D97-AF65-F5344CB8AC3E}">
        <p14:creationId xmlns:p14="http://schemas.microsoft.com/office/powerpoint/2010/main" val="722005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D641D71-6162-3CD3-52E5-86F637125C5D}"/>
              </a:ext>
            </a:extLst>
          </p:cNvPr>
          <p:cNvGraphicFramePr>
            <a:graphicFrameLocks noGrp="1"/>
          </p:cNvGraphicFramePr>
          <p:nvPr/>
        </p:nvGraphicFramePr>
        <p:xfrm>
          <a:off x="243567" y="689371"/>
          <a:ext cx="9655806" cy="2875460"/>
        </p:xfrm>
        <a:graphic>
          <a:graphicData uri="http://schemas.openxmlformats.org/drawingml/2006/table">
            <a:tbl>
              <a:tblPr firstRow="1" bandRow="1">
                <a:tableStyleId>{2D5ABB26-0587-4C30-8999-92F81FD0307C}</a:tableStyleId>
              </a:tblPr>
              <a:tblGrid>
                <a:gridCol w="4823964">
                  <a:extLst>
                    <a:ext uri="{9D8B030D-6E8A-4147-A177-3AD203B41FA5}">
                      <a16:colId xmlns:a16="http://schemas.microsoft.com/office/drawing/2014/main" val="3308902235"/>
                    </a:ext>
                  </a:extLst>
                </a:gridCol>
                <a:gridCol w="4831842">
                  <a:extLst>
                    <a:ext uri="{9D8B030D-6E8A-4147-A177-3AD203B41FA5}">
                      <a16:colId xmlns:a16="http://schemas.microsoft.com/office/drawing/2014/main" val="3313590318"/>
                    </a:ext>
                  </a:extLst>
                </a:gridCol>
              </a:tblGrid>
              <a:tr h="398554">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Guiding questions: to reflect and help discover personal values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85956">
                <a:tc>
                  <a:txBody>
                    <a:bodyPr/>
                    <a:lstStyle/>
                    <a:p>
                      <a:pPr lvl="0">
                        <a:buNone/>
                      </a:pPr>
                      <a:r>
                        <a:rPr lang="en-US" sz="1200" b="0" i="0" kern="1200" dirty="0">
                          <a:solidFill>
                            <a:schemeClr val="tx1"/>
                          </a:solidFill>
                          <a:latin typeface="Arial"/>
                          <a:ea typeface="+mn-ea"/>
                          <a:cs typeface="Arial"/>
                        </a:rPr>
                        <a:t>How do you spend your time?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tc>
                  <a:txBody>
                    <a:bodyPr/>
                    <a:lstStyle/>
                    <a:p>
                      <a:pPr lvl="0">
                        <a:buNone/>
                      </a:pPr>
                      <a:endParaRPr lang="en-US" sz="1200" b="0" i="0" u="none" strike="noStrike" kern="1200" noProof="0" dirty="0">
                        <a:solidFill>
                          <a:schemeClr val="tx1"/>
                        </a:solidFill>
                        <a:effectLst/>
                        <a:latin typeface="+mn-lt"/>
                        <a:ea typeface="+mn-ea"/>
                        <a:cs typeface="+mn-cs"/>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extLst>
                  <a:ext uri="{0D108BD9-81ED-4DB2-BD59-A6C34878D82A}">
                    <a16:rowId xmlns:a16="http://schemas.microsoft.com/office/drawing/2014/main" val="514847072"/>
                  </a:ext>
                </a:extLst>
              </a:tr>
              <a:tr h="483592">
                <a:tc>
                  <a:txBody>
                    <a:bodyPr/>
                    <a:lstStyle/>
                    <a:p>
                      <a:pPr lvl="0">
                        <a:buNone/>
                      </a:pPr>
                      <a:r>
                        <a:rPr lang="en-US" sz="1200" b="0" i="0" kern="1200" dirty="0">
                          <a:solidFill>
                            <a:schemeClr val="tx1"/>
                          </a:solidFill>
                          <a:latin typeface="Arial"/>
                          <a:cs typeface="Arial"/>
                        </a:rPr>
                        <a:t>What do you most often talk to yourself about?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tc>
                  <a:txBody>
                    <a:bodyPr/>
                    <a:lstStyle/>
                    <a:p>
                      <a:pPr lvl="0">
                        <a:buNone/>
                      </a:pPr>
                      <a:endParaRPr lang="en-US" sz="1200" b="0" i="0" u="none" strike="noStrike" noProof="0" dirty="0">
                        <a:effectLs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extLst>
                  <a:ext uri="{0D108BD9-81ED-4DB2-BD59-A6C34878D82A}">
                    <a16:rowId xmlns:a16="http://schemas.microsoft.com/office/drawing/2014/main" val="1961459937"/>
                  </a:ext>
                </a:extLst>
              </a:tr>
              <a:tr h="495534">
                <a:tc>
                  <a:txBody>
                    <a:bodyPr/>
                    <a:lstStyle/>
                    <a:p>
                      <a:pPr lvl="0">
                        <a:buNone/>
                      </a:pPr>
                      <a:r>
                        <a:rPr lang="en-US" sz="1200" b="0" i="0" kern="1200" dirty="0">
                          <a:solidFill>
                            <a:schemeClr val="tx1"/>
                          </a:solidFill>
                          <a:latin typeface="Arial"/>
                          <a:cs typeface="Arial"/>
                        </a:rPr>
                        <a:t>What do you most often talk to others about?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tc>
                  <a:txBody>
                    <a:bodyPr/>
                    <a:lstStyle/>
                    <a:p>
                      <a:pPr lvl="0">
                        <a:buNone/>
                      </a:pPr>
                      <a:endParaRPr lang="en-US" sz="1200" b="0" i="0" u="none" strike="noStrike" noProof="0" dirty="0">
                        <a:effectLs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noFill/>
                  </a:tcPr>
                </a:tc>
                <a:extLst>
                  <a:ext uri="{0D108BD9-81ED-4DB2-BD59-A6C34878D82A}">
                    <a16:rowId xmlns:a16="http://schemas.microsoft.com/office/drawing/2014/main" val="1318749878"/>
                  </a:ext>
                </a:extLst>
              </a:tr>
              <a:tr h="498412">
                <a:tc>
                  <a:txBody>
                    <a:bodyPr/>
                    <a:lstStyle/>
                    <a:p>
                      <a:pPr lvl="0">
                        <a:buNone/>
                      </a:pPr>
                      <a:r>
                        <a:rPr lang="en-US" sz="1200" b="0" i="0" kern="1200" dirty="0">
                          <a:solidFill>
                            <a:schemeClr val="tx1"/>
                          </a:solidFill>
                          <a:latin typeface="Arial"/>
                          <a:cs typeface="Arial"/>
                        </a:rPr>
                        <a:t>What inspires you?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lvl="0">
                        <a:buNone/>
                      </a:pPr>
                      <a:endParaRPr lang="en-US" sz="1200" b="0" i="0" u="none" strike="noStrike" noProof="0" dirty="0">
                        <a:solidFill>
                          <a:srgbClr val="000000"/>
                        </a:solidFill>
                        <a:effectLst/>
                        <a:latin typeface="PF Square Sans Pro Ligh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3895863688"/>
                  </a:ext>
                </a:extLst>
              </a:tr>
              <a:tr h="513412">
                <a:tc>
                  <a:txBody>
                    <a:bodyPr/>
                    <a:lstStyle/>
                    <a:p>
                      <a:pPr lvl="0">
                        <a:buNone/>
                      </a:pPr>
                      <a:r>
                        <a:rPr lang="en-US" sz="1200" b="0" i="0" kern="1200" dirty="0">
                          <a:solidFill>
                            <a:schemeClr val="tx1"/>
                          </a:solidFill>
                          <a:latin typeface="Arial"/>
                          <a:cs typeface="Arial"/>
                        </a:rPr>
                        <a:t>What goals stand out in your life and have stood the test of time? </a:t>
                      </a:r>
                      <a:endParaRPr lang="en-US"/>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lvl="0">
                        <a:buNone/>
                      </a:pPr>
                      <a:endParaRPr lang="en-US" sz="1200" b="0" i="0" u="none" strike="noStrike" noProof="0" dirty="0">
                        <a:effectLst/>
                        <a:latin typeface="PF Square Sans Pro Light"/>
                      </a:endParaRPr>
                    </a:p>
                  </a:txBody>
                  <a:tcPr marL="84192" marR="84192" marT="42097" marB="42097" anchor="ct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1265844164"/>
                  </a:ext>
                </a:extLst>
              </a:tr>
            </a:tbl>
          </a:graphicData>
        </a:graphic>
      </p:graphicFrame>
      <p:graphicFrame>
        <p:nvGraphicFramePr>
          <p:cNvPr id="6" name="Table 5">
            <a:extLst>
              <a:ext uri="{FF2B5EF4-FFF2-40B4-BE49-F238E27FC236}">
                <a16:creationId xmlns:a16="http://schemas.microsoft.com/office/drawing/2014/main" id="{37061156-7BD4-0DA1-5FE0-4B7FFD83522D}"/>
              </a:ext>
            </a:extLst>
          </p:cNvPr>
          <p:cNvGraphicFramePr>
            <a:graphicFrameLocks noGrp="1"/>
          </p:cNvGraphicFramePr>
          <p:nvPr/>
        </p:nvGraphicFramePr>
        <p:xfrm>
          <a:off x="240281" y="3781424"/>
          <a:ext cx="9655806" cy="3480766"/>
        </p:xfrm>
        <a:graphic>
          <a:graphicData uri="http://schemas.openxmlformats.org/drawingml/2006/table">
            <a:tbl>
              <a:tblPr firstRow="1" bandRow="1">
                <a:tableStyleId>{2D5ABB26-0587-4C30-8999-92F81FD0307C}</a:tableStyleId>
              </a:tblPr>
              <a:tblGrid>
                <a:gridCol w="3398232">
                  <a:extLst>
                    <a:ext uri="{9D8B030D-6E8A-4147-A177-3AD203B41FA5}">
                      <a16:colId xmlns:a16="http://schemas.microsoft.com/office/drawing/2014/main" val="3308902235"/>
                    </a:ext>
                  </a:extLst>
                </a:gridCol>
                <a:gridCol w="4397980">
                  <a:extLst>
                    <a:ext uri="{9D8B030D-6E8A-4147-A177-3AD203B41FA5}">
                      <a16:colId xmlns:a16="http://schemas.microsoft.com/office/drawing/2014/main" val="1174125584"/>
                    </a:ext>
                  </a:extLst>
                </a:gridCol>
                <a:gridCol w="1859594">
                  <a:extLst>
                    <a:ext uri="{9D8B030D-6E8A-4147-A177-3AD203B41FA5}">
                      <a16:colId xmlns:a16="http://schemas.microsoft.com/office/drawing/2014/main" val="2156595074"/>
                    </a:ext>
                  </a:extLst>
                </a:gridCol>
              </a:tblGrid>
              <a:tr h="71129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My core 5 personal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How do I live by them daily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 Alignment of my behavior with these values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546699">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1200" b="0" i="0" kern="1200" noProof="0" dirty="0">
                        <a:solidFill>
                          <a:schemeClr val="tx1"/>
                        </a:solidFill>
                        <a:latin typeface="Riforma LL"/>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dirty="0"/>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514847072"/>
                  </a:ext>
                </a:extLst>
              </a:tr>
              <a:tr h="562408">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n-US" sz="1200" b="0" i="0" kern="1200" noProof="0" dirty="0">
                        <a:solidFill>
                          <a:schemeClr val="tx1"/>
                        </a:solidFill>
                        <a:latin typeface="Riforma LL"/>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961459937"/>
                  </a:ext>
                </a:extLst>
              </a:tr>
              <a:tr h="576295">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n-US" sz="1200" b="0" i="0" kern="1200" noProof="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318749878"/>
                  </a:ext>
                </a:extLst>
              </a:tr>
              <a:tr h="579645">
                <a:tc>
                  <a:txBody>
                    <a:bodyPr/>
                    <a:lstStyle/>
                    <a:p>
                      <a:endParaRPr lang="en-US" sz="1200" b="0" i="0" kern="1200" dirty="0">
                        <a:solidFill>
                          <a:schemeClr val="tx1"/>
                        </a:solidFill>
                        <a:latin typeface="Riforma LL"/>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dirty="0"/>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3895863688"/>
                  </a:ext>
                </a:extLst>
              </a:tr>
              <a:tr h="504427">
                <a:tc>
                  <a:txBody>
                    <a:bodyPr/>
                    <a:lstStyle/>
                    <a:p>
                      <a:endParaRPr lang="en-US" sz="1200" b="0" i="0" kern="120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dirty="0">
                        <a:solidFill>
                          <a:schemeClr val="tx1"/>
                        </a:solidFill>
                        <a:latin typeface="Riforma LL"/>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dirty="0"/>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265844164"/>
                  </a:ext>
                </a:extLst>
              </a:tr>
            </a:tbl>
          </a:graphicData>
        </a:graphic>
      </p:graphicFrame>
      <p:pic>
        <p:nvPicPr>
          <p:cNvPr id="2" name="Picture 1">
            <a:extLst>
              <a:ext uri="{FF2B5EF4-FFF2-40B4-BE49-F238E27FC236}">
                <a16:creationId xmlns:a16="http://schemas.microsoft.com/office/drawing/2014/main" id="{87501AF2-F6CB-9201-7965-83948BA27B58}"/>
              </a:ext>
            </a:extLst>
          </p:cNvPr>
          <p:cNvPicPr>
            <a:picLocks noChangeAspect="1"/>
          </p:cNvPicPr>
          <p:nvPr/>
        </p:nvPicPr>
        <p:blipFill>
          <a:blip r:embed="rId3"/>
          <a:stretch>
            <a:fillRect/>
          </a:stretch>
        </p:blipFill>
        <p:spPr>
          <a:xfrm>
            <a:off x="-1" y="-79513"/>
            <a:ext cx="8554595" cy="852950"/>
          </a:xfrm>
          <a:prstGeom prst="rect">
            <a:avLst/>
          </a:prstGeom>
        </p:spPr>
      </p:pic>
    </p:spTree>
    <p:extLst>
      <p:ext uri="{BB962C8B-B14F-4D97-AF65-F5344CB8AC3E}">
        <p14:creationId xmlns:p14="http://schemas.microsoft.com/office/powerpoint/2010/main" val="209453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7762645-9AED-6342-A4AC-7B4EB5C30873}"/>
              </a:ext>
            </a:extLst>
          </p:cNvPr>
          <p:cNvGraphicFramePr>
            <a:graphicFrameLocks noGrp="1"/>
          </p:cNvGraphicFramePr>
          <p:nvPr/>
        </p:nvGraphicFramePr>
        <p:xfrm>
          <a:off x="243567" y="810405"/>
          <a:ext cx="9669059" cy="6540760"/>
        </p:xfrm>
        <a:graphic>
          <a:graphicData uri="http://schemas.openxmlformats.org/drawingml/2006/table">
            <a:tbl>
              <a:tblPr firstRow="1" bandRow="1">
                <a:tableStyleId>{2D5ABB26-0587-4C30-8999-92F81FD0307C}</a:tableStyleId>
              </a:tblPr>
              <a:tblGrid>
                <a:gridCol w="1342459">
                  <a:extLst>
                    <a:ext uri="{9D8B030D-6E8A-4147-A177-3AD203B41FA5}">
                      <a16:colId xmlns:a16="http://schemas.microsoft.com/office/drawing/2014/main" val="3308902235"/>
                    </a:ext>
                  </a:extLst>
                </a:gridCol>
                <a:gridCol w="2634160">
                  <a:extLst>
                    <a:ext uri="{9D8B030D-6E8A-4147-A177-3AD203B41FA5}">
                      <a16:colId xmlns:a16="http://schemas.microsoft.com/office/drawing/2014/main" val="3313590318"/>
                    </a:ext>
                  </a:extLst>
                </a:gridCol>
                <a:gridCol w="3898241">
                  <a:extLst>
                    <a:ext uri="{9D8B030D-6E8A-4147-A177-3AD203B41FA5}">
                      <a16:colId xmlns:a16="http://schemas.microsoft.com/office/drawing/2014/main" val="4246324034"/>
                    </a:ext>
                  </a:extLst>
                </a:gridCol>
                <a:gridCol w="1794199">
                  <a:extLst>
                    <a:ext uri="{9D8B030D-6E8A-4147-A177-3AD203B41FA5}">
                      <a16:colId xmlns:a16="http://schemas.microsoft.com/office/drawing/2014/main" val="749240089"/>
                    </a:ext>
                  </a:extLst>
                </a:gridCol>
              </a:tblGrid>
              <a:tr h="400268">
                <a:tc gridSpan="4">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Guiding questions</a:t>
                      </a:r>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tc hMerge="1">
                  <a:txBody>
                    <a:bodyPr/>
                    <a:lstStyle/>
                    <a:p>
                      <a:endParaRPr lang="en-BG"/>
                    </a:p>
                  </a:txBody>
                  <a:tcPr/>
                </a:tc>
                <a:extLst>
                  <a:ext uri="{0D108BD9-81ED-4DB2-BD59-A6C34878D82A}">
                    <a16:rowId xmlns:a16="http://schemas.microsoft.com/office/drawing/2014/main" val="927707021"/>
                  </a:ext>
                </a:extLst>
              </a:tr>
              <a:tr h="95594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How do you see yourself in the next 10 years? Next 3 years?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tc hMerge="1">
                  <a:txBody>
                    <a:bodyPr/>
                    <a:lstStyle/>
                    <a:p>
                      <a:endParaRPr lang="en-BG"/>
                    </a:p>
                  </a:txBody>
                  <a:tcPr/>
                </a:tc>
                <a:extLst>
                  <a:ext uri="{0D108BD9-81ED-4DB2-BD59-A6C34878D82A}">
                    <a16:rowId xmlns:a16="http://schemas.microsoft.com/office/drawing/2014/main" val="765609072"/>
                  </a:ext>
                </a:extLst>
              </a:tr>
              <a:tr h="113159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would it TAKE to become the best version of yourself  in the next 1 year?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tc hMerge="1">
                  <a:txBody>
                    <a:bodyPr/>
                    <a:lstStyle/>
                    <a:p>
                      <a:endParaRPr lang="en-BG"/>
                    </a:p>
                  </a:txBody>
                  <a:tcPr/>
                </a:tc>
                <a:extLst>
                  <a:ext uri="{0D108BD9-81ED-4DB2-BD59-A6C34878D82A}">
                    <a16:rowId xmlns:a16="http://schemas.microsoft.com/office/drawing/2014/main" val="1318749878"/>
                  </a:ext>
                </a:extLst>
              </a:tr>
              <a:tr h="133733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do you have to cut off? What is the price you are willing to pay?</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BG"/>
                    </a:p>
                  </a:txBody>
                  <a:tcPr/>
                </a:tc>
                <a:tc hMerge="1">
                  <a:txBody>
                    <a:bodyPr/>
                    <a:lstStyle/>
                    <a:p>
                      <a:endParaRPr lang="en-BG"/>
                    </a:p>
                  </a:txBody>
                  <a:tcPr/>
                </a:tc>
                <a:extLst>
                  <a:ext uri="{0D108BD9-81ED-4DB2-BD59-A6C34878D82A}">
                    <a16:rowId xmlns:a16="http://schemas.microsoft.com/office/drawing/2014/main" val="3895863688"/>
                  </a:ext>
                </a:extLst>
              </a:tr>
              <a:tr h="340261">
                <a:tc rowSpan="6">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Your plan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Goals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Action (how will you achieve the goal)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By 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113479440"/>
                  </a:ext>
                </a:extLst>
              </a:tr>
              <a:tr h="475071">
                <a:tc v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110358579"/>
                  </a:ext>
                </a:extLst>
              </a:tr>
              <a:tr h="475071">
                <a:tc v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196288823"/>
                  </a:ext>
                </a:extLst>
              </a:tr>
              <a:tr h="475071">
                <a:tc v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3488923744"/>
                  </a:ext>
                </a:extLst>
              </a:tr>
              <a:tr h="475071">
                <a:tc v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3189542492"/>
                  </a:ext>
                </a:extLst>
              </a:tr>
              <a:tr h="475071">
                <a:tc v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3109124163"/>
                  </a:ext>
                </a:extLst>
              </a:tr>
            </a:tbl>
          </a:graphicData>
        </a:graphic>
      </p:graphicFrame>
      <p:pic>
        <p:nvPicPr>
          <p:cNvPr id="2" name="Picture 1">
            <a:extLst>
              <a:ext uri="{FF2B5EF4-FFF2-40B4-BE49-F238E27FC236}">
                <a16:creationId xmlns:a16="http://schemas.microsoft.com/office/drawing/2014/main" id="{74ED23B1-F195-B24C-ED67-5715FFCFAFA9}"/>
              </a:ext>
            </a:extLst>
          </p:cNvPr>
          <p:cNvPicPr>
            <a:picLocks noChangeAspect="1"/>
          </p:cNvPicPr>
          <p:nvPr/>
        </p:nvPicPr>
        <p:blipFill>
          <a:blip r:embed="rId3"/>
          <a:stretch>
            <a:fillRect/>
          </a:stretch>
        </p:blipFill>
        <p:spPr>
          <a:xfrm>
            <a:off x="0" y="-66611"/>
            <a:ext cx="9230144" cy="839103"/>
          </a:xfrm>
          <a:prstGeom prst="rect">
            <a:avLst/>
          </a:prstGeom>
        </p:spPr>
      </p:pic>
    </p:spTree>
    <p:extLst>
      <p:ext uri="{BB962C8B-B14F-4D97-AF65-F5344CB8AC3E}">
        <p14:creationId xmlns:p14="http://schemas.microsoft.com/office/powerpoint/2010/main" val="91158664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428</Words>
  <Application>Microsoft Macintosh PowerPoint</Application>
  <PresentationFormat>Custom</PresentationFormat>
  <Paragraphs>60</Paragraphs>
  <Slides>6</Slides>
  <Notes>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vt:i4>
      </vt:variant>
    </vt:vector>
  </HeadingPairs>
  <TitlesOfParts>
    <vt:vector size="15" baseType="lpstr">
      <vt:lpstr>Arial</vt:lpstr>
      <vt:lpstr>Arial Black</vt:lpstr>
      <vt:lpstr>Calibri</vt:lpstr>
      <vt:lpstr>PF Square Sans Pro</vt:lpstr>
      <vt:lpstr>PF Square Sans Pro Light</vt:lpstr>
      <vt:lpstr>Riforma LL</vt:lpstr>
      <vt:lpstr>4_Custom Design</vt:lpstr>
      <vt:lpstr>5_Custom Design</vt:lpstr>
      <vt:lpstr>SOLIDS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cp:revision>
  <cp:lastPrinted>2020-02-28T13:07:06Z</cp:lastPrinted>
  <dcterms:created xsi:type="dcterms:W3CDTF">2019-08-22T09:52:59Z</dcterms:created>
  <dcterms:modified xsi:type="dcterms:W3CDTF">2024-10-04T15:45:23Z</dcterms:modified>
</cp:coreProperties>
</file>