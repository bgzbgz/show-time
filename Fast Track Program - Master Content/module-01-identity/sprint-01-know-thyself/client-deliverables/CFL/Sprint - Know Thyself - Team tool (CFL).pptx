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F9408-17BB-E708-AB60-9CCC95B814CF}" v="245" dt="2025-03-03T19:39:06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0" autoAdjust="0"/>
    <p:restoredTop sz="84273" autoAdjust="0"/>
  </p:normalViewPr>
  <p:slideViewPr>
    <p:cSldViewPr snapToGrid="0">
      <p:cViewPr varScale="1">
        <p:scale>
          <a:sx n="88" d="100"/>
          <a:sy n="88" d="100"/>
        </p:scale>
        <p:origin x="102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a4dce672e4b2d421865648d44fc731a67ea5fed80de29e0e84dce0980e5b168b::" providerId="AD" clId="Web-{E26F9408-17BB-E708-AB60-9CCC95B814CF}"/>
    <pc:docChg chg="modSld">
      <pc:chgData name="Guest User" userId="S::urn:spo:anon#a4dce672e4b2d421865648d44fc731a67ea5fed80de29e0e84dce0980e5b168b::" providerId="AD" clId="Web-{E26F9408-17BB-E708-AB60-9CCC95B814CF}" dt="2025-03-03T19:39:06.376" v="189"/>
      <pc:docMkLst>
        <pc:docMk/>
      </pc:docMkLst>
      <pc:sldChg chg="addSp delSp modSp">
        <pc:chgData name="Guest User" userId="S::urn:spo:anon#a4dce672e4b2d421865648d44fc731a67ea5fed80de29e0e84dce0980e5b168b::" providerId="AD" clId="Web-{E26F9408-17BB-E708-AB60-9CCC95B814CF}" dt="2025-03-03T19:39:06.376" v="189"/>
        <pc:sldMkLst>
          <pc:docMk/>
          <pc:sldMk cId="2480704689" sldId="2579"/>
        </pc:sldMkLst>
        <pc:spChg chg="add del mod">
          <ac:chgData name="Guest User" userId="S::urn:spo:anon#a4dce672e4b2d421865648d44fc731a67ea5fed80de29e0e84dce0980e5b168b::" providerId="AD" clId="Web-{E26F9408-17BB-E708-AB60-9CCC95B814CF}" dt="2025-03-03T19:30:18.309" v="94"/>
          <ac:spMkLst>
            <pc:docMk/>
            <pc:sldMk cId="2480704689" sldId="2579"/>
            <ac:spMk id="2" creationId="{D448EB0E-B15E-21C7-304E-D89E67DD12A9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7:35.229" v="141" actId="20577"/>
          <ac:spMkLst>
            <pc:docMk/>
            <pc:sldMk cId="2480704689" sldId="2579"/>
            <ac:spMk id="4" creationId="{20E50DB9-25FC-AEE9-63D7-0B2993EF182A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7:53.902" v="152" actId="14100"/>
          <ac:spMkLst>
            <pc:docMk/>
            <pc:sldMk cId="2480704689" sldId="2579"/>
            <ac:spMk id="6" creationId="{DDB55CF1-9785-41AA-D752-E4CAD301CA00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8:13.513" v="159" actId="14100"/>
          <ac:spMkLst>
            <pc:docMk/>
            <pc:sldMk cId="2480704689" sldId="2579"/>
            <ac:spMk id="7" creationId="{FB2D4BD5-8A99-9CA9-0920-0F8FBABF7372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8:04.325" v="156" actId="1076"/>
          <ac:spMkLst>
            <pc:docMk/>
            <pc:sldMk cId="2480704689" sldId="2579"/>
            <ac:spMk id="8" creationId="{758DD2B0-CE43-F456-4630-B77D236376B2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8:34.108" v="167" actId="14100"/>
          <ac:spMkLst>
            <pc:docMk/>
            <pc:sldMk cId="2480704689" sldId="2579"/>
            <ac:spMk id="10" creationId="{5DD4D625-EEE4-93EE-EB06-1CF2C73598C9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8:37.811" v="170" actId="20577"/>
          <ac:spMkLst>
            <pc:docMk/>
            <pc:sldMk cId="2480704689" sldId="2579"/>
            <ac:spMk id="12" creationId="{9A9294F0-E01C-2870-50B0-FEB2CEC35D59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8:54.328" v="184" actId="14100"/>
          <ac:spMkLst>
            <pc:docMk/>
            <pc:sldMk cId="2480704689" sldId="2579"/>
            <ac:spMk id="13" creationId="{9F159ABD-B9E0-A0D6-1281-BDA254ABAD4F}"/>
          </ac:spMkLst>
        </pc:spChg>
        <pc:spChg chg="add mod">
          <ac:chgData name="Guest User" userId="S::urn:spo:anon#a4dce672e4b2d421865648d44fc731a67ea5fed80de29e0e84dce0980e5b168b::" providerId="AD" clId="Web-{E26F9408-17BB-E708-AB60-9CCC95B814CF}" dt="2025-03-03T19:39:05.235" v="188" actId="20577"/>
          <ac:spMkLst>
            <pc:docMk/>
            <pc:sldMk cId="2480704689" sldId="2579"/>
            <ac:spMk id="14" creationId="{C0ECB17B-A4F4-6FDD-92EB-5EFAD4454BFC}"/>
          </ac:spMkLst>
        </pc:spChg>
        <pc:graphicFrameChg chg="mod modGraphic">
          <ac:chgData name="Guest User" userId="S::urn:spo:anon#a4dce672e4b2d421865648d44fc731a67ea5fed80de29e0e84dce0980e5b168b::" providerId="AD" clId="Web-{E26F9408-17BB-E708-AB60-9CCC95B814CF}" dt="2025-03-03T19:31:05.828" v="122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Guest User" userId="S::urn:spo:anon#a4dce672e4b2d421865648d44fc731a67ea5fed80de29e0e84dce0980e5b168b::" providerId="AD" clId="Web-{E26F9408-17BB-E708-AB60-9CCC95B814CF}" dt="2025-03-03T19:39:06.376" v="189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Guest User" userId="S::urn:spo:anon#2c9e90375451f32d18c269e9211de87acd9711a9fda099d9ff43ef2c126f6847::" providerId="AD" clId="Web-{FF80746B-B8C4-64D6-F717-3DB218A51F60}"/>
    <pc:docChg chg="modSld">
      <pc:chgData name="Guest User" userId="S::urn:spo:anon#2c9e90375451f32d18c269e9211de87acd9711a9fda099d9ff43ef2c126f6847::" providerId="AD" clId="Web-{FF80746B-B8C4-64D6-F717-3DB218A51F60}" dt="2024-11-14T06:06:31.844" v="1"/>
      <pc:docMkLst>
        <pc:docMk/>
      </pc:docMkLst>
      <pc:sldChg chg="modSp">
        <pc:chgData name="Guest User" userId="S::urn:spo:anon#2c9e90375451f32d18c269e9211de87acd9711a9fda099d9ff43ef2c126f6847::" providerId="AD" clId="Web-{FF80746B-B8C4-64D6-F717-3DB218A51F60}" dt="2024-11-14T06:06:31.844" v="1"/>
        <pc:sldMkLst>
          <pc:docMk/>
          <pc:sldMk cId="2480704689" sldId="2579"/>
        </pc:sldMkLst>
        <pc:graphicFrameChg chg="mod modGraphic">
          <ac:chgData name="Guest User" userId="S::urn:spo:anon#2c9e90375451f32d18c269e9211de87acd9711a9fda099d9ff43ef2c126f6847::" providerId="AD" clId="Web-{FF80746B-B8C4-64D6-F717-3DB218A51F60}" dt="2024-11-14T06:06:31.844" v="1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3/3/2025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3/3/2025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957305"/>
              </p:ext>
            </p:extLst>
          </p:nvPr>
        </p:nvGraphicFramePr>
        <p:xfrm>
          <a:off x="138804" y="5032456"/>
          <a:ext cx="10111625" cy="4613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19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610851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623584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200" b="1" i="0" u="none" strike="noStrike" noProof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GB" sz="1200" b="0" i="0" u="none" strike="noStrike" noProof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Farmer-Centric Approach Needed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Focus on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farmer education and technical proof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to create demand.</a:t>
                      </a:r>
                      <a:endParaRPr lang="en-GB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More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demonstration plots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showcasing before-and-after soil improvements.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Optimize Factory &amp; Supply Chain for Lowest Cost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Implement </a:t>
                      </a:r>
                      <a:r>
                        <a:rPr lang="en-GB" sz="1200" b="1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lean production methods</a:t>
                      </a: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to improve efficiency.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Secure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raw material supply agreements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to stabilize costs.</a:t>
                      </a:r>
                      <a:endParaRPr lang="en-GB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Strengthen Digital Sales &amp; Market Tracking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Introduce a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sales tracking dashboard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for real-time performance monitoring.</a:t>
                      </a:r>
                      <a:endParaRPr lang="en-GB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</a:rPr>
                        <a:t>Align Stockist &amp; Sales Incentives with Growth Goals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Introduce </a:t>
                      </a:r>
                      <a:r>
                        <a:rPr lang="en-GB" sz="1200" b="1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volume-based rewards</a:t>
                      </a: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for distributors.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Offer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stockist bonuses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for first-time customers purchasing </a:t>
                      </a:r>
                      <a:r>
                        <a:rPr lang="en-GB" sz="12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CalciGrow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.</a:t>
                      </a:r>
                      <a:endParaRPr lang="en-GB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buNone/>
                      </a:pPr>
                      <a:endParaRPr lang="en-GB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033544"/>
              </p:ext>
            </p:extLst>
          </p:nvPr>
        </p:nvGraphicFramePr>
        <p:xfrm>
          <a:off x="94485" y="685383"/>
          <a:ext cx="9804825" cy="41729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825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 1.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Strong Technical &amp; Agronomic Expertise 2. Passion &amp; Commitment to Farmer Success 3. Ability to Scale &amp; Optimize Operations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The vision for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100,000 tons per year by 2030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 aligns with strategic goals.</a:t>
                      </a:r>
                      <a:endParaRPr lang="en-GB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Factory efficiency and cost competitiveness are recognized as 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key levers for success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E50DB9-25FC-AEE9-63D7-0B2993EF182A}"/>
              </a:ext>
            </a:extLst>
          </p:cNvPr>
          <p:cNvSpPr txBox="1"/>
          <p:nvPr/>
        </p:nvSpPr>
        <p:spPr>
          <a:xfrm>
            <a:off x="7215197" y="6174544"/>
            <a:ext cx="5966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PF Square Sans Pro Light"/>
              </a:rPr>
              <a:t>Eric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55CF1-9785-41AA-D752-E4CAD301CA00}"/>
              </a:ext>
            </a:extLst>
          </p:cNvPr>
          <p:cNvSpPr txBox="1"/>
          <p:nvPr/>
        </p:nvSpPr>
        <p:spPr>
          <a:xfrm>
            <a:off x="8735999" y="6174544"/>
            <a:ext cx="11675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PF Square Sans Pro Light"/>
              </a:rPr>
              <a:t>March 5th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D4BD5-8A99-9CA9-0920-0F8FBABF7372}"/>
              </a:ext>
            </a:extLst>
          </p:cNvPr>
          <p:cNvSpPr txBox="1"/>
          <p:nvPr/>
        </p:nvSpPr>
        <p:spPr>
          <a:xfrm>
            <a:off x="7213581" y="6792890"/>
            <a:ext cx="9931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PF Square Sans Pro Light"/>
              </a:rPr>
              <a:t>Arjun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8DD2B0-CE43-F456-4630-B77D236376B2}"/>
              </a:ext>
            </a:extLst>
          </p:cNvPr>
          <p:cNvSpPr txBox="1"/>
          <p:nvPr/>
        </p:nvSpPr>
        <p:spPr>
          <a:xfrm>
            <a:off x="8765766" y="6792890"/>
            <a:ext cx="11675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PF Square Sans Pro Light"/>
              </a:rPr>
              <a:t>March 5th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4D625-EEE4-93EE-EB06-1CF2C73598C9}"/>
              </a:ext>
            </a:extLst>
          </p:cNvPr>
          <p:cNvSpPr txBox="1"/>
          <p:nvPr/>
        </p:nvSpPr>
        <p:spPr>
          <a:xfrm>
            <a:off x="7213550" y="7411236"/>
            <a:ext cx="11199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PF Square Sans Pro Light"/>
              </a:rPr>
              <a:t>Arjun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294F0-E01C-2870-50B0-FEB2CEC35D59}"/>
              </a:ext>
            </a:extLst>
          </p:cNvPr>
          <p:cNvSpPr txBox="1"/>
          <p:nvPr/>
        </p:nvSpPr>
        <p:spPr>
          <a:xfrm>
            <a:off x="8781593" y="7411236"/>
            <a:ext cx="11675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PF Square Sans Pro Light"/>
              </a:rPr>
              <a:t>Ongoing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59ABD-B9E0-A0D6-1281-BDA254ABAD4F}"/>
              </a:ext>
            </a:extLst>
          </p:cNvPr>
          <p:cNvSpPr txBox="1"/>
          <p:nvPr/>
        </p:nvSpPr>
        <p:spPr>
          <a:xfrm>
            <a:off x="7213518" y="8077147"/>
            <a:ext cx="11199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PF Square Sans Pro Light"/>
              </a:rPr>
              <a:t>Eric and Meera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CB17B-A4F4-6FDD-92EB-5EFAD4454BFC}"/>
              </a:ext>
            </a:extLst>
          </p:cNvPr>
          <p:cNvSpPr txBox="1"/>
          <p:nvPr/>
        </p:nvSpPr>
        <p:spPr>
          <a:xfrm>
            <a:off x="8718129" y="8077147"/>
            <a:ext cx="11675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PF Square Sans Pro Light"/>
              </a:rPr>
              <a:t>March 10th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14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814</cp:revision>
  <cp:lastPrinted>2020-02-28T13:07:06Z</cp:lastPrinted>
  <dcterms:created xsi:type="dcterms:W3CDTF">2019-08-22T09:52:59Z</dcterms:created>
  <dcterms:modified xsi:type="dcterms:W3CDTF">2025-03-03T19:39:06Z</dcterms:modified>
</cp:coreProperties>
</file>