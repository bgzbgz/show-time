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7"/>
  </p:notesMasterIdLst>
  <p:handoutMasterIdLst>
    <p:handoutMasterId r:id="rId8"/>
  </p:handoutMasterIdLst>
  <p:sldIdLst>
    <p:sldId id="2423" r:id="rId4"/>
    <p:sldId id="2463" r:id="rId5"/>
    <p:sldId id="2462" r:id="rId6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613073461391cd36e4dfd44ff96bc68bbee0a3c1e65bba1abed8e3c461747ee::" providerId="AD" clId="Web-{277E65FB-7456-73F9-F7BD-A2ACDA3FFDDF}"/>
    <pc:docChg chg="modSld">
      <pc:chgData name="Guest User" userId="S::urn:spo:anon#0613073461391cd36e4dfd44ff96bc68bbee0a3c1e65bba1abed8e3c461747ee::" providerId="AD" clId="Web-{277E65FB-7456-73F9-F7BD-A2ACDA3FFDDF}" dt="2024-09-05T02:42:45.033" v="994"/>
      <pc:docMkLst>
        <pc:docMk/>
      </pc:docMkLst>
      <pc:sldChg chg="modSp">
        <pc:chgData name="Guest User" userId="S::urn:spo:anon#0613073461391cd36e4dfd44ff96bc68bbee0a3c1e65bba1abed8e3c461747ee::" providerId="AD" clId="Web-{277E65FB-7456-73F9-F7BD-A2ACDA3FFDDF}" dt="2024-09-05T02:08:22.551" v="135"/>
        <pc:sldMkLst>
          <pc:docMk/>
          <pc:sldMk cId="2451837985" sldId="2423"/>
        </pc:sldMkLst>
        <pc:graphicFrameChg chg="mod modGraphic">
          <ac:chgData name="Guest User" userId="S::urn:spo:anon#0613073461391cd36e4dfd44ff96bc68bbee0a3c1e65bba1abed8e3c461747ee::" providerId="AD" clId="Web-{277E65FB-7456-73F9-F7BD-A2ACDA3FFDDF}" dt="2024-09-05T02:08:22.551" v="135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uest User" userId="S::urn:spo:anon#0613073461391cd36e4dfd44ff96bc68bbee0a3c1e65bba1abed8e3c461747ee::" providerId="AD" clId="Web-{277E65FB-7456-73F9-F7BD-A2ACDA3FFDDF}" dt="2024-09-05T02:42:45.033" v="994"/>
        <pc:sldMkLst>
          <pc:docMk/>
          <pc:sldMk cId="3186758107" sldId="2462"/>
        </pc:sldMkLst>
        <pc:graphicFrameChg chg="mod modGraphic">
          <ac:chgData name="Guest User" userId="S::urn:spo:anon#0613073461391cd36e4dfd44ff96bc68bbee0a3c1e65bba1abed8e3c461747ee::" providerId="AD" clId="Web-{277E65FB-7456-73F9-F7BD-A2ACDA3FFDDF}" dt="2024-09-05T02:42:45.033" v="994"/>
          <ac:graphicFrameMkLst>
            <pc:docMk/>
            <pc:sldMk cId="3186758107" sldId="2462"/>
            <ac:graphicFrameMk id="12" creationId="{74CF6476-D2C3-2348-BEC7-148925E380DF}"/>
          </ac:graphicFrameMkLst>
        </pc:graphicFrameChg>
      </pc:sldChg>
      <pc:sldChg chg="modSp">
        <pc:chgData name="Guest User" userId="S::urn:spo:anon#0613073461391cd36e4dfd44ff96bc68bbee0a3c1e65bba1abed8e3c461747ee::" providerId="AD" clId="Web-{277E65FB-7456-73F9-F7BD-A2ACDA3FFDDF}" dt="2024-09-05T02:18:30.386" v="543"/>
        <pc:sldMkLst>
          <pc:docMk/>
          <pc:sldMk cId="3110103477" sldId="2463"/>
        </pc:sldMkLst>
        <pc:graphicFrameChg chg="mod modGraphic">
          <ac:chgData name="Guest User" userId="S::urn:spo:anon#0613073461391cd36e4dfd44ff96bc68bbee0a3c1e65bba1abed8e3c461747ee::" providerId="AD" clId="Web-{277E65FB-7456-73F9-F7BD-A2ACDA3FFDDF}" dt="2024-09-05T02:18:30.386" v="543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</pc:docChg>
  </pc:docChgLst>
  <pc:docChgLst>
    <pc:chgData name="Guest User" userId="S::urn:spo:anon#1cbd92e0ec95c795efbda907d79c359cfd8b3f4184ab17c83ce170120cb02303::" providerId="AD" clId="Web-{EDB5C21E-D713-1A05-D72F-F2C91A0D02D2}"/>
    <pc:docChg chg="modSld">
      <pc:chgData name="Guest User" userId="S::urn:spo:anon#1cbd92e0ec95c795efbda907d79c359cfd8b3f4184ab17c83ce170120cb02303::" providerId="AD" clId="Web-{EDB5C21E-D713-1A05-D72F-F2C91A0D02D2}" dt="2024-09-04T19:33:37.813" v="7071"/>
      <pc:docMkLst>
        <pc:docMk/>
      </pc:docMkLst>
      <pc:sldChg chg="modSp">
        <pc:chgData name="Guest User" userId="S::urn:spo:anon#1cbd92e0ec95c795efbda907d79c359cfd8b3f4184ab17c83ce170120cb02303::" providerId="AD" clId="Web-{EDB5C21E-D713-1A05-D72F-F2C91A0D02D2}" dt="2024-09-04T19:32:51.544" v="7017"/>
        <pc:sldMkLst>
          <pc:docMk/>
          <pc:sldMk cId="2451837985" sldId="2423"/>
        </pc:sldMkLst>
        <pc:graphicFrameChg chg="mod modGraphic">
          <ac:chgData name="Guest User" userId="S::urn:spo:anon#1cbd92e0ec95c795efbda907d79c359cfd8b3f4184ab17c83ce170120cb02303::" providerId="AD" clId="Web-{EDB5C21E-D713-1A05-D72F-F2C91A0D02D2}" dt="2024-09-04T19:32:51.544" v="7017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uest User" userId="S::urn:spo:anon#1cbd92e0ec95c795efbda907d79c359cfd8b3f4184ab17c83ce170120cb02303::" providerId="AD" clId="Web-{EDB5C21E-D713-1A05-D72F-F2C91A0D02D2}" dt="2024-09-04T19:33:37.813" v="7071"/>
        <pc:sldMkLst>
          <pc:docMk/>
          <pc:sldMk cId="3186758107" sldId="2462"/>
        </pc:sldMkLst>
        <pc:graphicFrameChg chg="mod modGraphic">
          <ac:chgData name="Guest User" userId="S::urn:spo:anon#1cbd92e0ec95c795efbda907d79c359cfd8b3f4184ab17c83ce170120cb02303::" providerId="AD" clId="Web-{EDB5C21E-D713-1A05-D72F-F2C91A0D02D2}" dt="2024-09-04T19:33:37.813" v="7071"/>
          <ac:graphicFrameMkLst>
            <pc:docMk/>
            <pc:sldMk cId="3186758107" sldId="2462"/>
            <ac:graphicFrameMk id="12" creationId="{74CF6476-D2C3-2348-BEC7-148925E380DF}"/>
          </ac:graphicFrameMkLst>
        </pc:graphicFrameChg>
      </pc:sldChg>
      <pc:sldChg chg="modSp">
        <pc:chgData name="Guest User" userId="S::urn:spo:anon#1cbd92e0ec95c795efbda907d79c359cfd8b3f4184ab17c83ce170120cb02303::" providerId="AD" clId="Web-{EDB5C21E-D713-1A05-D72F-F2C91A0D02D2}" dt="2024-09-04T19:33:13.499" v="7031"/>
        <pc:sldMkLst>
          <pc:docMk/>
          <pc:sldMk cId="3110103477" sldId="2463"/>
        </pc:sldMkLst>
        <pc:graphicFrameChg chg="mod modGraphic">
          <ac:chgData name="Guest User" userId="S::urn:spo:anon#1cbd92e0ec95c795efbda907d79c359cfd8b3f4184ab17c83ce170120cb02303::" providerId="AD" clId="Web-{EDB5C21E-D713-1A05-D72F-F2C91A0D02D2}" dt="2024-09-04T19:33:13.499" v="7031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</pc:docChg>
  </pc:docChgLst>
  <pc:docChgLst>
    <pc:chgData name="Guest User" userId="S::urn:spo:anon#1cbd92e0ec95c795efbda907d79c359cfd8b3f4184ab17c83ce170120cb02303::" providerId="AD" clId="Web-{92285949-6321-16F1-252D-11B1F9ECB747}"/>
    <pc:docChg chg="modSld">
      <pc:chgData name="Guest User" userId="S::urn:spo:anon#1cbd92e0ec95c795efbda907d79c359cfd8b3f4184ab17c83ce170120cb02303::" providerId="AD" clId="Web-{92285949-6321-16F1-252D-11B1F9ECB747}" dt="2024-09-03T02:57:36.702" v="3"/>
      <pc:docMkLst>
        <pc:docMk/>
      </pc:docMkLst>
      <pc:sldChg chg="modSp">
        <pc:chgData name="Guest User" userId="S::urn:spo:anon#1cbd92e0ec95c795efbda907d79c359cfd8b3f4184ab17c83ce170120cb02303::" providerId="AD" clId="Web-{92285949-6321-16F1-252D-11B1F9ECB747}" dt="2024-09-03T02:57:36.702" v="3"/>
        <pc:sldMkLst>
          <pc:docMk/>
          <pc:sldMk cId="3186758107" sldId="2462"/>
        </pc:sldMkLst>
        <pc:graphicFrameChg chg="mod modGraphic">
          <ac:chgData name="Guest User" userId="S::urn:spo:anon#1cbd92e0ec95c795efbda907d79c359cfd8b3f4184ab17c83ce170120cb02303::" providerId="AD" clId="Web-{92285949-6321-16F1-252D-11B1F9ECB747}" dt="2024-09-03T02:57:36.702" v="3"/>
          <ac:graphicFrameMkLst>
            <pc:docMk/>
            <pc:sldMk cId="3186758107" sldId="2462"/>
            <ac:graphicFrameMk id="12" creationId="{74CF6476-D2C3-2348-BEC7-148925E380DF}"/>
          </ac:graphicFrameMkLst>
        </pc:graphicFrameChg>
      </pc:sldChg>
    </pc:docChg>
  </pc:docChgLst>
  <pc:docChgLst>
    <pc:chgData name="Guest User" userId="S::urn:spo:anon#0613073461391cd36e4dfd44ff96bc68bbee0a3c1e65bba1abed8e3c461747ee::" providerId="AD" clId="Web-{8AD905B7-309D-E595-AEFD-531F8254F4F0}"/>
    <pc:docChg chg="modSld">
      <pc:chgData name="Guest User" userId="S::urn:spo:anon#0613073461391cd36e4dfd44ff96bc68bbee0a3c1e65bba1abed8e3c461747ee::" providerId="AD" clId="Web-{8AD905B7-309D-E595-AEFD-531F8254F4F0}" dt="2024-09-05T03:11:24.024" v="21"/>
      <pc:docMkLst>
        <pc:docMk/>
      </pc:docMkLst>
      <pc:sldChg chg="modSp">
        <pc:chgData name="Guest User" userId="S::urn:spo:anon#0613073461391cd36e4dfd44ff96bc68bbee0a3c1e65bba1abed8e3c461747ee::" providerId="AD" clId="Web-{8AD905B7-309D-E595-AEFD-531F8254F4F0}" dt="2024-09-05T03:10:59.554" v="1"/>
        <pc:sldMkLst>
          <pc:docMk/>
          <pc:sldMk cId="2451837985" sldId="2423"/>
        </pc:sldMkLst>
        <pc:graphicFrameChg chg="mod modGraphic">
          <ac:chgData name="Guest User" userId="S::urn:spo:anon#0613073461391cd36e4dfd44ff96bc68bbee0a3c1e65bba1abed8e3c461747ee::" providerId="AD" clId="Web-{8AD905B7-309D-E595-AEFD-531F8254F4F0}" dt="2024-09-05T03:10:59.554" v="1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uest User" userId="S::urn:spo:anon#0613073461391cd36e4dfd44ff96bc68bbee0a3c1e65bba1abed8e3c461747ee::" providerId="AD" clId="Web-{8AD905B7-309D-E595-AEFD-531F8254F4F0}" dt="2024-09-05T03:11:24.024" v="21"/>
        <pc:sldMkLst>
          <pc:docMk/>
          <pc:sldMk cId="3186758107" sldId="2462"/>
        </pc:sldMkLst>
        <pc:graphicFrameChg chg="mod modGraphic">
          <ac:chgData name="Guest User" userId="S::urn:spo:anon#0613073461391cd36e4dfd44ff96bc68bbee0a3c1e65bba1abed8e3c461747ee::" providerId="AD" clId="Web-{8AD905B7-309D-E595-AEFD-531F8254F4F0}" dt="2024-09-05T03:11:24.024" v="21"/>
          <ac:graphicFrameMkLst>
            <pc:docMk/>
            <pc:sldMk cId="3186758107" sldId="2462"/>
            <ac:graphicFrameMk id="12" creationId="{74CF6476-D2C3-2348-BEC7-148925E380DF}"/>
          </ac:graphicFrameMkLst>
        </pc:graphicFrameChg>
      </pc:sldChg>
      <pc:sldChg chg="modSp">
        <pc:chgData name="Guest User" userId="S::urn:spo:anon#0613073461391cd36e4dfd44ff96bc68bbee0a3c1e65bba1abed8e3c461747ee::" providerId="AD" clId="Web-{8AD905B7-309D-E595-AEFD-531F8254F4F0}" dt="2024-09-05T03:11:12.195" v="11"/>
        <pc:sldMkLst>
          <pc:docMk/>
          <pc:sldMk cId="3110103477" sldId="2463"/>
        </pc:sldMkLst>
        <pc:graphicFrameChg chg="mod modGraphic">
          <ac:chgData name="Guest User" userId="S::urn:spo:anon#0613073461391cd36e4dfd44ff96bc68bbee0a3c1e65bba1abed8e3c461747ee::" providerId="AD" clId="Web-{8AD905B7-309D-E595-AEFD-531F8254F4F0}" dt="2024-09-05T03:11:12.195" v="11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11/28/2024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11/28/2024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305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752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25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7045"/>
              </p:ext>
            </p:extLst>
          </p:nvPr>
        </p:nvGraphicFramePr>
        <p:xfrm>
          <a:off x="243567" y="810402"/>
          <a:ext cx="9735320" cy="657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0530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694790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610026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You at your 80</a:t>
                      </a:r>
                      <a:r>
                        <a:rPr lang="en-US" sz="1600" b="0" i="0" baseline="3000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th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  Birthday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596339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Who is there? What do your friends and family say about you? What do you value the most? What do you regret, and what do you wish you had accomplished?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2C843EC-3CEC-6242-152C-BAB0201B3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522"/>
            <a:ext cx="9415382" cy="9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3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391173"/>
              </p:ext>
            </p:extLst>
          </p:nvPr>
        </p:nvGraphicFramePr>
        <p:xfrm>
          <a:off x="276084" y="729011"/>
          <a:ext cx="9649794" cy="66596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9804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449990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372399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do you love?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are you good at?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136674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can I give to the world?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can I be paid for?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WHO/WHAT are you inspired by and WHY?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3739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2A00537-AA65-E6C4-9AE7-760022CF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522"/>
            <a:ext cx="9415382" cy="9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0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13477"/>
              </p:ext>
            </p:extLst>
          </p:nvPr>
        </p:nvGraphicFramePr>
        <p:xfrm>
          <a:off x="279036" y="728389"/>
          <a:ext cx="9676298" cy="6622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2729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483569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397423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WHEN have you felt you were at your best, most passionate, and alive?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4614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do you like about yourself?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318629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hardships have you overcome? WHAT mistakes have you learned from?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255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My reason to get up in the morning? 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(My Dream)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99197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F5261B6-A53B-8334-F8C6-BAFE5425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522"/>
            <a:ext cx="9415382" cy="9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58107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4_Custom Design</vt:lpstr>
      <vt:lpstr>5_Custom Design</vt:lpstr>
      <vt:lpstr>SOLIDS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11</cp:revision>
  <cp:lastPrinted>2020-02-28T13:07:06Z</cp:lastPrinted>
  <dcterms:created xsi:type="dcterms:W3CDTF">2019-08-22T09:52:59Z</dcterms:created>
  <dcterms:modified xsi:type="dcterms:W3CDTF">2024-11-28T13:19:57Z</dcterms:modified>
</cp:coreProperties>
</file>