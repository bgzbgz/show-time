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6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D982DB-CBEB-F274-A4E5-DAD0D63AA63E}" v="1061" dt="2024-09-05T02:56:53.956"/>
    <p1510:client id="{DE157AA1-92BF-A230-DDA7-A42AEC76DCE0}" v="83" dt="2024-09-05T03:12:38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613073461391cd36e4dfd44ff96bc68bbee0a3c1e65bba1abed8e3c461747ee::" providerId="AD" clId="Web-{61D982DB-CBEB-F274-A4E5-DAD0D63AA63E}"/>
    <pc:docChg chg="modSld">
      <pc:chgData name="Guest User" userId="S::urn:spo:anon#0613073461391cd36e4dfd44ff96bc68bbee0a3c1e65bba1abed8e3c461747ee::" providerId="AD" clId="Web-{61D982DB-CBEB-F274-A4E5-DAD0D63AA63E}" dt="2024-09-05T02:56:30.846" v="1021"/>
      <pc:docMkLst>
        <pc:docMk/>
      </pc:docMkLst>
      <pc:sldChg chg="modSp">
        <pc:chgData name="Guest User" userId="S::urn:spo:anon#0613073461391cd36e4dfd44ff96bc68bbee0a3c1e65bba1abed8e3c461747ee::" providerId="AD" clId="Web-{61D982DB-CBEB-F274-A4E5-DAD0D63AA63E}" dt="2024-09-05T02:56:30.846" v="1021"/>
        <pc:sldMkLst>
          <pc:docMk/>
          <pc:sldMk cId="722005752" sldId="2426"/>
        </pc:sldMkLst>
        <pc:graphicFrameChg chg="mod modGraphic">
          <ac:chgData name="Guest User" userId="S::urn:spo:anon#0613073461391cd36e4dfd44ff96bc68bbee0a3c1e65bba1abed8e3c461747ee::" providerId="AD" clId="Web-{61D982DB-CBEB-F274-A4E5-DAD0D63AA63E}" dt="2024-09-05T02:56:30.846" v="1021"/>
          <ac:graphicFrameMkLst>
            <pc:docMk/>
            <pc:sldMk cId="722005752" sldId="2426"/>
            <ac:graphicFrameMk id="7" creationId="{5A3B314C-87CA-5D44-87F3-7F15730BF94F}"/>
          </ac:graphicFrameMkLst>
        </pc:graphicFrameChg>
        <pc:graphicFrameChg chg="mod modGraphic">
          <ac:chgData name="Guest User" userId="S::urn:spo:anon#0613073461391cd36e4dfd44ff96bc68bbee0a3c1e65bba1abed8e3c461747ee::" providerId="AD" clId="Web-{61D982DB-CBEB-F274-A4E5-DAD0D63AA63E}" dt="2024-09-05T02:51:17.511" v="393"/>
          <ac:graphicFrameMkLst>
            <pc:docMk/>
            <pc:sldMk cId="722005752" sldId="2426"/>
            <ac:graphicFrameMk id="9" creationId="{4456E3E1-07FE-5246-8299-A8F2CD7A2FA2}"/>
          </ac:graphicFrameMkLst>
        </pc:graphicFrameChg>
        <pc:graphicFrameChg chg="mod modGraphic">
          <ac:chgData name="Guest User" userId="S::urn:spo:anon#0613073461391cd36e4dfd44ff96bc68bbee0a3c1e65bba1abed8e3c461747ee::" providerId="AD" clId="Web-{61D982DB-CBEB-F274-A4E5-DAD0D63AA63E}" dt="2024-09-05T02:52:43.469" v="535"/>
          <ac:graphicFrameMkLst>
            <pc:docMk/>
            <pc:sldMk cId="722005752" sldId="2426"/>
            <ac:graphicFrameMk id="12" creationId="{7D24807B-655D-0A41-9327-EECE929DDCFB}"/>
          </ac:graphicFrameMkLst>
        </pc:graphicFrameChg>
        <pc:graphicFrameChg chg="mod modGraphic">
          <ac:chgData name="Guest User" userId="S::urn:spo:anon#0613073461391cd36e4dfd44ff96bc68bbee0a3c1e65bba1abed8e3c461747ee::" providerId="AD" clId="Web-{61D982DB-CBEB-F274-A4E5-DAD0D63AA63E}" dt="2024-09-05T02:53:59.661" v="761"/>
          <ac:graphicFrameMkLst>
            <pc:docMk/>
            <pc:sldMk cId="722005752" sldId="2426"/>
            <ac:graphicFrameMk id="14" creationId="{A64DBFE7-2684-3C40-82B9-51E8548D8440}"/>
          </ac:graphicFrameMkLst>
        </pc:graphicFrameChg>
        <pc:graphicFrameChg chg="mod modGraphic">
          <ac:chgData name="Guest User" userId="S::urn:spo:anon#0613073461391cd36e4dfd44ff96bc68bbee0a3c1e65bba1abed8e3c461747ee::" providerId="AD" clId="Web-{61D982DB-CBEB-F274-A4E5-DAD0D63AA63E}" dt="2024-09-05T02:56:00.875" v="1011"/>
          <ac:graphicFrameMkLst>
            <pc:docMk/>
            <pc:sldMk cId="722005752" sldId="2426"/>
            <ac:graphicFrameMk id="16" creationId="{4BF4CB0A-2607-CE40-B436-604F47E7C683}"/>
          </ac:graphicFrameMkLst>
        </pc:graphicFrameChg>
      </pc:sldChg>
    </pc:docChg>
  </pc:docChgLst>
  <pc:docChgLst>
    <pc:chgData name="Guest User" userId="S::urn:spo:anon#0613073461391cd36e4dfd44ff96bc68bbee0a3c1e65bba1abed8e3c461747ee::" providerId="AD" clId="Web-{DE157AA1-92BF-A230-DDA7-A42AEC76DCE0}"/>
    <pc:docChg chg="modSld">
      <pc:chgData name="Guest User" userId="S::urn:spo:anon#0613073461391cd36e4dfd44ff96bc68bbee0a3c1e65bba1abed8e3c461747ee::" providerId="AD" clId="Web-{DE157AA1-92BF-A230-DDA7-A42AEC76DCE0}" dt="2024-09-05T03:12:38.393" v="80"/>
      <pc:docMkLst>
        <pc:docMk/>
      </pc:docMkLst>
      <pc:sldChg chg="modSp">
        <pc:chgData name="Guest User" userId="S::urn:spo:anon#0613073461391cd36e4dfd44ff96bc68bbee0a3c1e65bba1abed8e3c461747ee::" providerId="AD" clId="Web-{DE157AA1-92BF-A230-DDA7-A42AEC76DCE0}" dt="2024-09-05T03:12:38.393" v="80"/>
        <pc:sldMkLst>
          <pc:docMk/>
          <pc:sldMk cId="722005752" sldId="2426"/>
        </pc:sldMkLst>
        <pc:graphicFrameChg chg="mod modGraphic">
          <ac:chgData name="Guest User" userId="S::urn:spo:anon#0613073461391cd36e4dfd44ff96bc68bbee0a3c1e65bba1abed8e3c461747ee::" providerId="AD" clId="Web-{DE157AA1-92BF-A230-DDA7-A42AEC76DCE0}" dt="2024-09-05T03:11:39.220" v="7"/>
          <ac:graphicFrameMkLst>
            <pc:docMk/>
            <pc:sldMk cId="722005752" sldId="2426"/>
            <ac:graphicFrameMk id="7" creationId="{5A3B314C-87CA-5D44-87F3-7F15730BF94F}"/>
          </ac:graphicFrameMkLst>
        </pc:graphicFrameChg>
        <pc:graphicFrameChg chg="mod modGraphic">
          <ac:chgData name="Guest User" userId="S::urn:spo:anon#0613073461391cd36e4dfd44ff96bc68bbee0a3c1e65bba1abed8e3c461747ee::" providerId="AD" clId="Web-{DE157AA1-92BF-A230-DDA7-A42AEC76DCE0}" dt="2024-09-05T03:12:13.752" v="56"/>
          <ac:graphicFrameMkLst>
            <pc:docMk/>
            <pc:sldMk cId="722005752" sldId="2426"/>
            <ac:graphicFrameMk id="9" creationId="{4456E3E1-07FE-5246-8299-A8F2CD7A2FA2}"/>
          </ac:graphicFrameMkLst>
        </pc:graphicFrameChg>
        <pc:graphicFrameChg chg="mod modGraphic">
          <ac:chgData name="Guest User" userId="S::urn:spo:anon#0613073461391cd36e4dfd44ff96bc68bbee0a3c1e65bba1abed8e3c461747ee::" providerId="AD" clId="Web-{DE157AA1-92BF-A230-DDA7-A42AEC76DCE0}" dt="2024-09-05T03:12:19.893" v="62"/>
          <ac:graphicFrameMkLst>
            <pc:docMk/>
            <pc:sldMk cId="722005752" sldId="2426"/>
            <ac:graphicFrameMk id="12" creationId="{7D24807B-655D-0A41-9327-EECE929DDCFB}"/>
          </ac:graphicFrameMkLst>
        </pc:graphicFrameChg>
        <pc:graphicFrameChg chg="mod modGraphic">
          <ac:chgData name="Guest User" userId="S::urn:spo:anon#0613073461391cd36e4dfd44ff96bc68bbee0a3c1e65bba1abed8e3c461747ee::" providerId="AD" clId="Web-{DE157AA1-92BF-A230-DDA7-A42AEC76DCE0}" dt="2024-09-05T03:12:28.143" v="70"/>
          <ac:graphicFrameMkLst>
            <pc:docMk/>
            <pc:sldMk cId="722005752" sldId="2426"/>
            <ac:graphicFrameMk id="14" creationId="{A64DBFE7-2684-3C40-82B9-51E8548D8440}"/>
          </ac:graphicFrameMkLst>
        </pc:graphicFrameChg>
        <pc:graphicFrameChg chg="mod modGraphic">
          <ac:chgData name="Guest User" userId="S::urn:spo:anon#0613073461391cd36e4dfd44ff96bc68bbee0a3c1e65bba1abed8e3c461747ee::" providerId="AD" clId="Web-{DE157AA1-92BF-A230-DDA7-A42AEC76DCE0}" dt="2024-09-05T03:12:38.393" v="80"/>
          <ac:graphicFrameMkLst>
            <pc:docMk/>
            <pc:sldMk cId="722005752" sldId="2426"/>
            <ac:graphicFrameMk id="16" creationId="{4BF4CB0A-2607-CE40-B436-604F47E7C68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9/4/2024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9/4/2024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List all activities you perform day to day. Mark with a (+) or (-) next to each activity- does it give or drain energy from you? Based on this analysis, select your top 5 strengths. Assess with % how much each fits your current job responsibilities. Based on the results, see what you can change in your job to utilize your strengths better. </a:t>
            </a:r>
          </a:p>
          <a:p>
            <a:endParaRPr lang="en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3B314C-87CA-5D44-87F3-7F15730BF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943672"/>
              </p:ext>
            </p:extLst>
          </p:nvPr>
        </p:nvGraphicFramePr>
        <p:xfrm>
          <a:off x="162771" y="728389"/>
          <a:ext cx="3458241" cy="6575492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870858">
                  <a:extLst>
                    <a:ext uri="{9D8B030D-6E8A-4147-A177-3AD203B41FA5}">
                      <a16:colId xmlns:a16="http://schemas.microsoft.com/office/drawing/2014/main" val="2283365220"/>
                    </a:ext>
                  </a:extLst>
                </a:gridCol>
                <a:gridCol w="587383">
                  <a:extLst>
                    <a:ext uri="{9D8B030D-6E8A-4147-A177-3AD203B41FA5}">
                      <a16:colId xmlns:a16="http://schemas.microsoft.com/office/drawing/2014/main" val="2268313163"/>
                    </a:ext>
                  </a:extLst>
                </a:gridCol>
              </a:tblGrid>
              <a:tr h="298886">
                <a:tc>
                  <a:txBody>
                    <a:bodyPr/>
                    <a:lstStyle/>
                    <a:p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My activities 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  <a:sym typeface="PF Square Sans Pro"/>
                        </a:rPr>
                        <a:t>(+/-)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447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292218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kern="1200" noProof="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99555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816231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975148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729189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165823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939805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958973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283633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359982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84024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052932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261273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65980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312939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794561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74361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755757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328121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62146"/>
                  </a:ext>
                </a:extLst>
              </a:tr>
              <a:tr h="298886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93497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456E3E1-07FE-5246-8299-A8F2CD7A2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44908"/>
              </p:ext>
            </p:extLst>
          </p:nvPr>
        </p:nvGraphicFramePr>
        <p:xfrm>
          <a:off x="3723861" y="731478"/>
          <a:ext cx="2915478" cy="657549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075560">
                  <a:extLst>
                    <a:ext uri="{9D8B030D-6E8A-4147-A177-3AD203B41FA5}">
                      <a16:colId xmlns:a16="http://schemas.microsoft.com/office/drawing/2014/main" val="2283365220"/>
                    </a:ext>
                  </a:extLst>
                </a:gridCol>
                <a:gridCol w="839918">
                  <a:extLst>
                    <a:ext uri="{9D8B030D-6E8A-4147-A177-3AD203B41FA5}">
                      <a16:colId xmlns:a16="http://schemas.microsoft.com/office/drawing/2014/main" val="226831316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  <a:sym typeface="PF Square Sans Pro"/>
                        </a:rPr>
                        <a:t>My strengths 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  <a:sym typeface="PF Square Sans Pro"/>
                        </a:rPr>
                        <a:t>Fit %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6622"/>
                  </a:ext>
                </a:extLst>
              </a:tr>
              <a:tr h="1237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>
                        <a:effectLst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3760">
                        <a:buNone/>
                        <a:tabLst/>
                        <a:defRPr/>
                      </a:pPr>
                      <a:endParaRPr lang="en-US" sz="1400" b="0" i="0">
                        <a:effectLst/>
                        <a:latin typeface="Arial"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84447"/>
                  </a:ext>
                </a:extLst>
              </a:tr>
              <a:tr h="1237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>
                        <a:effectLst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3760">
                        <a:buNone/>
                        <a:tabLst/>
                        <a:defRPr/>
                      </a:pPr>
                      <a:endParaRPr lang="en-US" sz="1400" b="0" i="0">
                        <a:effectLst/>
                        <a:latin typeface="Arial"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292218"/>
                  </a:ext>
                </a:extLst>
              </a:tr>
              <a:tr h="1237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>
                        <a:effectLst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3760">
                        <a:buNone/>
                        <a:tabLst/>
                        <a:defRPr/>
                      </a:pPr>
                      <a:endParaRPr lang="en-US" sz="1400" b="0" i="0">
                        <a:effectLst/>
                        <a:latin typeface="Arial"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99555"/>
                  </a:ext>
                </a:extLst>
              </a:tr>
              <a:tr h="1237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>
                        <a:effectLst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3760">
                        <a:buNone/>
                        <a:tabLst/>
                        <a:defRPr/>
                      </a:pPr>
                      <a:endParaRPr lang="en-US" sz="1400" b="0" i="0">
                        <a:effectLst/>
                        <a:latin typeface="Arial"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816231"/>
                  </a:ext>
                </a:extLst>
              </a:tr>
              <a:tr h="1237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>
                        <a:effectLst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3760">
                        <a:buNone/>
                        <a:tabLst/>
                        <a:defRPr/>
                      </a:pPr>
                      <a:endParaRPr lang="en-US" sz="1400" b="0" i="0">
                        <a:effectLst/>
                        <a:latin typeface="Arial"/>
                        <a:sym typeface="PF Square Sans Pro"/>
                      </a:endParaRPr>
                    </a:p>
                  </a:txBody>
                  <a:tcPr marL="84192" marR="84192" marT="42097" marB="4209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97514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D24807B-655D-0A41-9327-EECE929DD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42740"/>
              </p:ext>
            </p:extLst>
          </p:nvPr>
        </p:nvGraphicFramePr>
        <p:xfrm>
          <a:off x="6728476" y="731479"/>
          <a:ext cx="3151901" cy="2066379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151901">
                  <a:extLst>
                    <a:ext uri="{9D8B030D-6E8A-4147-A177-3AD203B41FA5}">
                      <a16:colId xmlns:a16="http://schemas.microsoft.com/office/drawing/2014/main" val="2283365220"/>
                    </a:ext>
                  </a:extLst>
                </a:gridCol>
              </a:tblGrid>
              <a:tr h="39777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  <a:sym typeface="PF Square Sans Pro"/>
                        </a:rPr>
                        <a:t>Do more of   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447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292218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99555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81623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4DBFE7-2684-3C40-82B9-51E8548D8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439125"/>
              </p:ext>
            </p:extLst>
          </p:nvPr>
        </p:nvGraphicFramePr>
        <p:xfrm>
          <a:off x="6728475" y="2949125"/>
          <a:ext cx="3151901" cy="20846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151901">
                  <a:extLst>
                    <a:ext uri="{9D8B030D-6E8A-4147-A177-3AD203B41FA5}">
                      <a16:colId xmlns:a16="http://schemas.microsoft.com/office/drawing/2014/main" val="2283365220"/>
                    </a:ext>
                  </a:extLst>
                </a:gridCol>
              </a:tblGrid>
              <a:tr h="41602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  <a:sym typeface="PF Square Sans Pro"/>
                        </a:rPr>
                        <a:t>Do less of/stop        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447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292218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99555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81623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BF4CB0A-2607-CE40-B436-604F47E7C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752436"/>
              </p:ext>
            </p:extLst>
          </p:nvPr>
        </p:nvGraphicFramePr>
        <p:xfrm>
          <a:off x="6748215" y="5170245"/>
          <a:ext cx="3151901" cy="2091946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151901">
                  <a:extLst>
                    <a:ext uri="{9D8B030D-6E8A-4147-A177-3AD203B41FA5}">
                      <a16:colId xmlns:a16="http://schemas.microsoft.com/office/drawing/2014/main" val="2283365220"/>
                    </a:ext>
                  </a:extLst>
                </a:gridCol>
              </a:tblGrid>
              <a:tr h="42334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  <a:sym typeface="PF Square Sans Pro"/>
                        </a:rPr>
                        <a:t>Start to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447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292218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99555"/>
                  </a:ext>
                </a:extLst>
              </a:tr>
              <a:tr h="556201">
                <a:tc>
                  <a:txBody>
                    <a:bodyPr/>
                    <a:lstStyle/>
                    <a:p>
                      <a:endParaRPr lang="en-US" sz="1200" b="0" i="0">
                        <a:effectLst/>
                        <a:latin typeface="Arial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81623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BF9719B-2A0F-CA10-433E-C4B352C32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261"/>
            <a:ext cx="9369716" cy="8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0575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1</cp:revision>
  <cp:lastPrinted>2020-02-28T13:07:06Z</cp:lastPrinted>
  <dcterms:created xsi:type="dcterms:W3CDTF">2019-08-22T09:52:59Z</dcterms:created>
  <dcterms:modified xsi:type="dcterms:W3CDTF">2024-09-05T03:12:48Z</dcterms:modified>
</cp:coreProperties>
</file>