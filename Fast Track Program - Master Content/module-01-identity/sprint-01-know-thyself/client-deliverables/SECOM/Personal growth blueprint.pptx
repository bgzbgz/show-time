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2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35" autoAdjust="0"/>
    <p:restoredTop sz="84190" autoAdjust="0"/>
  </p:normalViewPr>
  <p:slideViewPr>
    <p:cSldViewPr snapToGrid="0">
      <p:cViewPr varScale="1">
        <p:scale>
          <a:sx n="138" d="100"/>
          <a:sy n="138" d="100"/>
        </p:scale>
        <p:origin x="28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8/30/24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8/30/24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18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7762645-9AED-6342-A4AC-7B4EB5C30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421351"/>
              </p:ext>
            </p:extLst>
          </p:nvPr>
        </p:nvGraphicFramePr>
        <p:xfrm>
          <a:off x="243567" y="810405"/>
          <a:ext cx="9669059" cy="6540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2459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2634160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  <a:gridCol w="3898241">
                  <a:extLst>
                    <a:ext uri="{9D8B030D-6E8A-4147-A177-3AD203B41FA5}">
                      <a16:colId xmlns:a16="http://schemas.microsoft.com/office/drawing/2014/main" val="4246324034"/>
                    </a:ext>
                  </a:extLst>
                </a:gridCol>
                <a:gridCol w="1794199">
                  <a:extLst>
                    <a:ext uri="{9D8B030D-6E8A-4147-A177-3AD203B41FA5}">
                      <a16:colId xmlns:a16="http://schemas.microsoft.com/office/drawing/2014/main" val="749240089"/>
                    </a:ext>
                  </a:extLst>
                </a:gridCol>
              </a:tblGrid>
              <a:tr h="400268">
                <a:tc gridSpan="4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95594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How do you see yourself in the next 10 years? Next 3 years?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09072"/>
                  </a:ext>
                </a:extLst>
              </a:tr>
              <a:tr h="113159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would it TAKE to become the best version of yourself  in the next 1 year?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133733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do you have to cut off? What is the price you are willing to pay?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340261">
                <a:tc rowSpan="6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Your plan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Goals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Action (how will you achieve the goal)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By 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79440"/>
                  </a:ext>
                </a:extLst>
              </a:tr>
              <a:tr h="475071">
                <a:tc v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358579"/>
                  </a:ext>
                </a:extLst>
              </a:tr>
              <a:tr h="475071">
                <a:tc v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8823"/>
                  </a:ext>
                </a:extLst>
              </a:tr>
              <a:tr h="475071">
                <a:tc v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23744"/>
                  </a:ext>
                </a:extLst>
              </a:tr>
              <a:tr h="475071">
                <a:tc v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542492"/>
                  </a:ext>
                </a:extLst>
              </a:tr>
              <a:tr h="475071">
                <a:tc v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12416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74ED23B1-F195-B24C-ED67-5715FFCFA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611"/>
            <a:ext cx="9230144" cy="83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8664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10832</TotalTime>
  <Words>67</Words>
  <Application>Microsoft Macintosh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PF Square Sans Pro Light</vt:lpstr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746</cp:revision>
  <cp:lastPrinted>2020-02-28T13:07:06Z</cp:lastPrinted>
  <dcterms:created xsi:type="dcterms:W3CDTF">2019-08-22T09:52:59Z</dcterms:created>
  <dcterms:modified xsi:type="dcterms:W3CDTF">2024-08-30T15:13:20Z</dcterms:modified>
</cp:coreProperties>
</file>