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7"/>
  </p:notesMasterIdLst>
  <p:handoutMasterIdLst>
    <p:handoutMasterId r:id="rId8"/>
  </p:handoutMasterIdLst>
  <p:sldIdLst>
    <p:sldId id="2579" r:id="rId4"/>
    <p:sldId id="2580" r:id="rId5"/>
    <p:sldId id="2581" r:id="rId6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59B4E-CFF0-96F9-17A9-3DD1F4E67633}" v="385" dt="2025-03-13T10:19:43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0" autoAdjust="0"/>
    <p:restoredTop sz="84273" autoAdjust="0"/>
  </p:normalViewPr>
  <p:slideViewPr>
    <p:cSldViewPr snapToGrid="0">
      <p:cViewPr varScale="1">
        <p:scale>
          <a:sx n="88" d="100"/>
          <a:sy n="88" d="100"/>
        </p:scale>
        <p:origin x="102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3e349fbbe3709d5dddaa2a96ed519f3942fed91363663ab8c8cc1ce449c6a021::" providerId="AD" clId="Web-{3B659B4E-CFF0-96F9-17A9-3DD1F4E67633}"/>
    <pc:docChg chg="modSld">
      <pc:chgData name="Guest User" userId="S::urn:spo:anon#3e349fbbe3709d5dddaa2a96ed519f3942fed91363663ab8c8cc1ce449c6a021::" providerId="AD" clId="Web-{3B659B4E-CFF0-96F9-17A9-3DD1F4E67633}" dt="2025-03-13T10:19:11.678" v="377"/>
      <pc:docMkLst>
        <pc:docMk/>
      </pc:docMkLst>
      <pc:sldChg chg="modSp">
        <pc:chgData name="Guest User" userId="S::urn:spo:anon#3e349fbbe3709d5dddaa2a96ed519f3942fed91363663ab8c8cc1ce449c6a021::" providerId="AD" clId="Web-{3B659B4E-CFF0-96F9-17A9-3DD1F4E67633}" dt="2025-03-13T10:19:11.678" v="377"/>
        <pc:sldMkLst>
          <pc:docMk/>
          <pc:sldMk cId="2480704689" sldId="2579"/>
        </pc:sldMkLst>
        <pc:graphicFrameChg chg="mod modGraphic">
          <ac:chgData name="Guest User" userId="S::urn:spo:anon#3e349fbbe3709d5dddaa2a96ed519f3942fed91363663ab8c8cc1ce449c6a021::" providerId="AD" clId="Web-{3B659B4E-CFF0-96F9-17A9-3DD1F4E67633}" dt="2025-03-13T10:17:17.234" v="41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anon#3e349fbbe3709d5dddaa2a96ed519f3942fed91363663ab8c8cc1ce449c6a021::" providerId="AD" clId="Web-{3B659B4E-CFF0-96F9-17A9-3DD1F4E67633}" dt="2025-03-13T10:19:11.678" v="377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Elena Karantagli" userId="S::elena@fasttrack-europe.com::4244063e-a01d-4737-9f82-5eb599706e2e" providerId="AD" clId="Web-{74C278DF-B887-7001-5D50-8118EBBF50E2}"/>
    <pc:docChg chg="addSld">
      <pc:chgData name="Elena Karantagli" userId="S::elena@fasttrack-europe.com::4244063e-a01d-4737-9f82-5eb599706e2e" providerId="AD" clId="Web-{74C278DF-B887-7001-5D50-8118EBBF50E2}" dt="2025-03-10T12:42:01.040" v="1"/>
      <pc:docMkLst>
        <pc:docMk/>
      </pc:docMkLst>
      <pc:sldChg chg="new">
        <pc:chgData name="Elena Karantagli" userId="S::elena@fasttrack-europe.com::4244063e-a01d-4737-9f82-5eb599706e2e" providerId="AD" clId="Web-{74C278DF-B887-7001-5D50-8118EBBF50E2}" dt="2025-03-10T12:41:59.774" v="0"/>
        <pc:sldMkLst>
          <pc:docMk/>
          <pc:sldMk cId="4034454311" sldId="2580"/>
        </pc:sldMkLst>
      </pc:sldChg>
      <pc:sldChg chg="new">
        <pc:chgData name="Elena Karantagli" userId="S::elena@fasttrack-europe.com::4244063e-a01d-4737-9f82-5eb599706e2e" providerId="AD" clId="Web-{74C278DF-B887-7001-5D50-8118EBBF50E2}" dt="2025-03-10T12:42:01.040" v="1"/>
        <pc:sldMkLst>
          <pc:docMk/>
          <pc:sldMk cId="2994374882" sldId="2581"/>
        </pc:sldMkLst>
      </pc:sldChg>
    </pc:docChg>
  </pc:docChgLst>
  <pc:docChgLst>
    <pc:chgData name="Guest User" userId="S::urn:spo:anon#2c9e90375451f32d18c269e9211de87acd9711a9fda099d9ff43ef2c126f6847::" providerId="AD" clId="Web-{FF80746B-B8C4-64D6-F717-3DB218A51F60}"/>
    <pc:docChg chg="modSld">
      <pc:chgData name="Guest User" userId="S::urn:spo:anon#2c9e90375451f32d18c269e9211de87acd9711a9fda099d9ff43ef2c126f6847::" providerId="AD" clId="Web-{FF80746B-B8C4-64D6-F717-3DB218A51F60}" dt="2024-11-14T06:06:31.844" v="1"/>
      <pc:docMkLst>
        <pc:docMk/>
      </pc:docMkLst>
      <pc:sldChg chg="modSp">
        <pc:chgData name="Guest User" userId="S::urn:spo:anon#2c9e90375451f32d18c269e9211de87acd9711a9fda099d9ff43ef2c126f6847::" providerId="AD" clId="Web-{FF80746B-B8C4-64D6-F717-3DB218A51F60}" dt="2024-11-14T06:06:31.844" v="1"/>
        <pc:sldMkLst>
          <pc:docMk/>
          <pc:sldMk cId="2480704689" sldId="2579"/>
        </pc:sldMkLst>
        <pc:graphicFrameChg chg="mod modGraphic">
          <ac:chgData name="Guest User" userId="S::urn:spo:anon#2c9e90375451f32d18c269e9211de87acd9711a9fda099d9ff43ef2c126f6847::" providerId="AD" clId="Web-{FF80746B-B8C4-64D6-F717-3DB218A51F60}" dt="2024-11-14T06:06:31.844" v="1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3/13/2025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15634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Work Life Harmony 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c</a:t>
                      </a:r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AI tools for enhance Analytical strength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r>
                        <a:rPr lang="en-GB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Continous</a:t>
                      </a:r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  leadership Learning 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Upskilling programmes for PNL Team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516188"/>
              </p:ext>
            </p:extLst>
          </p:nvPr>
        </p:nvGraphicFramePr>
        <p:xfrm>
          <a:off x="94485" y="685383"/>
          <a:ext cx="9804825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825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171450" indent="-171450" algn="l" fontAlgn="t">
                        <a:buFont typeface="Calibri"/>
                        <a:buChar char="-"/>
                      </a:pP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60CD80-1F31-64DE-B0A3-7B777F1F3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A3D3A-8C7E-AD96-7EA6-2A5BD0334148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958E6-C228-0F3E-F6F2-627A66C672F2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86CCD4-CF3F-F42A-703B-68AB80EF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25A066-3D27-4DDA-48E1-56E6E590E2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3D1FE3-9AEE-A7F4-8036-D168B80E9E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5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B3DE9B-1BE7-5E4C-C0A8-D6CFAE7AF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39C99-FE18-82E1-7E54-F24427CEE7FA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69393-F45F-5B29-84E9-FCE519541387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C1C6C1-F7FE-E072-8BC5-A176C773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4C9EE7-C05D-5511-4DE5-7293C76E13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AABD3-3180-FF0A-0CC7-2E09210E9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37488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10870</TotalTime>
  <Words>14</Words>
  <Application>Microsoft Office PowerPoint</Application>
  <PresentationFormat>Custom</PresentationFormat>
  <Paragraphs>5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4_Custom Design</vt:lpstr>
      <vt:lpstr>5_Custom Design</vt:lpstr>
      <vt:lpstr>SOLIDS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789</cp:revision>
  <cp:lastPrinted>2020-02-28T13:07:06Z</cp:lastPrinted>
  <dcterms:created xsi:type="dcterms:W3CDTF">2019-08-22T09:52:59Z</dcterms:created>
  <dcterms:modified xsi:type="dcterms:W3CDTF">2025-03-13T10:19:43Z</dcterms:modified>
</cp:coreProperties>
</file>