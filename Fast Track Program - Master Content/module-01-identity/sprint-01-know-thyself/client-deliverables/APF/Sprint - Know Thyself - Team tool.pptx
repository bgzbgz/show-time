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477" r:id="rId1"/>
    <p:sldMasterId id="2147484485" r:id="rId2"/>
    <p:sldMasterId id="2147484487" r:id="rId3"/>
  </p:sldMasterIdLst>
  <p:notesMasterIdLst>
    <p:notesMasterId r:id="rId5"/>
  </p:notesMasterIdLst>
  <p:handoutMasterIdLst>
    <p:handoutMasterId r:id="rId6"/>
  </p:handoutMasterIdLst>
  <p:sldIdLst>
    <p:sldId id="2579" r:id="rId4"/>
  </p:sldIdLst>
  <p:sldSz cx="10688638" cy="7562850"/>
  <p:notesSz cx="6954838" cy="9240838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tanas" initials="AY" lastIdx="1" clrIdx="0">
    <p:extLst>
      <p:ext uri="{19B8F6BF-5375-455C-9EA6-DF929625EA0E}">
        <p15:presenceInfo xmlns:p15="http://schemas.microsoft.com/office/powerpoint/2012/main" userId="Atanas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469"/>
    <a:srgbClr val="717272"/>
    <a:srgbClr val="3D233B"/>
    <a:srgbClr val="B2B2B2"/>
    <a:srgbClr val="FCC100"/>
    <a:srgbClr val="0D3272"/>
    <a:srgbClr val="B46F59"/>
    <a:srgbClr val="0F85CE"/>
    <a:srgbClr val="EEEDEE"/>
    <a:srgbClr val="89BF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0A73251-2992-4E12-44E6-66903ED8DF09}" v="695" dt="2025-10-20T22:51:23.928"/>
    <p1510:client id="{6A8ACE59-CE6A-E93C-988D-4D2860B53FD8}" v="16" dt="2025-10-20T23:26:50.163"/>
    <p1510:client id="{BDE1133D-4FA3-0647-5164-09D1DD9BC395}" v="108" dt="2025-10-20T23:32:52.626"/>
    <p1510:client id="{C5A92F07-647C-6341-5C04-5FF1738D75D6}" v="372" dt="2025-10-20T17:46:27.796"/>
    <p1510:client id="{CB67B710-BC98-A521-7091-A984FBD90F68}" v="476" dt="2025-10-20T03:36:10.752"/>
    <p1510:client id="{CCBF4EF5-4010-0EB0-B283-AB93F2EB3707}" v="1163" dt="2025-10-20T18:58:43.384"/>
    <p1510:client id="{ECF1723B-7A3F-F88F-41A0-9A61A7E721D0}" v="1235" dt="2025-10-20T20:40:21.51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Master" Target="slideMasters/slideMaster3.xml"/><Relationship Id="rId7" Type="http://schemas.openxmlformats.org/officeDocument/2006/relationships/commentAuthors" Target="commentAuthors.xml"/><Relationship Id="rId12" Type="http://schemas.microsoft.com/office/2016/11/relationships/changesInfo" Target="changesInfos/changesInfo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11" Type="http://schemas.openxmlformats.org/officeDocument/2006/relationships/tableStyles" Target="tableStyles.xml"/><Relationship Id="rId5" Type="http://schemas.openxmlformats.org/officeDocument/2006/relationships/notesMaster" Target="notesMasters/notesMaster1.xml"/><Relationship Id="rId10" Type="http://schemas.openxmlformats.org/officeDocument/2006/relationships/theme" Target="theme/theme1.xml"/><Relationship Id="rId4" Type="http://schemas.openxmlformats.org/officeDocument/2006/relationships/slide" Target="slides/slide1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Usuario invitado" userId="S::urn:spo:tenantanon#d8163fcc-b7a2-4879-8dc8-6db2ed262757::" providerId="AD" clId="Web-{60A73251-2992-4E12-44E6-66903ED8DF09}"/>
    <pc:docChg chg="modSld">
      <pc:chgData name="Usuario invitado" userId="S::urn:spo:tenantanon#d8163fcc-b7a2-4879-8dc8-6db2ed262757::" providerId="AD" clId="Web-{60A73251-2992-4E12-44E6-66903ED8DF09}" dt="2025-10-20T22:51:11.084" v="687"/>
      <pc:docMkLst>
        <pc:docMk/>
      </pc:docMkLst>
      <pc:sldChg chg="modSp">
        <pc:chgData name="Usuario invitado" userId="S::urn:spo:tenantanon#d8163fcc-b7a2-4879-8dc8-6db2ed262757::" providerId="AD" clId="Web-{60A73251-2992-4E12-44E6-66903ED8DF09}" dt="2025-10-20T22:51:11.084" v="687"/>
        <pc:sldMkLst>
          <pc:docMk/>
          <pc:sldMk cId="2480704689" sldId="2579"/>
        </pc:sldMkLst>
        <pc:graphicFrameChg chg="mod modGraphic">
          <ac:chgData name="Usuario invitado" userId="S::urn:spo:tenantanon#d8163fcc-b7a2-4879-8dc8-6db2ed262757::" providerId="AD" clId="Web-{60A73251-2992-4E12-44E6-66903ED8DF09}" dt="2025-10-20T22:51:11.084" v="687"/>
          <ac:graphicFrameMkLst>
            <pc:docMk/>
            <pc:sldMk cId="2480704689" sldId="2579"/>
            <ac:graphicFrameMk id="3" creationId="{4E7CF449-72C9-DE95-7C92-C80F86FE9E32}"/>
          </ac:graphicFrameMkLst>
        </pc:graphicFrameChg>
      </pc:sldChg>
    </pc:docChg>
  </pc:docChgLst>
  <pc:docChgLst>
    <pc:chgData name="Usuario invitado" userId="S::urn:spo:tenantanon#d8163fcc-b7a2-4879-8dc8-6db2ed262757::" providerId="AD" clId="Web-{ECF1723B-7A3F-F88F-41A0-9A61A7E721D0}"/>
    <pc:docChg chg="modSld">
      <pc:chgData name="Usuario invitado" userId="S::urn:spo:tenantanon#d8163fcc-b7a2-4879-8dc8-6db2ed262757::" providerId="AD" clId="Web-{ECF1723B-7A3F-F88F-41A0-9A61A7E721D0}" dt="2025-10-20T20:40:17.409" v="1227"/>
      <pc:docMkLst>
        <pc:docMk/>
      </pc:docMkLst>
      <pc:sldChg chg="modSp">
        <pc:chgData name="Usuario invitado" userId="S::urn:spo:tenantanon#d8163fcc-b7a2-4879-8dc8-6db2ed262757::" providerId="AD" clId="Web-{ECF1723B-7A3F-F88F-41A0-9A61A7E721D0}" dt="2025-10-20T20:40:17.409" v="1227"/>
        <pc:sldMkLst>
          <pc:docMk/>
          <pc:sldMk cId="2480704689" sldId="2579"/>
        </pc:sldMkLst>
        <pc:graphicFrameChg chg="mod modGraphic">
          <ac:chgData name="Usuario invitado" userId="S::urn:spo:tenantanon#d8163fcc-b7a2-4879-8dc8-6db2ed262757::" providerId="AD" clId="Web-{ECF1723B-7A3F-F88F-41A0-9A61A7E721D0}" dt="2025-10-20T20:40:17.409" v="1227"/>
          <ac:graphicFrameMkLst>
            <pc:docMk/>
            <pc:sldMk cId="2480704689" sldId="2579"/>
            <ac:graphicFrameMk id="3" creationId="{4E7CF449-72C9-DE95-7C92-C80F86FE9E32}"/>
          </ac:graphicFrameMkLst>
        </pc:graphicFrameChg>
      </pc:sldChg>
    </pc:docChg>
  </pc:docChgLst>
  <pc:docChgLst>
    <pc:chgData name="Usuario invitado" userId="S::urn:spo:tenantanon#d8163fcc-b7a2-4879-8dc8-6db2ed262757::" providerId="AD" clId="Web-{2D719979-3975-854C-7D7A-75833738DE0F}"/>
    <pc:docChg chg="modSld">
      <pc:chgData name="Usuario invitado" userId="S::urn:spo:tenantanon#d8163fcc-b7a2-4879-8dc8-6db2ed262757::" providerId="AD" clId="Web-{2D719979-3975-854C-7D7A-75833738DE0F}" dt="2025-10-17T19:26:17.407" v="15"/>
      <pc:docMkLst>
        <pc:docMk/>
      </pc:docMkLst>
      <pc:sldChg chg="modSp">
        <pc:chgData name="Usuario invitado" userId="S::urn:spo:tenantanon#d8163fcc-b7a2-4879-8dc8-6db2ed262757::" providerId="AD" clId="Web-{2D719979-3975-854C-7D7A-75833738DE0F}" dt="2025-10-17T19:26:17.407" v="15"/>
        <pc:sldMkLst>
          <pc:docMk/>
          <pc:sldMk cId="2480704689" sldId="2579"/>
        </pc:sldMkLst>
        <pc:graphicFrameChg chg="mod modGraphic">
          <ac:chgData name="Usuario invitado" userId="S::urn:spo:tenantanon#d8163fcc-b7a2-4879-8dc8-6db2ed262757::" providerId="AD" clId="Web-{2D719979-3975-854C-7D7A-75833738DE0F}" dt="2025-10-17T19:26:17.407" v="15"/>
          <ac:graphicFrameMkLst>
            <pc:docMk/>
            <pc:sldMk cId="2480704689" sldId="2579"/>
            <ac:graphicFrameMk id="3" creationId="{4E7CF449-72C9-DE95-7C92-C80F86FE9E32}"/>
          </ac:graphicFrameMkLst>
        </pc:graphicFrameChg>
      </pc:sldChg>
    </pc:docChg>
  </pc:docChgLst>
  <pc:docChgLst>
    <pc:chgData name="Usuario invitado" userId="S::urn:spo:tenantanon#d8163fcc-b7a2-4879-8dc8-6db2ed262757::" providerId="AD" clId="Web-{7CD3AD53-2275-FAD7-EEB1-626348172F9F}"/>
    <pc:docChg chg="modSld">
      <pc:chgData name="Usuario invitado" userId="S::urn:spo:tenantanon#d8163fcc-b7a2-4879-8dc8-6db2ed262757::" providerId="AD" clId="Web-{7CD3AD53-2275-FAD7-EEB1-626348172F9F}" dt="2025-10-17T19:43:46.483" v="785"/>
      <pc:docMkLst>
        <pc:docMk/>
      </pc:docMkLst>
      <pc:sldChg chg="modSp">
        <pc:chgData name="Usuario invitado" userId="S::urn:spo:tenantanon#d8163fcc-b7a2-4879-8dc8-6db2ed262757::" providerId="AD" clId="Web-{7CD3AD53-2275-FAD7-EEB1-626348172F9F}" dt="2025-10-17T19:43:46.483" v="785"/>
        <pc:sldMkLst>
          <pc:docMk/>
          <pc:sldMk cId="2480704689" sldId="2579"/>
        </pc:sldMkLst>
        <pc:graphicFrameChg chg="mod modGraphic">
          <ac:chgData name="Usuario invitado" userId="S::urn:spo:tenantanon#d8163fcc-b7a2-4879-8dc8-6db2ed262757::" providerId="AD" clId="Web-{7CD3AD53-2275-FAD7-EEB1-626348172F9F}" dt="2025-10-17T19:43:46.483" v="785"/>
          <ac:graphicFrameMkLst>
            <pc:docMk/>
            <pc:sldMk cId="2480704689" sldId="2579"/>
            <ac:graphicFrameMk id="3" creationId="{4E7CF449-72C9-DE95-7C92-C80F86FE9E32}"/>
          </ac:graphicFrameMkLst>
        </pc:graphicFrameChg>
      </pc:sldChg>
    </pc:docChg>
  </pc:docChgLst>
  <pc:docChgLst>
    <pc:chgData name="Usuario invitado" userId="S::urn:spo:tenantanon#d8163fcc-b7a2-4879-8dc8-6db2ed262757::" providerId="AD" clId="Web-{C5A92F07-647C-6341-5C04-5FF1738D75D6}"/>
    <pc:docChg chg="modSld">
      <pc:chgData name="Usuario invitado" userId="S::urn:spo:tenantanon#d8163fcc-b7a2-4879-8dc8-6db2ed262757::" providerId="AD" clId="Web-{C5A92F07-647C-6341-5C04-5FF1738D75D6}" dt="2025-10-20T17:46:27.796" v="371"/>
      <pc:docMkLst>
        <pc:docMk/>
      </pc:docMkLst>
      <pc:sldChg chg="modSp">
        <pc:chgData name="Usuario invitado" userId="S::urn:spo:tenantanon#d8163fcc-b7a2-4879-8dc8-6db2ed262757::" providerId="AD" clId="Web-{C5A92F07-647C-6341-5C04-5FF1738D75D6}" dt="2025-10-20T17:46:27.796" v="371"/>
        <pc:sldMkLst>
          <pc:docMk/>
          <pc:sldMk cId="2480704689" sldId="2579"/>
        </pc:sldMkLst>
        <pc:graphicFrameChg chg="mod modGraphic">
          <ac:chgData name="Usuario invitado" userId="S::urn:spo:tenantanon#d8163fcc-b7a2-4879-8dc8-6db2ed262757::" providerId="AD" clId="Web-{C5A92F07-647C-6341-5C04-5FF1738D75D6}" dt="2025-10-20T17:46:27.796" v="371"/>
          <ac:graphicFrameMkLst>
            <pc:docMk/>
            <pc:sldMk cId="2480704689" sldId="2579"/>
            <ac:graphicFrameMk id="3" creationId="{4E7CF449-72C9-DE95-7C92-C80F86FE9E32}"/>
          </ac:graphicFrameMkLst>
        </pc:graphicFrameChg>
      </pc:sldChg>
    </pc:docChg>
  </pc:docChgLst>
  <pc:docChgLst>
    <pc:chgData name="Usuario invitado" userId="S::urn:spo:tenantanon#d8163fcc-b7a2-4879-8dc8-6db2ed262757::" providerId="AD" clId="Web-{D32E72F9-41D9-1F29-1E6C-855D84508F84}"/>
    <pc:docChg chg="modSld">
      <pc:chgData name="Usuario invitado" userId="S::urn:spo:tenantanon#d8163fcc-b7a2-4879-8dc8-6db2ed262757::" providerId="AD" clId="Web-{D32E72F9-41D9-1F29-1E6C-855D84508F84}" dt="2025-10-15T18:51:04.366" v="15"/>
      <pc:docMkLst>
        <pc:docMk/>
      </pc:docMkLst>
      <pc:sldChg chg="modSp">
        <pc:chgData name="Usuario invitado" userId="S::urn:spo:tenantanon#d8163fcc-b7a2-4879-8dc8-6db2ed262757::" providerId="AD" clId="Web-{D32E72F9-41D9-1F29-1E6C-855D84508F84}" dt="2025-10-15T18:51:04.366" v="15"/>
        <pc:sldMkLst>
          <pc:docMk/>
          <pc:sldMk cId="2480704689" sldId="2579"/>
        </pc:sldMkLst>
        <pc:graphicFrameChg chg="mod modGraphic">
          <ac:chgData name="Usuario invitado" userId="S::urn:spo:tenantanon#d8163fcc-b7a2-4879-8dc8-6db2ed262757::" providerId="AD" clId="Web-{D32E72F9-41D9-1F29-1E6C-855D84508F84}" dt="2025-10-15T18:50:38.350" v="13"/>
          <ac:graphicFrameMkLst>
            <pc:docMk/>
            <pc:sldMk cId="2480704689" sldId="2579"/>
            <ac:graphicFrameMk id="3" creationId="{4E7CF449-72C9-DE95-7C92-C80F86FE9E32}"/>
          </ac:graphicFrameMkLst>
        </pc:graphicFrameChg>
        <pc:graphicFrameChg chg="mod modGraphic">
          <ac:chgData name="Usuario invitado" userId="S::urn:spo:tenantanon#d8163fcc-b7a2-4879-8dc8-6db2ed262757::" providerId="AD" clId="Web-{D32E72F9-41D9-1F29-1E6C-855D84508F84}" dt="2025-10-15T18:51:04.366" v="15"/>
          <ac:graphicFrameMkLst>
            <pc:docMk/>
            <pc:sldMk cId="2480704689" sldId="2579"/>
            <ac:graphicFrameMk id="5" creationId="{6299D935-5D86-5BBC-DFB2-D1461E84A089}"/>
          </ac:graphicFrameMkLst>
        </pc:graphicFrameChg>
      </pc:sldChg>
    </pc:docChg>
  </pc:docChgLst>
  <pc:docChgLst>
    <pc:chgData name="Guest User" userId="S::urn:spo:tenantanon#d8163fcc-b7a2-4879-8dc8-6db2ed262757::" providerId="AD" clId="Web-{3F349C6D-3D3D-F1DD-503B-96565D2E17AA}"/>
    <pc:docChg chg="modSld">
      <pc:chgData name="Guest User" userId="S::urn:spo:tenantanon#d8163fcc-b7a2-4879-8dc8-6db2ed262757::" providerId="AD" clId="Web-{3F349C6D-3D3D-F1DD-503B-96565D2E17AA}" dt="2025-09-25T06:38:09.480" v="483"/>
      <pc:docMkLst>
        <pc:docMk/>
      </pc:docMkLst>
      <pc:sldChg chg="modSp">
        <pc:chgData name="Guest User" userId="S::urn:spo:tenantanon#d8163fcc-b7a2-4879-8dc8-6db2ed262757::" providerId="AD" clId="Web-{3F349C6D-3D3D-F1DD-503B-96565D2E17AA}" dt="2025-09-25T06:38:09.480" v="483"/>
        <pc:sldMkLst>
          <pc:docMk/>
          <pc:sldMk cId="2480704689" sldId="2579"/>
        </pc:sldMkLst>
        <pc:graphicFrameChg chg="mod modGraphic">
          <ac:chgData name="Guest User" userId="S::urn:spo:tenantanon#d8163fcc-b7a2-4879-8dc8-6db2ed262757::" providerId="AD" clId="Web-{3F349C6D-3D3D-F1DD-503B-96565D2E17AA}" dt="2025-09-25T06:38:09.480" v="483"/>
          <ac:graphicFrameMkLst>
            <pc:docMk/>
            <pc:sldMk cId="2480704689" sldId="2579"/>
            <ac:graphicFrameMk id="3" creationId="{4E7CF449-72C9-DE95-7C92-C80F86FE9E32}"/>
          </ac:graphicFrameMkLst>
        </pc:graphicFrameChg>
        <pc:graphicFrameChg chg="mod modGraphic">
          <ac:chgData name="Guest User" userId="S::urn:spo:tenantanon#d8163fcc-b7a2-4879-8dc8-6db2ed262757::" providerId="AD" clId="Web-{3F349C6D-3D3D-F1DD-503B-96565D2E17AA}" dt="2025-09-25T06:12:25.749" v="83"/>
          <ac:graphicFrameMkLst>
            <pc:docMk/>
            <pc:sldMk cId="2480704689" sldId="2579"/>
            <ac:graphicFrameMk id="5" creationId="{6299D935-5D86-5BBC-DFB2-D1461E84A089}"/>
          </ac:graphicFrameMkLst>
        </pc:graphicFrameChg>
      </pc:sldChg>
    </pc:docChg>
  </pc:docChgLst>
  <pc:docChgLst>
    <pc:chgData name="Usuario invitado" userId="S::urn:spo:tenantanon#d8163fcc-b7a2-4879-8dc8-6db2ed262757::" providerId="AD" clId="Web-{CB67B710-BC98-A521-7091-A984FBD90F68}"/>
    <pc:docChg chg="modSld">
      <pc:chgData name="Usuario invitado" userId="S::urn:spo:tenantanon#d8163fcc-b7a2-4879-8dc8-6db2ed262757::" providerId="AD" clId="Web-{CB67B710-BC98-A521-7091-A984FBD90F68}" dt="2025-10-20T03:36:10.752" v="475"/>
      <pc:docMkLst>
        <pc:docMk/>
      </pc:docMkLst>
      <pc:sldChg chg="modSp">
        <pc:chgData name="Usuario invitado" userId="S::urn:spo:tenantanon#d8163fcc-b7a2-4879-8dc8-6db2ed262757::" providerId="AD" clId="Web-{CB67B710-BC98-A521-7091-A984FBD90F68}" dt="2025-10-20T03:36:10.752" v="475"/>
        <pc:sldMkLst>
          <pc:docMk/>
          <pc:sldMk cId="2480704689" sldId="2579"/>
        </pc:sldMkLst>
        <pc:graphicFrameChg chg="mod modGraphic">
          <ac:chgData name="Usuario invitado" userId="S::urn:spo:tenantanon#d8163fcc-b7a2-4879-8dc8-6db2ed262757::" providerId="AD" clId="Web-{CB67B710-BC98-A521-7091-A984FBD90F68}" dt="2025-10-20T03:36:10.752" v="475"/>
          <ac:graphicFrameMkLst>
            <pc:docMk/>
            <pc:sldMk cId="2480704689" sldId="2579"/>
            <ac:graphicFrameMk id="3" creationId="{4E7CF449-72C9-DE95-7C92-C80F86FE9E32}"/>
          </ac:graphicFrameMkLst>
        </pc:graphicFrameChg>
      </pc:sldChg>
    </pc:docChg>
  </pc:docChgLst>
  <pc:docChgLst>
    <pc:chgData name="Usuario invitado" userId="S::urn:spo:tenantanon#d8163fcc-b7a2-4879-8dc8-6db2ed262757::" providerId="AD" clId="Web-{6A8ACE59-CE6A-E93C-988D-4D2860B53FD8}"/>
    <pc:docChg chg="modSld">
      <pc:chgData name="Usuario invitado" userId="S::urn:spo:tenantanon#d8163fcc-b7a2-4879-8dc8-6db2ed262757::" providerId="AD" clId="Web-{6A8ACE59-CE6A-E93C-988D-4D2860B53FD8}" dt="2025-10-20T23:26:37.069" v="12"/>
      <pc:docMkLst>
        <pc:docMk/>
      </pc:docMkLst>
      <pc:sldChg chg="modSp">
        <pc:chgData name="Usuario invitado" userId="S::urn:spo:tenantanon#d8163fcc-b7a2-4879-8dc8-6db2ed262757::" providerId="AD" clId="Web-{6A8ACE59-CE6A-E93C-988D-4D2860B53FD8}" dt="2025-10-20T23:26:37.069" v="12"/>
        <pc:sldMkLst>
          <pc:docMk/>
          <pc:sldMk cId="2480704689" sldId="2579"/>
        </pc:sldMkLst>
        <pc:graphicFrameChg chg="mod modGraphic">
          <ac:chgData name="Usuario invitado" userId="S::urn:spo:tenantanon#d8163fcc-b7a2-4879-8dc8-6db2ed262757::" providerId="AD" clId="Web-{6A8ACE59-CE6A-E93C-988D-4D2860B53FD8}" dt="2025-10-20T23:26:37.069" v="12"/>
          <ac:graphicFrameMkLst>
            <pc:docMk/>
            <pc:sldMk cId="2480704689" sldId="2579"/>
            <ac:graphicFrameMk id="3" creationId="{4E7CF449-72C9-DE95-7C92-C80F86FE9E32}"/>
          </ac:graphicFrameMkLst>
        </pc:graphicFrameChg>
      </pc:sldChg>
    </pc:docChg>
  </pc:docChgLst>
  <pc:docChgLst>
    <pc:chgData name="Usuario invitado" userId="S::urn:spo:tenantanon#d8163fcc-b7a2-4879-8dc8-6db2ed262757::" providerId="AD" clId="Web-{CCBF4EF5-4010-0EB0-B283-AB93F2EB3707}"/>
    <pc:docChg chg="modSld">
      <pc:chgData name="Usuario invitado" userId="S::urn:spo:tenantanon#d8163fcc-b7a2-4879-8dc8-6db2ed262757::" providerId="AD" clId="Web-{CCBF4EF5-4010-0EB0-B283-AB93F2EB3707}" dt="2025-10-20T18:58:28.615" v="1155"/>
      <pc:docMkLst>
        <pc:docMk/>
      </pc:docMkLst>
    </pc:docChg>
  </pc:docChgLst>
  <pc:docChgLst>
    <pc:chgData clId="Web-{3F349C6D-3D3D-F1DD-503B-96565D2E17AA}"/>
    <pc:docChg chg="modSld">
      <pc:chgData name="" userId="" providerId="" clId="Web-{3F349C6D-3D3D-F1DD-503B-96565D2E17AA}" dt="2025-09-25T06:11:51.906" v="5"/>
      <pc:docMkLst>
        <pc:docMk/>
      </pc:docMkLst>
    </pc:docChg>
  </pc:docChgLst>
  <pc:docChgLst>
    <pc:chgData name="Usuario invitado" userId="S::urn:spo:tenantanon#d8163fcc-b7a2-4879-8dc8-6db2ed262757::" providerId="AD" clId="Web-{BDE1133D-4FA3-0647-5164-09D1DD9BC395}"/>
    <pc:docChg chg="modSld">
      <pc:chgData name="Usuario invitado" userId="S::urn:spo:tenantanon#d8163fcc-b7a2-4879-8dc8-6db2ed262757::" providerId="AD" clId="Web-{BDE1133D-4FA3-0647-5164-09D1DD9BC395}" dt="2025-10-20T23:32:45.531" v="20"/>
      <pc:docMkLst>
        <pc:docMk/>
      </pc:docMkLst>
      <pc:sldChg chg="addSp delSp modSp">
        <pc:chgData name="Usuario invitado" userId="S::urn:spo:tenantanon#d8163fcc-b7a2-4879-8dc8-6db2ed262757::" providerId="AD" clId="Web-{BDE1133D-4FA3-0647-5164-09D1DD9BC395}" dt="2025-10-20T23:32:45.531" v="20"/>
        <pc:sldMkLst>
          <pc:docMk/>
          <pc:sldMk cId="2480704689" sldId="2579"/>
        </pc:sldMkLst>
        <pc:graphicFrameChg chg="add del mod modGraphic">
          <ac:chgData name="Usuario invitado" userId="S::urn:spo:tenantanon#d8163fcc-b7a2-4879-8dc8-6db2ed262757::" providerId="AD" clId="Web-{BDE1133D-4FA3-0647-5164-09D1DD9BC395}" dt="2025-10-20T23:29:53.786" v="6"/>
          <ac:graphicFrameMkLst>
            <pc:docMk/>
            <pc:sldMk cId="2480704689" sldId="2579"/>
            <ac:graphicFrameMk id="3" creationId="{4E7CF449-72C9-DE95-7C92-C80F86FE9E32}"/>
          </ac:graphicFrameMkLst>
        </pc:graphicFrameChg>
        <pc:graphicFrameChg chg="mod modGraphic">
          <ac:chgData name="Usuario invitado" userId="S::urn:spo:tenantanon#d8163fcc-b7a2-4879-8dc8-6db2ed262757::" providerId="AD" clId="Web-{BDE1133D-4FA3-0647-5164-09D1DD9BC395}" dt="2025-10-20T23:32:45.531" v="20"/>
          <ac:graphicFrameMkLst>
            <pc:docMk/>
            <pc:sldMk cId="2480704689" sldId="2579"/>
            <ac:graphicFrameMk id="5" creationId="{6299D935-5D86-5BBC-DFB2-D1461E84A089}"/>
          </ac:graphicFrameMkLst>
        </pc:graphicFrame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3763" cy="463647"/>
          </a:xfrm>
          <a:prstGeom prst="rect">
            <a:avLst/>
          </a:prstGeom>
        </p:spPr>
        <p:txBody>
          <a:bodyPr vert="horz" lIns="92546" tIns="46273" rIns="92546" bIns="46273" rtlCol="0"/>
          <a:lstStyle>
            <a:lvl1pPr algn="l">
              <a:defRPr sz="1200"/>
            </a:lvl1pPr>
          </a:lstStyle>
          <a:p>
            <a:pPr>
              <a:defRPr/>
            </a:pPr>
            <a:endParaRPr lang="en-US">
              <a:latin typeface="Arial" panose="020B0604020202020204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39466" y="0"/>
            <a:ext cx="3013763" cy="463647"/>
          </a:xfrm>
          <a:prstGeom prst="rect">
            <a:avLst/>
          </a:prstGeom>
        </p:spPr>
        <p:txBody>
          <a:bodyPr vert="horz" lIns="92546" tIns="46273" rIns="92546" bIns="46273" rtlCol="0"/>
          <a:lstStyle>
            <a:lvl1pPr algn="r">
              <a:defRPr sz="1200"/>
            </a:lvl1pPr>
          </a:lstStyle>
          <a:p>
            <a:pPr>
              <a:defRPr/>
            </a:pPr>
            <a:fld id="{96457D4A-3A70-4343-9758-775435F7A22E}" type="datetimeFigureOut">
              <a:rPr lang="en-US">
                <a:latin typeface="Arial" panose="020B0604020202020204" pitchFamily="34" charset="0"/>
              </a:rPr>
              <a:pPr>
                <a:defRPr/>
              </a:pPr>
              <a:t>10/20/2025</a:t>
            </a:fld>
            <a:endParaRPr lang="en-US">
              <a:latin typeface="Arial" panose="020B060402020202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777193"/>
            <a:ext cx="3013763" cy="463646"/>
          </a:xfrm>
          <a:prstGeom prst="rect">
            <a:avLst/>
          </a:prstGeom>
        </p:spPr>
        <p:txBody>
          <a:bodyPr vert="horz" lIns="92546" tIns="46273" rIns="92546" bIns="46273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>
              <a:latin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39466" y="8777193"/>
            <a:ext cx="3013763" cy="463646"/>
          </a:xfrm>
          <a:prstGeom prst="rect">
            <a:avLst/>
          </a:prstGeom>
        </p:spPr>
        <p:txBody>
          <a:bodyPr vert="horz" lIns="92546" tIns="46273" rIns="92546" bIns="46273" rtlCol="0" anchor="b"/>
          <a:lstStyle>
            <a:lvl1pPr algn="r">
              <a:defRPr sz="1200"/>
            </a:lvl1pPr>
          </a:lstStyle>
          <a:p>
            <a:pPr>
              <a:defRPr/>
            </a:pPr>
            <a:fld id="{C8683F37-8904-4846-9242-6A858545E9E1}" type="slidenum">
              <a:rPr lang="en-US">
                <a:latin typeface="Arial" panose="020B0604020202020204" pitchFamily="34" charset="0"/>
              </a:rPr>
              <a:pPr>
                <a:defRPr/>
              </a:pPr>
              <a:t>‹#›</a:t>
            </a:fld>
            <a:endParaRPr 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3763" cy="463647"/>
          </a:xfrm>
          <a:prstGeom prst="rect">
            <a:avLst/>
          </a:prstGeom>
        </p:spPr>
        <p:txBody>
          <a:bodyPr vert="horz" lIns="92546" tIns="46273" rIns="92546" bIns="46273" rtlCol="0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39466" y="0"/>
            <a:ext cx="3013763" cy="463647"/>
          </a:xfrm>
          <a:prstGeom prst="rect">
            <a:avLst/>
          </a:prstGeom>
        </p:spPr>
        <p:txBody>
          <a:bodyPr vert="horz" lIns="92546" tIns="46273" rIns="92546" bIns="46273" rtlCol="0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754FBBB8-96E2-494F-B716-7974840A6007}" type="datetimeFigureOut">
              <a:rPr lang="en-US" smtClean="0"/>
              <a:pPr>
                <a:defRPr/>
              </a:pPr>
              <a:t>10/20/2025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74763" y="1155700"/>
            <a:ext cx="4405312" cy="31178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546" tIns="46273" rIns="92546" bIns="46273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95484" y="4447153"/>
            <a:ext cx="5563870" cy="3638580"/>
          </a:xfrm>
          <a:prstGeom prst="rect">
            <a:avLst/>
          </a:prstGeom>
        </p:spPr>
        <p:txBody>
          <a:bodyPr vert="horz" lIns="92546" tIns="46273" rIns="92546" bIns="46273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777193"/>
            <a:ext cx="3013763" cy="463646"/>
          </a:xfrm>
          <a:prstGeom prst="rect">
            <a:avLst/>
          </a:prstGeom>
        </p:spPr>
        <p:txBody>
          <a:bodyPr vert="horz" lIns="92546" tIns="46273" rIns="92546" bIns="46273" rtlCol="0" anchor="b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39466" y="8777193"/>
            <a:ext cx="3013763" cy="463646"/>
          </a:xfrm>
          <a:prstGeom prst="rect">
            <a:avLst/>
          </a:prstGeom>
        </p:spPr>
        <p:txBody>
          <a:bodyPr vert="horz" lIns="92546" tIns="46273" rIns="92546" bIns="46273" rtlCol="0" anchor="b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D1F6A1A1-8B93-49C9-AFC7-D0DF50B75203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1F6A1A1-8B93-49C9-AFC7-D0DF50B7520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679526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_WHITE_1_Colum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008A13D0-3BCD-4BB0-BBD9-82A143453A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7800" y="724279"/>
            <a:ext cx="3215977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3B23B763-A5C1-42F2-8C36-991BE4392B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039" y="211686"/>
            <a:ext cx="6413361" cy="401639"/>
          </a:xfrm>
          <a:prstGeom prst="rect">
            <a:avLst/>
          </a:prstGeom>
        </p:spPr>
        <p:txBody>
          <a:bodyPr anchor="b"/>
          <a:lstStyle>
            <a:lvl1pPr>
              <a:defRPr sz="2598" b="1" i="0">
                <a:solidFill>
                  <a:schemeClr val="tx1"/>
                </a:solidFill>
                <a:latin typeface="Arial Black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3D492883-CEFA-48D9-82FE-FFF05D50C1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rot="16200000">
            <a:off x="8789266" y="5669830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/>
              <a:t>[TEXT – KEEP THE BRACKETS. ALL CAPS]</a:t>
            </a:r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160B517C-D02E-418D-9BBC-9C696114B9E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8789266" y="2167804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/>
              <a:t>[TEXT – KEEP THE BRACKETS. ALL CAPS]</a:t>
            </a:r>
          </a:p>
        </p:txBody>
      </p:sp>
    </p:spTree>
    <p:extLst>
      <p:ext uri="{BB962C8B-B14F-4D97-AF65-F5344CB8AC3E}">
        <p14:creationId xmlns:p14="http://schemas.microsoft.com/office/powerpoint/2010/main" val="31366513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_WHITE_3_Colum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E605F26-4D64-48C5-91DE-316421CEFFD4}"/>
              </a:ext>
            </a:extLst>
          </p:cNvPr>
          <p:cNvCxnSpPr>
            <a:cxnSpLocks/>
          </p:cNvCxnSpPr>
          <p:nvPr userDrawn="1"/>
        </p:nvCxnSpPr>
        <p:spPr>
          <a:xfrm flipV="1">
            <a:off x="6718300" y="538162"/>
            <a:ext cx="0" cy="70246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CAA9396D-D545-40BB-A96E-15D1D00FEF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7801" y="724279"/>
            <a:ext cx="3159125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790ED9B7-58AC-4043-9142-FF3240533DDC}"/>
              </a:ext>
            </a:extLst>
          </p:cNvPr>
          <p:cNvSpPr>
            <a:spLocks noGrp="1"/>
          </p:cNvSpPr>
          <p:nvPr>
            <p:ph type="body" sz="half" idx="11"/>
          </p:nvPr>
        </p:nvSpPr>
        <p:spPr>
          <a:xfrm>
            <a:off x="3505201" y="724279"/>
            <a:ext cx="3095324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785E554-45BF-45C0-BE18-09DC5042AD0A}"/>
              </a:ext>
            </a:extLst>
          </p:cNvPr>
          <p:cNvSpPr>
            <a:spLocks noGrp="1"/>
          </p:cNvSpPr>
          <p:nvPr>
            <p:ph type="body" sz="half" idx="12"/>
          </p:nvPr>
        </p:nvSpPr>
        <p:spPr>
          <a:xfrm>
            <a:off x="6704014" y="724279"/>
            <a:ext cx="3214125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F87CAF4F-2976-42B9-9211-872B429210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040" y="211686"/>
            <a:ext cx="9664560" cy="401639"/>
          </a:xfrm>
          <a:prstGeom prst="rect">
            <a:avLst/>
          </a:prstGeom>
        </p:spPr>
        <p:txBody>
          <a:bodyPr anchor="b"/>
          <a:lstStyle>
            <a:lvl1pPr>
              <a:defRPr sz="2598" b="1" i="0">
                <a:solidFill>
                  <a:schemeClr val="tx1"/>
                </a:solidFill>
                <a:latin typeface="Arial Black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2BBF17B5-7E65-4AD3-8DEB-7B67AC5D8D2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rot="16200000">
            <a:off x="8789266" y="5669830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/>
              <a:t>[TEXT – KEEP THE BRACKETS. ALL CAPS]</a:t>
            </a:r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EF716833-C3B9-451E-AEEC-00810D952DC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8789266" y="2167804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/>
              <a:t>[TEXT – KEEP THE BRACKETS. ALL CAPS]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E09AF21-1D01-4A78-848B-3D56CF13DD49}"/>
              </a:ext>
            </a:extLst>
          </p:cNvPr>
          <p:cNvCxnSpPr>
            <a:cxnSpLocks/>
          </p:cNvCxnSpPr>
          <p:nvPr userDrawn="1"/>
        </p:nvCxnSpPr>
        <p:spPr>
          <a:xfrm flipV="1">
            <a:off x="3417888" y="538162"/>
            <a:ext cx="0" cy="70246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278158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_YELLOW_1_Column">
    <p:bg>
      <p:bgPr>
        <a:solidFill>
          <a:srgbClr val="FFF46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BC419244-6A72-468C-BE04-2F16A87D38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7800" y="724279"/>
            <a:ext cx="3215977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AC6C8BBF-37E2-4AD1-B2B9-E44C74F8A85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039" y="211686"/>
            <a:ext cx="9915035" cy="401639"/>
          </a:xfrm>
          <a:prstGeom prst="rect">
            <a:avLst/>
          </a:prstGeom>
        </p:spPr>
        <p:txBody>
          <a:bodyPr anchor="b"/>
          <a:lstStyle>
            <a:lvl1pPr>
              <a:defRPr sz="2598" b="1" i="0">
                <a:solidFill>
                  <a:schemeClr val="tx1"/>
                </a:solidFill>
                <a:latin typeface="Arial Black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9523522C-9005-410B-AF7F-A8B2A7F24DB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rot="16200000">
            <a:off x="8789266" y="5669830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/>
              <a:t>[TEXT – KEEP THE BRACKETS. ALL CAPS]</a:t>
            </a:r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53CB7819-CA7C-4E96-8FED-04E6770D482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8789266" y="2167804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/>
              <a:t>[TEXT – KEEP THE BRACKETS. ALL CAPS]</a:t>
            </a:r>
          </a:p>
        </p:txBody>
      </p:sp>
    </p:spTree>
    <p:extLst>
      <p:ext uri="{BB962C8B-B14F-4D97-AF65-F5344CB8AC3E}">
        <p14:creationId xmlns:p14="http://schemas.microsoft.com/office/powerpoint/2010/main" val="25406650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_YELLOW_3_Columns">
    <p:bg>
      <p:bgPr>
        <a:solidFill>
          <a:srgbClr val="FFF46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Placeholder 3">
            <a:extLst>
              <a:ext uri="{FF2B5EF4-FFF2-40B4-BE49-F238E27FC236}">
                <a16:creationId xmlns:a16="http://schemas.microsoft.com/office/drawing/2014/main" id="{85CFEAE5-2C79-483A-9F2A-7CA1F7998F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7801" y="724279"/>
            <a:ext cx="3159125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3">
            <a:extLst>
              <a:ext uri="{FF2B5EF4-FFF2-40B4-BE49-F238E27FC236}">
                <a16:creationId xmlns:a16="http://schemas.microsoft.com/office/drawing/2014/main" id="{5EBA1EA9-A8DC-4D3F-B15C-D3F14A5BE72F}"/>
              </a:ext>
            </a:extLst>
          </p:cNvPr>
          <p:cNvSpPr>
            <a:spLocks noGrp="1"/>
          </p:cNvSpPr>
          <p:nvPr>
            <p:ph type="body" sz="half" idx="11"/>
          </p:nvPr>
        </p:nvSpPr>
        <p:spPr>
          <a:xfrm>
            <a:off x="3505201" y="724279"/>
            <a:ext cx="3095324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3">
            <a:extLst>
              <a:ext uri="{FF2B5EF4-FFF2-40B4-BE49-F238E27FC236}">
                <a16:creationId xmlns:a16="http://schemas.microsoft.com/office/drawing/2014/main" id="{87F7E3D7-9398-4897-B295-EFECEEA7B4AC}"/>
              </a:ext>
            </a:extLst>
          </p:cNvPr>
          <p:cNvSpPr>
            <a:spLocks noGrp="1"/>
          </p:cNvSpPr>
          <p:nvPr>
            <p:ph type="body" sz="half" idx="12"/>
          </p:nvPr>
        </p:nvSpPr>
        <p:spPr>
          <a:xfrm>
            <a:off x="6704014" y="724279"/>
            <a:ext cx="3214125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itle 1">
            <a:extLst>
              <a:ext uri="{FF2B5EF4-FFF2-40B4-BE49-F238E27FC236}">
                <a16:creationId xmlns:a16="http://schemas.microsoft.com/office/drawing/2014/main" id="{C1E188E1-B49E-4206-8810-90976EF46CB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039" y="211686"/>
            <a:ext cx="9915035" cy="401639"/>
          </a:xfrm>
          <a:prstGeom prst="rect">
            <a:avLst/>
          </a:prstGeom>
        </p:spPr>
        <p:txBody>
          <a:bodyPr anchor="b"/>
          <a:lstStyle>
            <a:lvl1pPr>
              <a:defRPr sz="2598" b="1" i="0">
                <a:solidFill>
                  <a:schemeClr val="tx1"/>
                </a:solidFill>
                <a:latin typeface="Arial Black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CFFC5C64-34AC-45B4-82C3-D38A6DD8F9B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rot="16200000">
            <a:off x="8789266" y="5669830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/>
              <a:t>[TEXT – KEEP THE BRACKETS. ALL CAPS]</a:t>
            </a:r>
          </a:p>
        </p:txBody>
      </p:sp>
      <p:sp>
        <p:nvSpPr>
          <p:cNvPr id="31" name="Text Placeholder 6">
            <a:extLst>
              <a:ext uri="{FF2B5EF4-FFF2-40B4-BE49-F238E27FC236}">
                <a16:creationId xmlns:a16="http://schemas.microsoft.com/office/drawing/2014/main" id="{D32105DB-B08C-473C-9085-4569BB19431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8789266" y="2167804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/>
              <a:t>[TEXT – KEEP THE BRACKETS. ALL CAPS]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E2B4FC65-313B-4904-9E70-D2F504FE3015}"/>
              </a:ext>
            </a:extLst>
          </p:cNvPr>
          <p:cNvCxnSpPr>
            <a:cxnSpLocks/>
          </p:cNvCxnSpPr>
          <p:nvPr userDrawn="1"/>
        </p:nvCxnSpPr>
        <p:spPr>
          <a:xfrm flipV="1">
            <a:off x="6718300" y="538162"/>
            <a:ext cx="0" cy="70246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2C26847E-2609-4D88-8E24-E1A3AC0B1CD7}"/>
              </a:ext>
            </a:extLst>
          </p:cNvPr>
          <p:cNvCxnSpPr>
            <a:cxnSpLocks/>
          </p:cNvCxnSpPr>
          <p:nvPr userDrawn="1"/>
        </p:nvCxnSpPr>
        <p:spPr>
          <a:xfrm flipV="1">
            <a:off x="3417888" y="538162"/>
            <a:ext cx="0" cy="70246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501881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3_GRAY_1_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D1CE943E-6192-4416-9391-8750CC83F1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7800" y="724279"/>
            <a:ext cx="3215977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853C5F3F-A020-4B73-8BCB-81BBC801C8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039" y="211686"/>
            <a:ext cx="9915035" cy="401639"/>
          </a:xfrm>
          <a:prstGeom prst="rect">
            <a:avLst/>
          </a:prstGeom>
        </p:spPr>
        <p:txBody>
          <a:bodyPr anchor="b"/>
          <a:lstStyle>
            <a:lvl1pPr>
              <a:defRPr sz="2598" b="1" i="0">
                <a:solidFill>
                  <a:schemeClr val="tx1"/>
                </a:solidFill>
                <a:latin typeface="Arial Black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BCA05F99-4213-4A1B-80EF-6865BAEB6A5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rot="16200000">
            <a:off x="8789266" y="5669830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/>
              <a:t>[TEXT – KEEP THE BRACKETS. ALL CAPS]</a:t>
            </a:r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0611D512-228A-4A7A-BAEE-2E359F63F56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8789266" y="2167804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/>
              <a:t>[TEXT – KEEP THE BRACKETS. ALL CAPS]</a:t>
            </a:r>
          </a:p>
        </p:txBody>
      </p:sp>
    </p:spTree>
    <p:extLst>
      <p:ext uri="{BB962C8B-B14F-4D97-AF65-F5344CB8AC3E}">
        <p14:creationId xmlns:p14="http://schemas.microsoft.com/office/powerpoint/2010/main" val="6589409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3_GRAY_3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Placeholder 3">
            <a:extLst>
              <a:ext uri="{FF2B5EF4-FFF2-40B4-BE49-F238E27FC236}">
                <a16:creationId xmlns:a16="http://schemas.microsoft.com/office/drawing/2014/main" id="{A07D3AB2-BCE1-480F-9B30-FEEC092EEB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7801" y="724279"/>
            <a:ext cx="3159125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3">
            <a:extLst>
              <a:ext uri="{FF2B5EF4-FFF2-40B4-BE49-F238E27FC236}">
                <a16:creationId xmlns:a16="http://schemas.microsoft.com/office/drawing/2014/main" id="{3CD35721-3F94-4497-A9CF-05F4CE92CBD7}"/>
              </a:ext>
            </a:extLst>
          </p:cNvPr>
          <p:cNvSpPr>
            <a:spLocks noGrp="1"/>
          </p:cNvSpPr>
          <p:nvPr>
            <p:ph type="body" sz="half" idx="11"/>
          </p:nvPr>
        </p:nvSpPr>
        <p:spPr>
          <a:xfrm>
            <a:off x="3505201" y="724279"/>
            <a:ext cx="3095324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3">
            <a:extLst>
              <a:ext uri="{FF2B5EF4-FFF2-40B4-BE49-F238E27FC236}">
                <a16:creationId xmlns:a16="http://schemas.microsoft.com/office/drawing/2014/main" id="{0A2E42A9-BAF3-4ACF-B65B-7312185AF307}"/>
              </a:ext>
            </a:extLst>
          </p:cNvPr>
          <p:cNvSpPr>
            <a:spLocks noGrp="1"/>
          </p:cNvSpPr>
          <p:nvPr>
            <p:ph type="body" sz="half" idx="12"/>
          </p:nvPr>
        </p:nvSpPr>
        <p:spPr>
          <a:xfrm>
            <a:off x="6704014" y="724279"/>
            <a:ext cx="3214125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itle 1">
            <a:extLst>
              <a:ext uri="{FF2B5EF4-FFF2-40B4-BE49-F238E27FC236}">
                <a16:creationId xmlns:a16="http://schemas.microsoft.com/office/drawing/2014/main" id="{6E86ADE4-0FED-4737-A21C-43DD7E11615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039" y="211686"/>
            <a:ext cx="9915035" cy="401639"/>
          </a:xfrm>
          <a:prstGeom prst="rect">
            <a:avLst/>
          </a:prstGeom>
        </p:spPr>
        <p:txBody>
          <a:bodyPr anchor="b"/>
          <a:lstStyle>
            <a:lvl1pPr>
              <a:defRPr sz="2598" b="1" i="0">
                <a:solidFill>
                  <a:schemeClr val="tx1"/>
                </a:solidFill>
                <a:latin typeface="Arial Black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1" name="Text Placeholder 6">
            <a:extLst>
              <a:ext uri="{FF2B5EF4-FFF2-40B4-BE49-F238E27FC236}">
                <a16:creationId xmlns:a16="http://schemas.microsoft.com/office/drawing/2014/main" id="{B670390E-C295-409C-9125-4F0E458152C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rot="16200000">
            <a:off x="8789266" y="5669830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/>
              <a:t>[TEXT – KEEP THE BRACKETS. ALL CAPS]</a:t>
            </a:r>
          </a:p>
        </p:txBody>
      </p:sp>
      <p:sp>
        <p:nvSpPr>
          <p:cNvPr id="32" name="Text Placeholder 6">
            <a:extLst>
              <a:ext uri="{FF2B5EF4-FFF2-40B4-BE49-F238E27FC236}">
                <a16:creationId xmlns:a16="http://schemas.microsoft.com/office/drawing/2014/main" id="{DDF8C45D-78F4-4204-9E51-5D7A5C47DD3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8789266" y="2167804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/>
              <a:t>[TEXT – KEEP THE BRACKETS. ALL CAPS]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07EB0BA1-BF1E-4A77-BEFB-EB78C0DEC3A4}"/>
              </a:ext>
            </a:extLst>
          </p:cNvPr>
          <p:cNvCxnSpPr>
            <a:cxnSpLocks/>
          </p:cNvCxnSpPr>
          <p:nvPr userDrawn="1"/>
        </p:nvCxnSpPr>
        <p:spPr>
          <a:xfrm flipV="1">
            <a:off x="6718300" y="538162"/>
            <a:ext cx="0" cy="70246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5C5D4724-2CB4-4AFF-8DD9-64B236206E92}"/>
              </a:ext>
            </a:extLst>
          </p:cNvPr>
          <p:cNvCxnSpPr>
            <a:cxnSpLocks/>
          </p:cNvCxnSpPr>
          <p:nvPr userDrawn="1"/>
        </p:nvCxnSpPr>
        <p:spPr>
          <a:xfrm flipV="1">
            <a:off x="3417888" y="538162"/>
            <a:ext cx="0" cy="70246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379643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013863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BC56D715-FDE1-48E7-AB31-EBBAAC3E83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800" y="660400"/>
            <a:ext cx="10333038" cy="6721475"/>
          </a:xfrm>
          <a:prstGeom prst="rect">
            <a:avLst/>
          </a:prstGeom>
        </p:spPr>
        <p:txBody>
          <a:bodyPr/>
          <a:lstStyle>
            <a:lvl1pPr>
              <a:defRPr sz="13790" b="1" i="0">
                <a:latin typeface="Arial Black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044727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4780CF0-BF2E-40B4-BEED-FD5E71A80684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540000"/>
            <a:ext cx="1068863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93BA56B-7C0E-4B20-9289-03EB1A5350A5}"/>
              </a:ext>
            </a:extLst>
          </p:cNvPr>
          <p:cNvCxnSpPr>
            <a:cxnSpLocks/>
          </p:cNvCxnSpPr>
          <p:nvPr userDrawn="1"/>
        </p:nvCxnSpPr>
        <p:spPr>
          <a:xfrm flipV="1">
            <a:off x="10151019" y="540001"/>
            <a:ext cx="0" cy="702285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A picture containing drawing&#10;&#10;Description automatically generated">
            <a:extLst>
              <a:ext uri="{FF2B5EF4-FFF2-40B4-BE49-F238E27FC236}">
                <a16:creationId xmlns:a16="http://schemas.microsoft.com/office/drawing/2014/main" id="{ECEB2386-34D3-4552-844E-0436D691435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0174" y="180977"/>
            <a:ext cx="720185" cy="292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16755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606458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698157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263923B3-00BE-4E8D-9E38-6B2A4C67CE11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540000"/>
            <a:ext cx="1068863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2A36A96-9814-4886-AB9D-FADB7A8ADE6F}"/>
              </a:ext>
            </a:extLst>
          </p:cNvPr>
          <p:cNvCxnSpPr>
            <a:cxnSpLocks/>
          </p:cNvCxnSpPr>
          <p:nvPr userDrawn="1"/>
        </p:nvCxnSpPr>
        <p:spPr>
          <a:xfrm flipV="1">
            <a:off x="10151019" y="540001"/>
            <a:ext cx="0" cy="702285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A close up of a logo&#10;&#10;Description automatically generated">
            <a:extLst>
              <a:ext uri="{FF2B5EF4-FFF2-40B4-BE49-F238E27FC236}">
                <a16:creationId xmlns:a16="http://schemas.microsoft.com/office/drawing/2014/main" id="{C544D797-E0FF-4B76-B599-4C8F8DFD1D6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0176" y="180978"/>
            <a:ext cx="720183" cy="292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268570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BC56D715-FDE1-48E7-AB31-EBBAAC3E83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800" y="660400"/>
            <a:ext cx="10333038" cy="6721475"/>
          </a:xfrm>
          <a:prstGeom prst="rect">
            <a:avLst/>
          </a:prstGeom>
        </p:spPr>
        <p:txBody>
          <a:bodyPr/>
          <a:lstStyle>
            <a:lvl1pPr>
              <a:defRPr sz="13790" b="1" i="0">
                <a:latin typeface="Arial Black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6211949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8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theme" Target="../theme/theme3.xml"/><Relationship Id="rId5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B2B2B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C719B31-4871-4EFE-8DF2-35AA8563A755}"/>
              </a:ext>
            </a:extLst>
          </p:cNvPr>
          <p:cNvCxnSpPr>
            <a:cxnSpLocks/>
          </p:cNvCxnSpPr>
          <p:nvPr userDrawn="1"/>
        </p:nvCxnSpPr>
        <p:spPr>
          <a:xfrm flipH="1">
            <a:off x="1" y="540000"/>
            <a:ext cx="1014863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E07B7B6-C623-4615-80FF-40DAB454DA05}"/>
              </a:ext>
            </a:extLst>
          </p:cNvPr>
          <p:cNvCxnSpPr>
            <a:cxnSpLocks/>
          </p:cNvCxnSpPr>
          <p:nvPr userDrawn="1"/>
        </p:nvCxnSpPr>
        <p:spPr>
          <a:xfrm flipV="1">
            <a:off x="10151019" y="1"/>
            <a:ext cx="0" cy="75628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1" name="Picture 40">
            <a:extLst>
              <a:ext uri="{FF2B5EF4-FFF2-40B4-BE49-F238E27FC236}">
                <a16:creationId xmlns:a16="http://schemas.microsoft.com/office/drawing/2014/main" id="{3EB7827E-DBA0-4429-998C-31F1FE0D3DE4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3620" y="180975"/>
            <a:ext cx="257218" cy="285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35189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78" r:id="rId1"/>
    <p:sldLayoutId id="2147484479" r:id="rId2"/>
    <p:sldLayoutId id="2147484480" r:id="rId3"/>
    <p:sldLayoutId id="2147484481" r:id="rId4"/>
    <p:sldLayoutId id="2147484482" r:id="rId5"/>
    <p:sldLayoutId id="2147484483" r:id="rId6"/>
    <p:sldLayoutId id="2147484484" r:id="rId7"/>
  </p:sldLayoutIdLst>
  <p:txStyles>
    <p:titleStyle>
      <a:lvl1pPr algn="l" defTabSz="913760" rtl="0" eaLnBrk="1" latinLnBrk="0" hangingPunct="1">
        <a:lnSpc>
          <a:spcPct val="90000"/>
        </a:lnSpc>
        <a:spcBef>
          <a:spcPct val="0"/>
        </a:spcBef>
        <a:buNone/>
        <a:defRPr sz="439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440" indent="-228440" algn="l" defTabSz="91376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798" kern="1200">
          <a:solidFill>
            <a:schemeClr val="tx1"/>
          </a:solidFill>
          <a:latin typeface="+mn-lt"/>
          <a:ea typeface="+mn-ea"/>
          <a:cs typeface="+mn-cs"/>
        </a:defRPr>
      </a:lvl1pPr>
      <a:lvl2pPr marL="68532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398" kern="1200">
          <a:solidFill>
            <a:schemeClr val="tx1"/>
          </a:solidFill>
          <a:latin typeface="+mn-lt"/>
          <a:ea typeface="+mn-ea"/>
          <a:cs typeface="+mn-cs"/>
        </a:defRPr>
      </a:lvl2pPr>
      <a:lvl3pPr marL="114220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98" kern="1200">
          <a:solidFill>
            <a:schemeClr val="tx1"/>
          </a:solidFill>
          <a:latin typeface="+mn-lt"/>
          <a:ea typeface="+mn-ea"/>
          <a:cs typeface="+mn-cs"/>
        </a:defRPr>
      </a:lvl3pPr>
      <a:lvl4pPr marL="159908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4pPr>
      <a:lvl5pPr marL="205596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5pPr>
      <a:lvl6pPr marL="251284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6pPr>
      <a:lvl7pPr marL="296972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7pPr>
      <a:lvl8pPr marL="342660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8pPr>
      <a:lvl9pPr marL="3883481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1pPr>
      <a:lvl2pPr marL="45688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2pPr>
      <a:lvl3pPr marL="91376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3pPr>
      <a:lvl4pPr marL="137064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4pPr>
      <a:lvl5pPr marL="182752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5pPr>
      <a:lvl6pPr marL="228440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6pPr>
      <a:lvl7pPr marL="274128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7pPr>
      <a:lvl8pPr marL="319816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8pPr>
      <a:lvl9pPr marL="365504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582">
          <p15:clr>
            <a:srgbClr val="F26B43"/>
          </p15:clr>
        </p15:guide>
        <p15:guide id="2" pos="558">
          <p15:clr>
            <a:srgbClr val="F26B43"/>
          </p15:clr>
        </p15:guide>
        <p15:guide id="3" pos="6623">
          <p15:clr>
            <a:srgbClr val="F26B43"/>
          </p15:clr>
        </p15:guide>
        <p15:guide id="4" pos="112">
          <p15:clr>
            <a:srgbClr val="F26B43"/>
          </p15:clr>
        </p15:guide>
        <p15:guide id="5" pos="629">
          <p15:clr>
            <a:srgbClr val="F26B43"/>
          </p15:clr>
        </p15:guide>
        <p15:guide id="6" pos="1080">
          <p15:clr>
            <a:srgbClr val="F26B43"/>
          </p15:clr>
        </p15:guide>
        <p15:guide id="7" pos="1148">
          <p15:clr>
            <a:srgbClr val="F26B43"/>
          </p15:clr>
        </p15:guide>
        <p15:guide id="8" pos="1599">
          <p15:clr>
            <a:srgbClr val="F26B43"/>
          </p15:clr>
        </p15:guide>
        <p15:guide id="9" pos="1667">
          <p15:clr>
            <a:srgbClr val="F26B43"/>
          </p15:clr>
        </p15:guide>
        <p15:guide id="10" pos="2122">
          <p15:clr>
            <a:srgbClr val="F26B43"/>
          </p15:clr>
        </p15:guide>
        <p15:guide id="11" pos="2188">
          <p15:clr>
            <a:srgbClr val="F26B43"/>
          </p15:clr>
        </p15:guide>
        <p15:guide id="12" pos="2709">
          <p15:clr>
            <a:srgbClr val="F26B43"/>
          </p15:clr>
        </p15:guide>
        <p15:guide id="13" pos="2640">
          <p15:clr>
            <a:srgbClr val="F26B43"/>
          </p15:clr>
        </p15:guide>
        <p15:guide id="14" pos="3160">
          <p15:clr>
            <a:srgbClr val="F26B43"/>
          </p15:clr>
        </p15:guide>
        <p15:guide id="15" pos="3228">
          <p15:clr>
            <a:srgbClr val="F26B43"/>
          </p15:clr>
        </p15:guide>
        <p15:guide id="16" pos="3681">
          <p15:clr>
            <a:srgbClr val="F26B43"/>
          </p15:clr>
        </p15:guide>
        <p15:guide id="17" pos="3747">
          <p15:clr>
            <a:srgbClr val="F26B43"/>
          </p15:clr>
        </p15:guide>
        <p15:guide id="18" pos="4200">
          <p15:clr>
            <a:srgbClr val="F26B43"/>
          </p15:clr>
        </p15:guide>
        <p15:guide id="19" pos="4267">
          <p15:clr>
            <a:srgbClr val="F26B43"/>
          </p15:clr>
        </p15:guide>
        <p15:guide id="20" pos="4720">
          <p15:clr>
            <a:srgbClr val="F26B43"/>
          </p15:clr>
        </p15:guide>
        <p15:guide id="21" pos="4789">
          <p15:clr>
            <a:srgbClr val="F26B43"/>
          </p15:clr>
        </p15:guide>
        <p15:guide id="22" pos="5240">
          <p15:clr>
            <a:srgbClr val="F26B43"/>
          </p15:clr>
        </p15:guide>
        <p15:guide id="23" pos="5308">
          <p15:clr>
            <a:srgbClr val="F26B43"/>
          </p15:clr>
        </p15:guide>
        <p15:guide id="24" pos="5761">
          <p15:clr>
            <a:srgbClr val="F26B43"/>
          </p15:clr>
        </p15:guide>
        <p15:guide id="25" pos="5830">
          <p15:clr>
            <a:srgbClr val="F26B43"/>
          </p15:clr>
        </p15:guide>
        <p15:guide id="26" pos="2154">
          <p15:clr>
            <a:srgbClr val="F26B43"/>
          </p15:clr>
        </p15:guide>
        <p15:guide id="27" pos="4233">
          <p15:clr>
            <a:srgbClr val="F26B43"/>
          </p15:clr>
        </p15:guide>
        <p15:guide id="28" orient="horz" pos="2515">
          <p15:clr>
            <a:srgbClr val="F26B43"/>
          </p15:clr>
        </p15:guide>
        <p15:guide id="30" orient="horz" pos="113" userDrawn="1">
          <p15:clr>
            <a:srgbClr val="F26B43"/>
          </p15:clr>
        </p15:guide>
        <p15:guide id="31" orient="horz" pos="4648">
          <p15:clr>
            <a:srgbClr val="F26B43"/>
          </p15:clr>
        </p15:guide>
        <p15:guide id="32" pos="6282">
          <p15:clr>
            <a:srgbClr val="F26B43"/>
          </p15:clr>
        </p15:guide>
        <p15:guide id="33" orient="horz" pos="2549">
          <p15:clr>
            <a:srgbClr val="F26B43"/>
          </p15:clr>
        </p15:guide>
        <p15:guide id="34" orient="horz" pos="171" userDrawn="1">
          <p15:clr>
            <a:srgbClr val="F26B43"/>
          </p15:clr>
        </p15:guide>
        <p15:guide id="35" orient="horz" pos="250" userDrawn="1">
          <p15:clr>
            <a:srgbClr val="F26B43"/>
          </p15:clr>
        </p15:guide>
        <p15:guide id="36" orient="horz" pos="32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B884B5F-D4D6-48A4-A902-0EB670CA2015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540000"/>
            <a:ext cx="1068863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6C769BA-B1FD-442A-ADCF-17897CEAADF0}"/>
              </a:ext>
            </a:extLst>
          </p:cNvPr>
          <p:cNvCxnSpPr>
            <a:cxnSpLocks/>
          </p:cNvCxnSpPr>
          <p:nvPr userDrawn="1"/>
        </p:nvCxnSpPr>
        <p:spPr>
          <a:xfrm flipV="1">
            <a:off x="10151019" y="540001"/>
            <a:ext cx="0" cy="702285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A picture containing drawing&#10;&#10;Description automatically generated">
            <a:extLst>
              <a:ext uri="{FF2B5EF4-FFF2-40B4-BE49-F238E27FC236}">
                <a16:creationId xmlns:a16="http://schemas.microsoft.com/office/drawing/2014/main" id="{DC5CF2D2-0F1A-4C0F-BDD7-47F42973452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0174" y="180977"/>
            <a:ext cx="720185" cy="292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12428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86" r:id="rId1"/>
  </p:sldLayoutIdLst>
  <p:txStyles>
    <p:titleStyle>
      <a:lvl1pPr algn="l" defTabSz="913760" rtl="0" eaLnBrk="1" latinLnBrk="0" hangingPunct="1">
        <a:lnSpc>
          <a:spcPct val="90000"/>
        </a:lnSpc>
        <a:spcBef>
          <a:spcPct val="0"/>
        </a:spcBef>
        <a:buNone/>
        <a:defRPr sz="439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440" indent="-228440" algn="l" defTabSz="91376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798" kern="1200">
          <a:solidFill>
            <a:schemeClr val="tx1"/>
          </a:solidFill>
          <a:latin typeface="+mn-lt"/>
          <a:ea typeface="+mn-ea"/>
          <a:cs typeface="+mn-cs"/>
        </a:defRPr>
      </a:lvl1pPr>
      <a:lvl2pPr marL="68532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398" kern="1200">
          <a:solidFill>
            <a:schemeClr val="tx1"/>
          </a:solidFill>
          <a:latin typeface="+mn-lt"/>
          <a:ea typeface="+mn-ea"/>
          <a:cs typeface="+mn-cs"/>
        </a:defRPr>
      </a:lvl2pPr>
      <a:lvl3pPr marL="114220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98" kern="1200">
          <a:solidFill>
            <a:schemeClr val="tx1"/>
          </a:solidFill>
          <a:latin typeface="+mn-lt"/>
          <a:ea typeface="+mn-ea"/>
          <a:cs typeface="+mn-cs"/>
        </a:defRPr>
      </a:lvl3pPr>
      <a:lvl4pPr marL="159908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4pPr>
      <a:lvl5pPr marL="205596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5pPr>
      <a:lvl6pPr marL="251284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6pPr>
      <a:lvl7pPr marL="296972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7pPr>
      <a:lvl8pPr marL="342660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8pPr>
      <a:lvl9pPr marL="3883481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1pPr>
      <a:lvl2pPr marL="45688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2pPr>
      <a:lvl3pPr marL="91376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3pPr>
      <a:lvl4pPr marL="137064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4pPr>
      <a:lvl5pPr marL="182752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5pPr>
      <a:lvl6pPr marL="228440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6pPr>
      <a:lvl7pPr marL="274128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7pPr>
      <a:lvl8pPr marL="319816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8pPr>
      <a:lvl9pPr marL="365504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565823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  <p:sldLayoutId id="2147484488" r:id="rId2"/>
    <p:sldLayoutId id="2147483649" r:id="rId3"/>
    <p:sldLayoutId id="2147484489" r:id="rId4"/>
    <p:sldLayoutId id="2147484490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299D935-5D86-5BBC-DFB2-D1461E84A0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7535372"/>
              </p:ext>
            </p:extLst>
          </p:nvPr>
        </p:nvGraphicFramePr>
        <p:xfrm>
          <a:off x="143092" y="13261464"/>
          <a:ext cx="9707740" cy="1239859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770716">
                  <a:extLst>
                    <a:ext uri="{9D8B030D-6E8A-4147-A177-3AD203B41FA5}">
                      <a16:colId xmlns:a16="http://schemas.microsoft.com/office/drawing/2014/main" val="1435361538"/>
                    </a:ext>
                  </a:extLst>
                </a:gridCol>
                <a:gridCol w="1585913">
                  <a:extLst>
                    <a:ext uri="{9D8B030D-6E8A-4147-A177-3AD203B41FA5}">
                      <a16:colId xmlns:a16="http://schemas.microsoft.com/office/drawing/2014/main" val="3691210030"/>
                    </a:ext>
                  </a:extLst>
                </a:gridCol>
                <a:gridCol w="1351111">
                  <a:extLst>
                    <a:ext uri="{9D8B030D-6E8A-4147-A177-3AD203B41FA5}">
                      <a16:colId xmlns:a16="http://schemas.microsoft.com/office/drawing/2014/main" val="14683607"/>
                    </a:ext>
                  </a:extLst>
                </a:gridCol>
              </a:tblGrid>
              <a:tr h="360974"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0">
                          <a:solidFill>
                            <a:schemeClr val="bg1"/>
                          </a:solidFill>
                          <a:latin typeface="Calibri" panose="020F0502020204030204" pitchFamily="34" charset="0"/>
                        </a:rPr>
                        <a:t>Improvement ideas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0">
                          <a:solidFill>
                            <a:schemeClr val="bg1"/>
                          </a:solidFill>
                          <a:latin typeface="Calibri"/>
                        </a:rPr>
                        <a:t>Who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0">
                          <a:solidFill>
                            <a:schemeClr val="bg1"/>
                          </a:solidFill>
                          <a:latin typeface="Calibri" panose="020F0502020204030204" pitchFamily="34" charset="0"/>
                        </a:rPr>
                        <a:t>When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3697056"/>
                  </a:ext>
                </a:extLst>
              </a:tr>
              <a:tr h="343152"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>
                        <a:solidFill>
                          <a:schemeClr val="tx1"/>
                        </a:solidFill>
                        <a:effectLst/>
                        <a:latin typeface="Calibri"/>
                        <a:cs typeface="Calibri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01036"/>
                  </a:ext>
                </a:extLst>
              </a:tr>
              <a:tr h="343152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err="1"/>
                        <a:t>What</a:t>
                      </a:r>
                      <a:r>
                        <a:rPr lang="en-GB"/>
                        <a:t> Can Be Done Better Moving Forward</a:t>
                      </a:r>
                      <a:endParaRPr lang="es-MX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1. </a:t>
                      </a:r>
                      <a:r>
                        <a:rPr lang="en-GB" b="1"/>
                        <a:t>Systematic Personalization of Wellbeing Initiatives</a:t>
                      </a:r>
                      <a:endParaRPr lang="en-GB"/>
                    </a:p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GB" sz="1100" b="1" i="0" u="none" strike="noStrike" noProof="0">
                          <a:solidFill>
                            <a:schemeClr val="tx1"/>
                          </a:solidFill>
                          <a:effectLst/>
                          <a:latin typeface="Segoe UI"/>
                        </a:rPr>
                        <a:t>Current State:</a:t>
                      </a:r>
                      <a:r>
                        <a:rPr lang="en-GB" sz="1100" b="0" i="0" u="none" strike="noStrike" noProof="0">
                          <a:solidFill>
                            <a:schemeClr val="tx1"/>
                          </a:solidFill>
                          <a:effectLst/>
                          <a:latin typeface="Segoe UI"/>
                        </a:rPr>
                        <a:t> Wellbeing activities are suggested, but personalization is mostly ad hoc.</a:t>
                      </a:r>
                      <a:endParaRPr lang="en-GB"/>
                    </a:p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GB" sz="1100" b="1" i="0" u="none" strike="noStrike" noProof="0">
                          <a:solidFill>
                            <a:schemeClr val="tx1"/>
                          </a:solidFill>
                          <a:effectLst/>
                          <a:latin typeface="Segoe UI"/>
                        </a:rPr>
                        <a:t>Improvement:</a:t>
                      </a:r>
                      <a:r>
                        <a:rPr lang="en-GB" sz="1100" b="0" i="0" u="none" strike="noStrike" noProof="0">
                          <a:solidFill>
                            <a:schemeClr val="tx1"/>
                          </a:solidFill>
                          <a:effectLst/>
                          <a:latin typeface="Segoe UI"/>
                        </a:rPr>
                        <a:t> Implement a structured, recurring wellbeing survey to capture individual preferences and needs. Use this data to design targeted programs and measure impact over time.</a:t>
                      </a:r>
                      <a:br>
                        <a:rPr lang="en-GB" sz="1100" b="0" i="0" u="none" strike="noStrike" noProof="0">
                          <a:solidFill>
                            <a:schemeClr val="tx1"/>
                          </a:solidFill>
                          <a:effectLst/>
                          <a:latin typeface="Segoe UI"/>
                        </a:rPr>
                      </a:br>
                      <a:r>
                        <a:rPr lang="en-GB" sz="1100" b="0" i="0" u="none" strike="noStrike" noProof="0">
                          <a:solidFill>
                            <a:schemeClr val="tx1"/>
                          </a:solidFill>
                          <a:effectLst/>
                          <a:latin typeface="Segoe UI"/>
                        </a:rPr>
                        <a:t> </a:t>
                      </a:r>
                      <a:r>
                        <a:rPr lang="en-GB" sz="1100" b="0" i="1" u="none" strike="noStrike" noProof="0">
                          <a:solidFill>
                            <a:schemeClr val="tx1"/>
                          </a:solidFill>
                          <a:effectLst/>
                          <a:latin typeface="Segoe UI"/>
                        </a:rPr>
                        <a:t>Example: Quarterly pulse surveys, dashboards tracking participation and satisfaction.</a:t>
                      </a:r>
                      <a:endParaRPr lang="en-GB"/>
                    </a:p>
                    <a:p>
                      <a:pPr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2. </a:t>
                      </a:r>
                      <a:r>
                        <a:rPr lang="en-GB" b="1"/>
                        <a:t>Formalize Inclusive Collaboration</a:t>
                      </a:r>
                      <a:endParaRPr lang="en-GB"/>
                    </a:p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GB" sz="1100" b="1" i="0" u="none" strike="noStrike" noProof="0">
                          <a:solidFill>
                            <a:schemeClr val="tx1"/>
                          </a:solidFill>
                          <a:effectLst/>
                          <a:latin typeface="Segoe UI"/>
                        </a:rPr>
                        <a:t>Current State:</a:t>
                      </a:r>
                      <a:r>
                        <a:rPr lang="en-GB" sz="1100" b="0" i="0" u="none" strike="noStrike" noProof="0">
                          <a:solidFill>
                            <a:schemeClr val="tx1"/>
                          </a:solidFill>
                          <a:effectLst/>
                          <a:latin typeface="Segoe UI"/>
                        </a:rPr>
                        <a:t> Idea-sharing is encouraged, but mechanisms are informal.</a:t>
                      </a:r>
                      <a:endParaRPr lang="en-GB"/>
                    </a:p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GB" sz="1100" b="1" i="0" u="none" strike="noStrike" noProof="0">
                          <a:solidFill>
                            <a:schemeClr val="tx1"/>
                          </a:solidFill>
                          <a:effectLst/>
                          <a:latin typeface="Segoe UI"/>
                        </a:rPr>
                        <a:t>Improvement:</a:t>
                      </a:r>
                      <a:r>
                        <a:rPr lang="en-GB" sz="1100" b="0" i="0" u="none" strike="noStrike" noProof="0">
                          <a:solidFill>
                            <a:schemeClr val="tx1"/>
                          </a:solidFill>
                          <a:effectLst/>
                          <a:latin typeface="Segoe UI"/>
                        </a:rPr>
                        <a:t> Establish regular, facilitated forums (e.g., monthly “innovation roundtables”) where employees at all levels can propose and discuss improvements. Track ideas and outcomes to ensure follow-through.</a:t>
                      </a:r>
                      <a:br>
                        <a:rPr lang="en-GB" sz="1100" b="0" i="0" u="none" strike="noStrike" noProof="0">
                          <a:solidFill>
                            <a:schemeClr val="tx1"/>
                          </a:solidFill>
                          <a:effectLst/>
                          <a:latin typeface="Segoe UI"/>
                        </a:rPr>
                      </a:br>
                      <a:r>
                        <a:rPr lang="en-GB" sz="1100" b="0" i="0" u="none" strike="noStrike" noProof="0">
                          <a:solidFill>
                            <a:schemeClr val="tx1"/>
                          </a:solidFill>
                          <a:effectLst/>
                          <a:latin typeface="Segoe UI"/>
                        </a:rPr>
                        <a:t> </a:t>
                      </a:r>
                      <a:r>
                        <a:rPr lang="en-GB" sz="1100" b="0" i="1" u="none" strike="noStrike" noProof="0">
                          <a:solidFill>
                            <a:schemeClr val="tx1"/>
                          </a:solidFill>
                          <a:effectLst/>
                          <a:latin typeface="Segoe UI"/>
                        </a:rPr>
                        <a:t>Example: Digital suggestion box, transparent feedback loops.</a:t>
                      </a:r>
                      <a:endParaRPr lang="en-GB"/>
                    </a:p>
                    <a:p>
                      <a:pPr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3. </a:t>
                      </a:r>
                      <a:r>
                        <a:rPr lang="en-GB" b="1"/>
                        <a:t>Operationalize the Holistic Wellbeing Framework</a:t>
                      </a:r>
                      <a:endParaRPr lang="en-GB"/>
                    </a:p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GB" sz="1100" b="1" i="0" u="none" strike="noStrike" noProof="0">
                          <a:solidFill>
                            <a:schemeClr val="tx1"/>
                          </a:solidFill>
                          <a:effectLst/>
                          <a:latin typeface="Segoe UI"/>
                        </a:rPr>
                        <a:t>Current State:</a:t>
                      </a:r>
                      <a:r>
                        <a:rPr lang="en-GB" sz="1100" b="0" i="0" u="none" strike="noStrike" noProof="0">
                          <a:solidFill>
                            <a:schemeClr val="tx1"/>
                          </a:solidFill>
                          <a:effectLst/>
                          <a:latin typeface="Segoe UI"/>
                        </a:rPr>
                        <a:t> The five pillars of wellbeing are recognized, but not systematically addressed.</a:t>
                      </a:r>
                      <a:endParaRPr lang="en-GB"/>
                    </a:p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GB" sz="1100" b="1" i="0" u="none" strike="noStrike" noProof="0">
                          <a:solidFill>
                            <a:schemeClr val="tx1"/>
                          </a:solidFill>
                          <a:effectLst/>
                          <a:latin typeface="Segoe UI"/>
                        </a:rPr>
                        <a:t>Improvement:</a:t>
                      </a:r>
                      <a:r>
                        <a:rPr lang="en-GB" sz="1100" b="0" i="0" u="none" strike="noStrike" noProof="0">
                          <a:solidFill>
                            <a:schemeClr val="tx1"/>
                          </a:solidFill>
                          <a:effectLst/>
                          <a:latin typeface="Segoe UI"/>
                        </a:rPr>
                        <a:t> Develop a formal wellbeing strategy with clear objectives, initiatives, and metrics for each pillar (financial, mental, social, emotional, physical). Assign ownership and review progress regularly.</a:t>
                      </a:r>
                      <a:br>
                        <a:rPr lang="en-GB" sz="1100" b="0" i="0" u="none" strike="noStrike" noProof="0">
                          <a:solidFill>
                            <a:schemeClr val="tx1"/>
                          </a:solidFill>
                          <a:effectLst/>
                          <a:latin typeface="Segoe UI"/>
                        </a:rPr>
                      </a:br>
                      <a:r>
                        <a:rPr lang="en-GB" sz="1100" b="0" i="0" u="none" strike="noStrike" noProof="0">
                          <a:solidFill>
                            <a:schemeClr val="tx1"/>
                          </a:solidFill>
                          <a:effectLst/>
                          <a:latin typeface="Segoe UI"/>
                        </a:rPr>
                        <a:t> </a:t>
                      </a:r>
                      <a:r>
                        <a:rPr lang="en-GB" sz="1100" b="0" i="1" u="none" strike="noStrike" noProof="0">
                          <a:solidFill>
                            <a:schemeClr val="tx1"/>
                          </a:solidFill>
                          <a:effectLst/>
                          <a:latin typeface="Segoe UI"/>
                        </a:rPr>
                        <a:t>Example: Wellbeing committee, annual wellbeing report.</a:t>
                      </a:r>
                      <a:endParaRPr lang="en-GB"/>
                    </a:p>
                    <a:p>
                      <a:pPr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4. </a:t>
                      </a:r>
                      <a:r>
                        <a:rPr lang="en-GB" b="1"/>
                        <a:t>Integrate Strengths-Based Alignment into Strategy</a:t>
                      </a:r>
                      <a:endParaRPr lang="en-GB"/>
                    </a:p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GB" sz="1100" b="1" i="0" u="none" strike="noStrike" noProof="0">
                          <a:solidFill>
                            <a:schemeClr val="tx1"/>
                          </a:solidFill>
                          <a:effectLst/>
                          <a:latin typeface="Segoe UI"/>
                        </a:rPr>
                        <a:t>Current State:</a:t>
                      </a:r>
                      <a:r>
                        <a:rPr lang="en-GB" sz="1100" b="0" i="0" u="none" strike="noStrike" noProof="0">
                          <a:solidFill>
                            <a:schemeClr val="tx1"/>
                          </a:solidFill>
                          <a:effectLst/>
                          <a:latin typeface="Segoe UI"/>
                        </a:rPr>
                        <a:t> Strengths mapping is proposed, but not embedded in strategic planning.</a:t>
                      </a:r>
                      <a:endParaRPr lang="en-GB"/>
                    </a:p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GB" sz="1100" b="1" i="0" u="none" strike="noStrike" noProof="0">
                          <a:solidFill>
                            <a:schemeClr val="tx1"/>
                          </a:solidFill>
                          <a:effectLst/>
                          <a:latin typeface="Segoe UI"/>
                        </a:rPr>
                        <a:t>Improvement:</a:t>
                      </a:r>
                      <a:r>
                        <a:rPr lang="en-GB" sz="1100" b="0" i="0" u="none" strike="noStrike" noProof="0">
                          <a:solidFill>
                            <a:schemeClr val="tx1"/>
                          </a:solidFill>
                          <a:effectLst/>
                          <a:latin typeface="Segoe UI"/>
                        </a:rPr>
                        <a:t> Use strengths assessments (e.g., Gallup CliftonStrengths) as part of onboarding and annual reviews. Align project assignments and team roles with individual strengths, and revisit alignment during strategy sessions.</a:t>
                      </a:r>
                      <a:br>
                        <a:rPr lang="en-GB" sz="1100" b="0" i="0" u="none" strike="noStrike" noProof="0">
                          <a:solidFill>
                            <a:schemeClr val="tx1"/>
                          </a:solidFill>
                          <a:effectLst/>
                          <a:latin typeface="Segoe UI"/>
                        </a:rPr>
                      </a:br>
                      <a:r>
                        <a:rPr lang="en-GB" sz="1100" b="0" i="0" u="none" strike="noStrike" noProof="0">
                          <a:solidFill>
                            <a:schemeClr val="tx1"/>
                          </a:solidFill>
                          <a:effectLst/>
                          <a:latin typeface="Segoe UI"/>
                        </a:rPr>
                        <a:t> </a:t>
                      </a:r>
                      <a:r>
                        <a:rPr lang="en-GB" sz="1100" b="0" i="1" u="none" strike="noStrike" noProof="0">
                          <a:solidFill>
                            <a:schemeClr val="tx1"/>
                          </a:solidFill>
                          <a:effectLst/>
                          <a:latin typeface="Segoe UI"/>
                        </a:rPr>
                        <a:t>Example: Strengths-based project teams, strengths workshops.</a:t>
                      </a:r>
                      <a:endParaRPr lang="en-GB"/>
                    </a:p>
                    <a:p>
                      <a:pPr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5. </a:t>
                      </a:r>
                      <a:r>
                        <a:rPr lang="en-GB" b="1"/>
                        <a:t>Deepen Purpose and Social Impact Initiatives</a:t>
                      </a:r>
                      <a:endParaRPr lang="en-GB"/>
                    </a:p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GB" sz="1100" b="1" i="0" u="none" strike="noStrike" noProof="0">
                          <a:solidFill>
                            <a:schemeClr val="tx1"/>
                          </a:solidFill>
                          <a:effectLst/>
                          <a:latin typeface="Segoe UI"/>
                        </a:rPr>
                        <a:t>Current State:</a:t>
                      </a:r>
                      <a:r>
                        <a:rPr lang="en-GB" sz="1100" b="0" i="0" u="none" strike="noStrike" noProof="0">
                          <a:solidFill>
                            <a:schemeClr val="tx1"/>
                          </a:solidFill>
                          <a:effectLst/>
                          <a:latin typeface="Segoe UI"/>
                        </a:rPr>
                        <a:t> Purpose-driven activities and volunteering are suggested, but sporadic.</a:t>
                      </a:r>
                      <a:endParaRPr lang="en-GB"/>
                    </a:p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GB" sz="1100" b="1" i="0" u="none" strike="noStrike" noProof="0">
                          <a:solidFill>
                            <a:schemeClr val="tx1"/>
                          </a:solidFill>
                          <a:effectLst/>
                          <a:latin typeface="Segoe UI"/>
                        </a:rPr>
                        <a:t>Improvement:</a:t>
                      </a:r>
                      <a:r>
                        <a:rPr lang="en-GB" sz="1100" b="0" i="0" u="none" strike="noStrike" noProof="0">
                          <a:solidFill>
                            <a:schemeClr val="tx1"/>
                          </a:solidFill>
                          <a:effectLst/>
                          <a:latin typeface="Segoe UI"/>
                        </a:rPr>
                        <a:t> Create a company-wide “purpose program” that integrates legacy workshops, volunteering, and community engagement into the annual calendar. Recognize and reward participation.</a:t>
                      </a:r>
                      <a:br>
                        <a:rPr lang="en-GB" sz="1100" b="0" i="0" u="none" strike="noStrike" noProof="0">
                          <a:solidFill>
                            <a:schemeClr val="tx1"/>
                          </a:solidFill>
                          <a:effectLst/>
                          <a:latin typeface="Segoe UI"/>
                        </a:rPr>
                      </a:br>
                      <a:r>
                        <a:rPr lang="en-GB" sz="1100" b="0" i="0" u="none" strike="noStrike" noProof="0">
                          <a:solidFill>
                            <a:schemeClr val="tx1"/>
                          </a:solidFill>
                          <a:effectLst/>
                          <a:latin typeface="Segoe UI"/>
                        </a:rPr>
                        <a:t> </a:t>
                      </a:r>
                      <a:r>
                        <a:rPr lang="en-GB" sz="1100" b="0" i="1" u="none" strike="noStrike" noProof="0">
                          <a:solidFill>
                            <a:schemeClr val="tx1"/>
                          </a:solidFill>
                          <a:effectLst/>
                          <a:latin typeface="Segoe UI"/>
                        </a:rPr>
                        <a:t>Example: Annual “Impact Week,” employee volunteer awards.</a:t>
                      </a:r>
                      <a:endParaRPr lang="en-GB"/>
                    </a:p>
                    <a:p>
                      <a:pPr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6. </a:t>
                      </a:r>
                      <a:r>
                        <a:rPr lang="en-GB" b="1"/>
                        <a:t>Embed Productivity and Anti-Procrastination Tools</a:t>
                      </a:r>
                      <a:endParaRPr lang="en-GB"/>
                    </a:p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GB" sz="1100" b="1" i="0" u="none" strike="noStrike" noProof="0">
                          <a:solidFill>
                            <a:schemeClr val="tx1"/>
                          </a:solidFill>
                          <a:effectLst/>
                          <a:latin typeface="Segoe UI"/>
                        </a:rPr>
                        <a:t>Current State:</a:t>
                      </a:r>
                      <a:r>
                        <a:rPr lang="en-GB" sz="1100" b="0" i="0" u="none" strike="noStrike" noProof="0">
                          <a:solidFill>
                            <a:schemeClr val="tx1"/>
                          </a:solidFill>
                          <a:effectLst/>
                          <a:latin typeface="Segoe UI"/>
                        </a:rPr>
                        <a:t> Tools like the “Anti-Procrastinometer” are proposed, but not standardized.</a:t>
                      </a:r>
                      <a:endParaRPr lang="en-GB"/>
                    </a:p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GB" sz="1100" b="1" i="0" u="none" strike="noStrike" noProof="0">
                          <a:solidFill>
                            <a:schemeClr val="tx1"/>
                          </a:solidFill>
                          <a:effectLst/>
                          <a:latin typeface="Segoe UI"/>
                        </a:rPr>
                        <a:t>Improvement:</a:t>
                      </a:r>
                      <a:r>
                        <a:rPr lang="en-GB" sz="1100" b="0" i="0" u="none" strike="noStrike" noProof="0">
                          <a:solidFill>
                            <a:schemeClr val="tx1"/>
                          </a:solidFill>
                          <a:effectLst/>
                          <a:latin typeface="Segoe UI"/>
                        </a:rPr>
                        <a:t> Develop and deploy visual templates and digital tools for tracking procrastination and planning priorities. Train managers to facilitate regular productivity check-ins using these frameworks.</a:t>
                      </a:r>
                      <a:br>
                        <a:rPr lang="en-GB" sz="1100" b="0" i="0" u="none" strike="noStrike" noProof="0">
                          <a:solidFill>
                            <a:schemeClr val="tx1"/>
                          </a:solidFill>
                          <a:effectLst/>
                          <a:latin typeface="Segoe UI"/>
                        </a:rPr>
                      </a:br>
                      <a:r>
                        <a:rPr lang="en-GB" sz="1100" b="0" i="0" u="none" strike="noStrike" noProof="0">
                          <a:solidFill>
                            <a:schemeClr val="tx1"/>
                          </a:solidFill>
                          <a:effectLst/>
                          <a:latin typeface="Segoe UI"/>
                        </a:rPr>
                        <a:t> </a:t>
                      </a:r>
                      <a:r>
                        <a:rPr lang="en-GB" sz="1100" b="0" i="1" u="none" strike="noStrike" noProof="0">
                          <a:solidFill>
                            <a:schemeClr val="tx1"/>
                          </a:solidFill>
                          <a:effectLst/>
                          <a:latin typeface="Segoe UI"/>
                        </a:rPr>
                        <a:t>Example: Digital “Anti-Procrastinometer,” weekly planning sessions.</a:t>
                      </a:r>
                      <a:endParaRPr lang="en-GB"/>
                    </a:p>
                    <a:p>
                      <a:pPr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7. </a:t>
                      </a:r>
                      <a:r>
                        <a:rPr lang="en-GB" b="1"/>
                        <a:t>Optimize Energy Management and Value Creation</a:t>
                      </a:r>
                      <a:endParaRPr lang="en-GB"/>
                    </a:p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GB" sz="1100" b="1" i="0" u="none" strike="noStrike" noProof="0">
                          <a:solidFill>
                            <a:schemeClr val="tx1"/>
                          </a:solidFill>
                          <a:effectLst/>
                          <a:latin typeface="Segoe UI"/>
                        </a:rPr>
                        <a:t>Current State:</a:t>
                      </a:r>
                      <a:r>
                        <a:rPr lang="en-GB" sz="1100" b="0" i="0" u="none" strike="noStrike" noProof="0">
                          <a:solidFill>
                            <a:schemeClr val="tx1"/>
                          </a:solidFill>
                          <a:effectLst/>
                          <a:latin typeface="Segoe UI"/>
                        </a:rPr>
                        <a:t> Energy mapping is suggested, but not operationalized.</a:t>
                      </a:r>
                      <a:endParaRPr lang="en-GB"/>
                    </a:p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GB" sz="1100" b="1" i="0" u="none" strike="noStrike" noProof="0">
                          <a:solidFill>
                            <a:schemeClr val="tx1"/>
                          </a:solidFill>
                          <a:effectLst/>
                          <a:latin typeface="Segoe UI"/>
                        </a:rPr>
                        <a:t>Improvement:</a:t>
                      </a:r>
                      <a:r>
                        <a:rPr lang="en-GB" sz="1100" b="0" i="0" u="none" strike="noStrike" noProof="0">
                          <a:solidFill>
                            <a:schemeClr val="tx1"/>
                          </a:solidFill>
                          <a:effectLst/>
                          <a:latin typeface="Segoe UI"/>
                        </a:rPr>
                        <a:t> Incorporate energy mapping into regular team meetings. Use results to adjust workloads and schedules, prioritizing energizing tasks and minimizing draining ones.</a:t>
                      </a:r>
                      <a:br>
                        <a:rPr lang="en-GB" sz="1100" b="0" i="0" u="none" strike="noStrike" noProof="0">
                          <a:solidFill>
                            <a:schemeClr val="tx1"/>
                          </a:solidFill>
                          <a:effectLst/>
                          <a:latin typeface="Segoe UI"/>
                        </a:rPr>
                      </a:br>
                      <a:r>
                        <a:rPr lang="en-GB" sz="1100" b="0" i="0" u="none" strike="noStrike" noProof="0">
                          <a:solidFill>
                            <a:schemeClr val="tx1"/>
                          </a:solidFill>
                          <a:effectLst/>
                          <a:latin typeface="Segoe UI"/>
                        </a:rPr>
                        <a:t> </a:t>
                      </a:r>
                      <a:r>
                        <a:rPr lang="en-GB" sz="1100" b="0" i="1" u="none" strike="noStrike" noProof="0">
                          <a:solidFill>
                            <a:schemeClr val="tx1"/>
                          </a:solidFill>
                          <a:effectLst/>
                          <a:latin typeface="Segoe UI"/>
                        </a:rPr>
                        <a:t>Example: Monthly energy review, flexible task assignments.</a:t>
                      </a:r>
                      <a:endParaRPr lang="en-GB"/>
                    </a:p>
                    <a:p>
                      <a:pPr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8. </a:t>
                      </a:r>
                      <a:r>
                        <a:rPr lang="en-GB" b="1"/>
                        <a:t>Strengthen Continuous Alignment and Accountability</a:t>
                      </a:r>
                      <a:endParaRPr lang="en-GB"/>
                    </a:p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GB" sz="1100" b="1" i="0" u="none" strike="noStrike" noProof="0">
                          <a:solidFill>
                            <a:schemeClr val="tx1"/>
                          </a:solidFill>
                          <a:effectLst/>
                          <a:latin typeface="Segoe UI"/>
                        </a:rPr>
                        <a:t>Current State:</a:t>
                      </a:r>
                      <a:r>
                        <a:rPr lang="en-GB" sz="1100" b="0" i="0" u="none" strike="noStrike" noProof="0">
                          <a:solidFill>
                            <a:schemeClr val="tx1"/>
                          </a:solidFill>
                          <a:effectLst/>
                          <a:latin typeface="Segoe UI"/>
                        </a:rPr>
                        <a:t> Alignment meetings and KPI reviews are recommended, but may lack structure.</a:t>
                      </a:r>
                      <a:endParaRPr lang="en-GB"/>
                    </a:p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GB" sz="1100" b="1" i="0" u="none" strike="noStrike" noProof="0">
                          <a:solidFill>
                            <a:schemeClr val="tx1"/>
                          </a:solidFill>
                          <a:effectLst/>
                          <a:latin typeface="Segoe UI"/>
                        </a:rPr>
                        <a:t>Improvement:</a:t>
                      </a:r>
                      <a:r>
                        <a:rPr lang="en-GB" sz="1100" b="0" i="0" u="none" strike="noStrike" noProof="0">
                          <a:solidFill>
                            <a:schemeClr val="tx1"/>
                          </a:solidFill>
                          <a:effectLst/>
                          <a:latin typeface="Segoe UI"/>
                        </a:rPr>
                        <a:t> Schedule recurring strategy and alignment meetings with clear agendas focused on results, pivots, and accountability. Use transparent KPI dashboards and root-cause analysis for missed targets.</a:t>
                      </a:r>
                      <a:br>
                        <a:rPr lang="en-GB" sz="1100" b="0" i="0" u="none" strike="noStrike" noProof="0">
                          <a:solidFill>
                            <a:schemeClr val="tx1"/>
                          </a:solidFill>
                          <a:effectLst/>
                          <a:latin typeface="Segoe UI"/>
                        </a:rPr>
                      </a:br>
                      <a:r>
                        <a:rPr lang="en-GB" sz="1100" b="0" i="0" u="none" strike="noStrike" noProof="0">
                          <a:solidFill>
                            <a:schemeClr val="tx1"/>
                          </a:solidFill>
                          <a:effectLst/>
                          <a:latin typeface="Segoe UI"/>
                        </a:rPr>
                        <a:t> </a:t>
                      </a:r>
                      <a:r>
                        <a:rPr lang="en-GB" sz="1100" b="0" i="1" u="none" strike="noStrike" noProof="0">
                          <a:solidFill>
                            <a:schemeClr val="tx1"/>
                          </a:solidFill>
                          <a:effectLst/>
                          <a:latin typeface="Segoe UI"/>
                        </a:rPr>
                        <a:t>Example: Monthly strategy reviews, open KPI dashboards.</a:t>
                      </a:r>
                      <a:endParaRPr lang="en-GB"/>
                    </a:p>
                    <a:p>
                      <a:pPr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9. </a:t>
                      </a:r>
                      <a:r>
                        <a:rPr lang="en-GB" b="1"/>
                        <a:t>Expand Team Building and Leadership Development</a:t>
                      </a:r>
                      <a:endParaRPr lang="en-GB"/>
                    </a:p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GB" sz="1100" b="1" i="0" u="none" strike="noStrike" noProof="0">
                          <a:solidFill>
                            <a:schemeClr val="tx1"/>
                          </a:solidFill>
                          <a:effectLst/>
                          <a:latin typeface="Segoe UI"/>
                        </a:rPr>
                        <a:t>Current State:</a:t>
                      </a:r>
                      <a:r>
                        <a:rPr lang="en-GB" sz="1100" b="0" i="0" u="none" strike="noStrike" noProof="0">
                          <a:solidFill>
                            <a:schemeClr val="tx1"/>
                          </a:solidFill>
                          <a:effectLst/>
                          <a:latin typeface="Segoe UI"/>
                        </a:rPr>
                        <a:t> Casual meetings and development activities are proposed, but not systematic.</a:t>
                      </a:r>
                      <a:endParaRPr lang="en-GB"/>
                    </a:p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GB" sz="1100" b="1" i="0" u="none" strike="noStrike" noProof="0">
                          <a:solidFill>
                            <a:schemeClr val="tx1"/>
                          </a:solidFill>
                          <a:effectLst/>
                          <a:latin typeface="Segoe UI"/>
                        </a:rPr>
                        <a:t>Improvement:</a:t>
                      </a:r>
                      <a:r>
                        <a:rPr lang="en-GB" sz="1100" b="0" i="0" u="none" strike="noStrike" noProof="0">
                          <a:solidFill>
                            <a:schemeClr val="tx1"/>
                          </a:solidFill>
                          <a:effectLst/>
                          <a:latin typeface="Segoe UI"/>
                        </a:rPr>
                        <a:t> Create a formal leadership and team development program with regular workshops, mentoring, and cross-functional team-building events.</a:t>
                      </a:r>
                      <a:br>
                        <a:rPr lang="en-GB" sz="1100" b="0" i="0" u="none" strike="noStrike" noProof="0">
                          <a:solidFill>
                            <a:schemeClr val="tx1"/>
                          </a:solidFill>
                          <a:effectLst/>
                          <a:latin typeface="Segoe UI"/>
                        </a:rPr>
                      </a:br>
                      <a:r>
                        <a:rPr lang="en-GB" sz="1100" b="0" i="0" u="none" strike="noStrike" noProof="0">
                          <a:solidFill>
                            <a:schemeClr val="tx1"/>
                          </a:solidFill>
                          <a:effectLst/>
                          <a:latin typeface="Segoe UI"/>
                        </a:rPr>
                        <a:t> </a:t>
                      </a:r>
                      <a:r>
                        <a:rPr lang="en-GB" sz="1100" b="0" i="1" u="none" strike="noStrike" noProof="0">
                          <a:solidFill>
                            <a:schemeClr val="tx1"/>
                          </a:solidFill>
                          <a:effectLst/>
                          <a:latin typeface="Segoe UI"/>
                        </a:rPr>
                        <a:t>Example: Quarterly leadership retreats, peer mentoring circles.</a:t>
                      </a:r>
                      <a:endParaRPr lang="en-GB"/>
                    </a:p>
                    <a:p>
                      <a:pPr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GB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3407893"/>
                  </a:ext>
                </a:extLst>
              </a:tr>
              <a:tr h="343152"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4860994"/>
                  </a:ext>
                </a:extLst>
              </a:tr>
              <a:tr h="343152"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8028888"/>
                  </a:ext>
                </a:extLst>
              </a:tr>
              <a:tr h="343152"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3249105"/>
                  </a:ext>
                </a:extLst>
              </a:tr>
              <a:tr h="343152"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5299718"/>
                  </a:ext>
                </a:extLst>
              </a:tr>
              <a:tr h="343152"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0201845"/>
                  </a:ext>
                </a:extLst>
              </a:tr>
            </a:tbl>
          </a:graphicData>
        </a:graphic>
      </p:graphicFrame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C638621-3CD4-CC58-8D03-0981D8DB759F}"/>
              </a:ext>
            </a:extLst>
          </p:cNvPr>
          <p:cNvCxnSpPr>
            <a:cxnSpLocks/>
          </p:cNvCxnSpPr>
          <p:nvPr/>
        </p:nvCxnSpPr>
        <p:spPr>
          <a:xfrm flipH="1">
            <a:off x="0" y="540000"/>
            <a:ext cx="1014937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8A76642-D343-493C-F922-4F49C5932654}"/>
              </a:ext>
            </a:extLst>
          </p:cNvPr>
          <p:cNvCxnSpPr>
            <a:cxnSpLocks/>
          </p:cNvCxnSpPr>
          <p:nvPr/>
        </p:nvCxnSpPr>
        <p:spPr>
          <a:xfrm flipH="1">
            <a:off x="0" y="540000"/>
            <a:ext cx="1014937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E7CF449-72C9-DE95-7C92-C80F86FE9E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2353501"/>
              </p:ext>
            </p:extLst>
          </p:nvPr>
        </p:nvGraphicFramePr>
        <p:xfrm>
          <a:off x="94485" y="685383"/>
          <a:ext cx="9804825" cy="122097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804825">
                  <a:extLst>
                    <a:ext uri="{9D8B030D-6E8A-4147-A177-3AD203B41FA5}">
                      <a16:colId xmlns:a16="http://schemas.microsoft.com/office/drawing/2014/main" val="1435361538"/>
                    </a:ext>
                  </a:extLst>
                </a:gridCol>
              </a:tblGrid>
              <a:tr h="389650">
                <a:tc>
                  <a:txBody>
                    <a:bodyPr/>
                    <a:lstStyle/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600" b="0" i="0">
                          <a:solidFill>
                            <a:schemeClr val="bg1"/>
                          </a:solidFill>
                          <a:latin typeface="Calibri"/>
                        </a:rPr>
                        <a:t>Main conclusions from the individual analyses and team discussion</a:t>
                      </a:r>
                      <a:endParaRPr lang="en-US" sz="1400" b="0" i="0" u="none" strike="noStrike" noProof="0">
                        <a:solidFill>
                          <a:srgbClr val="111111"/>
                        </a:solidFill>
                        <a:latin typeface="Roboto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3697056"/>
                  </a:ext>
                </a:extLst>
              </a:tr>
              <a:tr h="318805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GB" sz="1800" b="0" i="0" u="none" strike="noStrike" kern="1200" noProof="0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Main Conclusions from the Individual Analyses and Team Discussion</a:t>
                      </a: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i="0" u="none" strike="noStrike" kern="1200" noProof="0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Common Threads Identified</a:t>
                      </a:r>
                      <a:endParaRPr lang="en-GB" sz="1800" b="0" i="0" u="none" strike="noStrike" kern="1200" noProof="0">
                        <a:solidFill>
                          <a:srgbClr val="000000"/>
                        </a:solidFill>
                        <a:effectLst/>
                        <a:latin typeface="Segoe UI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0" i="0" u="none" strike="noStrike" kern="1200" noProof="0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1. </a:t>
                      </a:r>
                      <a:r>
                        <a:rPr lang="en-GB" sz="1800" b="1" i="0" u="none" strike="noStrike" kern="1200" noProof="0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Personalized Wellbeing &amp; Engagement</a:t>
                      </a:r>
                      <a:endParaRPr lang="en-GB" sz="1800" b="0" i="0" u="none" strike="noStrike" kern="1200" noProof="0">
                        <a:solidFill>
                          <a:srgbClr val="000000"/>
                        </a:solidFill>
                        <a:effectLst/>
                        <a:latin typeface="Segoe UI"/>
                      </a:endParaRPr>
                    </a:p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,Sans-Serif"/>
                        <a:buChar char="•"/>
                      </a:pPr>
                      <a:r>
                        <a:rPr lang="en-GB" sz="1100" b="0" i="0" u="none" strike="noStrike" kern="1200" noProof="0">
                          <a:solidFill>
                            <a:srgbClr val="111111"/>
                          </a:solidFill>
                          <a:effectLst/>
                          <a:latin typeface="Segoe UI"/>
                        </a:rPr>
                        <a:t>Multiple entries propose surveying employees to understand what makes each person happy and tailoring wellbeing initiatives accordingly (e.g., home office days, yoga, outdoor workspaces).</a:t>
                      </a:r>
                      <a:endParaRPr lang="en-GB" sz="1100" b="0" i="0" u="none" strike="noStrike" kern="1200" noProof="0">
                        <a:solidFill>
                          <a:srgbClr val="000000"/>
                        </a:solidFill>
                        <a:effectLst/>
                        <a:latin typeface="Segoe UI"/>
                      </a:endParaRPr>
                    </a:p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,Sans-Serif"/>
                        <a:buChar char="•"/>
                      </a:pPr>
                      <a:r>
                        <a:rPr lang="en-GB" sz="1100" b="0" i="0" u="none" strike="noStrike" kern="1200" noProof="0">
                          <a:solidFill>
                            <a:srgbClr val="111111"/>
                          </a:solidFill>
                          <a:effectLst/>
                          <a:latin typeface="Segoe UI"/>
                        </a:rPr>
                        <a:t>Activities such as guided meditation, mindfulness, and wisdom-sharing circles are suggested to foster collective happiness and engagement.</a:t>
                      </a:r>
                      <a:endParaRPr lang="en-GB" sz="1100" b="0" i="0" u="none" strike="noStrike" kern="1200" noProof="0">
                        <a:solidFill>
                          <a:srgbClr val="000000"/>
                        </a:solidFill>
                        <a:effectLst/>
                        <a:latin typeface="Segoe UI"/>
                      </a:endParaRPr>
                    </a:p>
                    <a:p>
                      <a:pPr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i="0" u="none" strike="noStrike" kern="1200" noProof="0">
                          <a:solidFill>
                            <a:srgbClr val="111111"/>
                          </a:solidFill>
                          <a:effectLst/>
                          <a:latin typeface="Segoe UI"/>
                        </a:rPr>
                        <a:t>Highlight:</a:t>
                      </a:r>
                      <a:r>
                        <a:rPr lang="en-GB" sz="1100" b="0" i="0" u="none" strike="noStrike" kern="1200" noProof="0">
                          <a:solidFill>
                            <a:srgbClr val="111111"/>
                          </a:solidFill>
                          <a:effectLst/>
                          <a:latin typeface="Segoe UI"/>
                        </a:rPr>
                        <a:t> There is a strong emphasis on customizing wellbeing programs to individual preferences while also encouraging group activities that build a sense of community.</a:t>
                      </a:r>
                      <a:endParaRPr lang="en-GB" sz="1100" b="0" i="0" u="none" strike="noStrike" kern="1200" noProof="0">
                        <a:solidFill>
                          <a:srgbClr val="000000"/>
                        </a:solidFill>
                        <a:effectLst/>
                        <a:latin typeface="Segoe UI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0" i="0" u="none" strike="noStrike" kern="1200" noProof="0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2. </a:t>
                      </a:r>
                      <a:r>
                        <a:rPr lang="en-GB" sz="1800" b="1" i="0" u="none" strike="noStrike" kern="1200" noProof="0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Inclusive Collaboration &amp; Idea Generation</a:t>
                      </a:r>
                      <a:endParaRPr lang="en-GB" sz="1800" b="0" i="0" u="none" strike="noStrike" kern="1200" noProof="0">
                        <a:solidFill>
                          <a:srgbClr val="000000"/>
                        </a:solidFill>
                        <a:effectLst/>
                        <a:latin typeface="Segoe UI"/>
                      </a:endParaRPr>
                    </a:p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,Sans-Serif"/>
                        <a:buChar char="•"/>
                      </a:pPr>
                      <a:r>
                        <a:rPr lang="en-GB" sz="1100" b="0" i="0" u="none" strike="noStrike" kern="1200" noProof="0">
                          <a:solidFill>
                            <a:srgbClr val="111111"/>
                          </a:solidFill>
                          <a:effectLst/>
                          <a:latin typeface="Segoe UI"/>
                        </a:rPr>
                        <a:t>Suggestions include organizing meetings where all employees, regardless of level, can contribute ideas for improvement.</a:t>
                      </a:r>
                      <a:endParaRPr lang="en-GB" sz="1100" b="0" i="0" u="none" strike="noStrike" kern="1200" noProof="0">
                        <a:solidFill>
                          <a:srgbClr val="000000"/>
                        </a:solidFill>
                        <a:effectLst/>
                        <a:latin typeface="Segoe UI"/>
                      </a:endParaRPr>
                    </a:p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,Sans-Serif"/>
                        <a:buChar char="•"/>
                      </a:pPr>
                      <a:r>
                        <a:rPr lang="en-GB" sz="1100" b="0" i="0" u="none" strike="noStrike" kern="1200" noProof="0">
                          <a:solidFill>
                            <a:srgbClr val="111111"/>
                          </a:solidFill>
                          <a:effectLst/>
                          <a:latin typeface="Segoe UI"/>
                        </a:rPr>
                        <a:t>Standardizing benefits (like birthday leave) for trusted staff and supervisors is recommended.</a:t>
                      </a:r>
                      <a:endParaRPr lang="en-GB" sz="1100" b="0" i="0" u="none" strike="noStrike" kern="1200" noProof="0">
                        <a:solidFill>
                          <a:srgbClr val="000000"/>
                        </a:solidFill>
                        <a:effectLst/>
                        <a:latin typeface="Segoe UI"/>
                      </a:endParaRPr>
                    </a:p>
                    <a:p>
                      <a:pPr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i="0" u="none" strike="noStrike" kern="1200" noProof="0">
                          <a:solidFill>
                            <a:srgbClr val="111111"/>
                          </a:solidFill>
                          <a:effectLst/>
                          <a:latin typeface="Segoe UI"/>
                        </a:rPr>
                        <a:t>Highlight:</a:t>
                      </a:r>
                      <a:r>
                        <a:rPr lang="en-GB" sz="1100" b="0" i="0" u="none" strike="noStrike" kern="1200" noProof="0">
                          <a:solidFill>
                            <a:srgbClr val="111111"/>
                          </a:solidFill>
                          <a:effectLst/>
                          <a:latin typeface="Segoe UI"/>
                        </a:rPr>
                        <a:t> The team values inclusivity and open channels for idea sharing, aiming to create an environment where everyone’s input is respected and benefits are equitable.</a:t>
                      </a:r>
                      <a:endParaRPr lang="en-GB" sz="1100" b="0" i="0" u="none" strike="noStrike" kern="1200" noProof="0">
                        <a:solidFill>
                          <a:srgbClr val="000000"/>
                        </a:solidFill>
                        <a:effectLst/>
                        <a:latin typeface="Segoe UI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0" i="0" u="none" strike="noStrike" kern="1200" noProof="0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3. </a:t>
                      </a:r>
                      <a:r>
                        <a:rPr lang="en-GB" sz="1800" b="1" i="0" u="none" strike="noStrike" kern="1200" noProof="0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Holistic Approach to Wellbeing</a:t>
                      </a:r>
                      <a:endParaRPr lang="en-GB" sz="1800" b="0" i="0" u="none" strike="noStrike" kern="1200" noProof="0">
                        <a:solidFill>
                          <a:srgbClr val="000000"/>
                        </a:solidFill>
                        <a:effectLst/>
                        <a:latin typeface="Segoe UI"/>
                      </a:endParaRPr>
                    </a:p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,Sans-Serif"/>
                        <a:buChar char="•"/>
                      </a:pPr>
                      <a:r>
                        <a:rPr lang="en-GB" sz="1100" b="0" i="0" u="none" strike="noStrike" kern="1200" noProof="0">
                          <a:solidFill>
                            <a:srgbClr val="111111"/>
                          </a:solidFill>
                          <a:effectLst/>
                          <a:latin typeface="Segoe UI"/>
                        </a:rPr>
                        <a:t>There is a call to develop a wellbeing plan based on five pillars: financial, mental, social, emotional, and physical.</a:t>
                      </a:r>
                      <a:endParaRPr lang="en-GB" sz="1100" b="0" i="0" u="none" strike="noStrike" kern="1200" noProof="0">
                        <a:solidFill>
                          <a:srgbClr val="000000"/>
                        </a:solidFill>
                        <a:effectLst/>
                        <a:latin typeface="Segoe UI"/>
                      </a:endParaRPr>
                    </a:p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,Sans-Serif"/>
                        <a:buChar char="•"/>
                      </a:pPr>
                      <a:r>
                        <a:rPr lang="en-GB" sz="1100" b="0" i="0" u="none" strike="noStrike" kern="1200" noProof="0">
                          <a:solidFill>
                            <a:srgbClr val="111111"/>
                          </a:solidFill>
                          <a:effectLst/>
                          <a:latin typeface="Segoe UI"/>
                        </a:rPr>
                        <a:t>Initiatives should be accessible and low-cost, benefiting all employees.</a:t>
                      </a:r>
                      <a:endParaRPr lang="en-GB" sz="1100" b="0" i="0" u="none" strike="noStrike" kern="1200" noProof="0">
                        <a:solidFill>
                          <a:srgbClr val="000000"/>
                        </a:solidFill>
                        <a:effectLst/>
                        <a:latin typeface="Segoe UI"/>
                      </a:endParaRPr>
                    </a:p>
                    <a:p>
                      <a:pPr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i="0" u="none" strike="noStrike" kern="1200" noProof="0">
                          <a:solidFill>
                            <a:srgbClr val="111111"/>
                          </a:solidFill>
                          <a:effectLst/>
                          <a:latin typeface="Segoe UI"/>
                        </a:rPr>
                        <a:t>Highlight:</a:t>
                      </a:r>
                      <a:r>
                        <a:rPr lang="en-GB" sz="1100" b="0" i="0" u="none" strike="noStrike" kern="1200" noProof="0">
                          <a:solidFill>
                            <a:srgbClr val="111111"/>
                          </a:solidFill>
                          <a:effectLst/>
                          <a:latin typeface="Segoe UI"/>
                        </a:rPr>
                        <a:t> The group recognizes the importance of addressing wellbeing from multiple dimensions, ensuring that support is comprehensive and practical.</a:t>
                      </a:r>
                      <a:endParaRPr lang="en-GB" sz="1100" b="0" i="0" u="none" strike="noStrike" kern="1200" noProof="0">
                        <a:solidFill>
                          <a:srgbClr val="000000"/>
                        </a:solidFill>
                        <a:effectLst/>
                        <a:latin typeface="Segoe UI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0" i="0" u="none" strike="noStrike" kern="1200" noProof="0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4. </a:t>
                      </a:r>
                      <a:r>
                        <a:rPr lang="en-GB" sz="1800" b="1" i="0" u="none" strike="noStrike" kern="1200" noProof="0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Strengths-Based Strategy &amp; Alignment</a:t>
                      </a:r>
                      <a:endParaRPr lang="en-GB" sz="1800" b="0" i="0" u="none" strike="noStrike" kern="1200" noProof="0">
                        <a:solidFill>
                          <a:srgbClr val="000000"/>
                        </a:solidFill>
                        <a:effectLst/>
                        <a:latin typeface="Segoe UI"/>
                      </a:endParaRPr>
                    </a:p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,Sans-Serif"/>
                        <a:buChar char="•"/>
                      </a:pPr>
                      <a:r>
                        <a:rPr lang="en-GB" sz="1100" b="0" i="0" u="none" strike="noStrike" kern="1200" noProof="0">
                          <a:solidFill>
                            <a:srgbClr val="111111"/>
                          </a:solidFill>
                          <a:effectLst/>
                          <a:latin typeface="Segoe UI"/>
                        </a:rPr>
                        <a:t>Mapping team strengths (using frameworks like Gallup) and aligning them with company objectives is proposed.</a:t>
                      </a:r>
                      <a:endParaRPr lang="en-GB" sz="1100" b="0" i="0" u="none" strike="noStrike" kern="1200" noProof="0">
                        <a:solidFill>
                          <a:srgbClr val="000000"/>
                        </a:solidFill>
                        <a:effectLst/>
                        <a:latin typeface="Segoe UI"/>
                      </a:endParaRPr>
                    </a:p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,Sans-Serif"/>
                        <a:buChar char="•"/>
                      </a:pPr>
                      <a:r>
                        <a:rPr lang="en-GB" sz="1100" b="0" i="0" u="none" strike="noStrike" kern="1200" noProof="0">
                          <a:solidFill>
                            <a:srgbClr val="111111"/>
                          </a:solidFill>
                          <a:effectLst/>
                          <a:latin typeface="Segoe UI"/>
                        </a:rPr>
                        <a:t>Strategy sessions should validate how individual strengths contribute to organizational goals.</a:t>
                      </a:r>
                      <a:endParaRPr lang="en-GB" sz="1100" b="0" i="0" u="none" strike="noStrike" kern="1200" noProof="0">
                        <a:solidFill>
                          <a:srgbClr val="000000"/>
                        </a:solidFill>
                        <a:effectLst/>
                        <a:latin typeface="Segoe UI"/>
                      </a:endParaRPr>
                    </a:p>
                    <a:p>
                      <a:pPr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i="0" u="none" strike="noStrike" kern="1200" noProof="0">
                          <a:solidFill>
                            <a:srgbClr val="111111"/>
                          </a:solidFill>
                          <a:effectLst/>
                          <a:latin typeface="Segoe UI"/>
                        </a:rPr>
                        <a:t>Highlight:</a:t>
                      </a:r>
                      <a:r>
                        <a:rPr lang="en-GB" sz="1100" b="0" i="0" u="none" strike="noStrike" kern="1200" noProof="0">
                          <a:solidFill>
                            <a:srgbClr val="111111"/>
                          </a:solidFill>
                          <a:effectLst/>
                          <a:latin typeface="Segoe UI"/>
                        </a:rPr>
                        <a:t> Leveraging personal strengths for strategic alignment is seen as key to maximizing impact and engagement.</a:t>
                      </a:r>
                      <a:endParaRPr lang="en-GB" sz="1100" b="0" i="0" u="none" strike="noStrike" kern="1200" noProof="0">
                        <a:solidFill>
                          <a:srgbClr val="000000"/>
                        </a:solidFill>
                        <a:effectLst/>
                        <a:latin typeface="Segoe UI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0" i="0" u="none" strike="noStrike" kern="1200" noProof="0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5. </a:t>
                      </a:r>
                      <a:r>
                        <a:rPr lang="en-GB" sz="1800" b="1" i="0" u="none" strike="noStrike" kern="1200" noProof="0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Purpose &amp; Social Impact</a:t>
                      </a:r>
                      <a:endParaRPr lang="en-GB" sz="1800" b="0" i="0" u="none" strike="noStrike" kern="1200" noProof="0">
                        <a:solidFill>
                          <a:srgbClr val="000000"/>
                        </a:solidFill>
                        <a:effectLst/>
                        <a:latin typeface="Segoe UI"/>
                      </a:endParaRPr>
                    </a:p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,Sans-Serif"/>
                        <a:buChar char="•"/>
                      </a:pPr>
                      <a:r>
                        <a:rPr lang="en-GB" sz="1100" b="0" i="0" u="none" strike="noStrike" kern="1200" noProof="0">
                          <a:solidFill>
                            <a:srgbClr val="111111"/>
                          </a:solidFill>
                          <a:effectLst/>
                          <a:latin typeface="Segoe UI"/>
                        </a:rPr>
                        <a:t>Ideas include creating purpose maps for employees, organizing legacy workshops, and engaging in volunteer activities that support local communities.</a:t>
                      </a:r>
                      <a:endParaRPr lang="en-GB" sz="1100" b="0" i="0" u="none" strike="noStrike" kern="1200" noProof="0">
                        <a:solidFill>
                          <a:srgbClr val="000000"/>
                        </a:solidFill>
                        <a:effectLst/>
                        <a:latin typeface="Segoe UI"/>
                      </a:endParaRPr>
                    </a:p>
                    <a:p>
                      <a:pPr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i="0" u="none" strike="noStrike" kern="1200" noProof="0">
                          <a:solidFill>
                            <a:srgbClr val="111111"/>
                          </a:solidFill>
                          <a:effectLst/>
                          <a:latin typeface="Segoe UI"/>
                        </a:rPr>
                        <a:t>Highlight:</a:t>
                      </a:r>
                      <a:r>
                        <a:rPr lang="en-GB" sz="1100" b="0" i="0" u="none" strike="noStrike" kern="1200" noProof="0">
                          <a:solidFill>
                            <a:srgbClr val="111111"/>
                          </a:solidFill>
                          <a:effectLst/>
                          <a:latin typeface="Segoe UI"/>
                        </a:rPr>
                        <a:t> Connecting work to a greater purpose and societal impact is a recurring theme, with a focus on legacy and community involvement.</a:t>
                      </a:r>
                      <a:endParaRPr lang="en-GB" sz="1100" b="0" i="0" u="none" strike="noStrike" kern="1200" noProof="0">
                        <a:solidFill>
                          <a:srgbClr val="000000"/>
                        </a:solidFill>
                        <a:effectLst/>
                        <a:latin typeface="Segoe UI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0" i="0" u="none" strike="noStrike" kern="1200" noProof="0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6. </a:t>
                      </a:r>
                      <a:r>
                        <a:rPr lang="en-GB" sz="1800" b="1" i="0" u="none" strike="noStrike" kern="1200" noProof="0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Productivity &amp; Anti-Procrastination Tools</a:t>
                      </a:r>
                      <a:endParaRPr lang="en-GB" sz="1800" b="0" i="0" u="none" strike="noStrike" kern="1200" noProof="0">
                        <a:solidFill>
                          <a:srgbClr val="000000"/>
                        </a:solidFill>
                        <a:effectLst/>
                        <a:latin typeface="Segoe UI"/>
                      </a:endParaRPr>
                    </a:p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,Sans-Serif"/>
                        <a:buChar char="•"/>
                      </a:pPr>
                      <a:r>
                        <a:rPr lang="en-GB" sz="1100" b="0" i="0" u="none" strike="noStrike" kern="1200" noProof="0">
                          <a:solidFill>
                            <a:srgbClr val="111111"/>
                          </a:solidFill>
                          <a:effectLst/>
                          <a:latin typeface="Segoe UI"/>
                        </a:rPr>
                        <a:t>The “Anti-</a:t>
                      </a:r>
                      <a:r>
                        <a:rPr lang="en-GB" sz="1100" b="0" i="0" u="none" strike="noStrike" kern="1200" noProof="0" err="1">
                          <a:solidFill>
                            <a:srgbClr val="111111"/>
                          </a:solidFill>
                          <a:effectLst/>
                          <a:latin typeface="Segoe UI"/>
                        </a:rPr>
                        <a:t>Procrastinometer</a:t>
                      </a:r>
                      <a:r>
                        <a:rPr lang="en-GB" sz="1100" b="0" i="0" u="none" strike="noStrike" kern="1200" noProof="0">
                          <a:solidFill>
                            <a:srgbClr val="111111"/>
                          </a:solidFill>
                          <a:effectLst/>
                          <a:latin typeface="Segoe UI"/>
                        </a:rPr>
                        <a:t>” is suggested to help identify and address procrastination patterns.</a:t>
                      </a:r>
                      <a:endParaRPr lang="en-GB" sz="1100" b="0" i="0" u="none" strike="noStrike" kern="1200" noProof="0">
                        <a:solidFill>
                          <a:srgbClr val="000000"/>
                        </a:solidFill>
                        <a:effectLst/>
                        <a:latin typeface="Segoe UI"/>
                      </a:endParaRPr>
                    </a:p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,Sans-Serif"/>
                        <a:buChar char="•"/>
                      </a:pPr>
                      <a:r>
                        <a:rPr lang="en-GB" sz="1100" b="0" i="0" u="none" strike="noStrike" kern="1200" noProof="0">
                          <a:solidFill>
                            <a:srgbClr val="111111"/>
                          </a:solidFill>
                          <a:effectLst/>
                          <a:latin typeface="Segoe UI"/>
                        </a:rPr>
                        <a:t>Weekly priority planning and rewarding micro-actions are recommended to boost productivity.</a:t>
                      </a:r>
                      <a:endParaRPr lang="en-GB" sz="1100" b="0" i="0" u="none" strike="noStrike" kern="1200" noProof="0">
                        <a:solidFill>
                          <a:srgbClr val="000000"/>
                        </a:solidFill>
                        <a:effectLst/>
                        <a:latin typeface="Segoe UI"/>
                      </a:endParaRPr>
                    </a:p>
                    <a:p>
                      <a:pPr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i="0" u="none" strike="noStrike" kern="1200" noProof="0">
                          <a:solidFill>
                            <a:srgbClr val="111111"/>
                          </a:solidFill>
                          <a:effectLst/>
                          <a:latin typeface="Segoe UI"/>
                        </a:rPr>
                        <a:t>Highlight:</a:t>
                      </a:r>
                      <a:r>
                        <a:rPr lang="en-GB" sz="1100" b="0" i="0" u="none" strike="noStrike" kern="1200" noProof="0">
                          <a:solidFill>
                            <a:srgbClr val="111111"/>
                          </a:solidFill>
                          <a:effectLst/>
                          <a:latin typeface="Segoe UI"/>
                        </a:rPr>
                        <a:t> The team is interested in practical tools and frameworks to overcome procrastination and enhance productivity.</a:t>
                      </a:r>
                      <a:endParaRPr lang="en-GB" sz="1100" b="0" i="0" u="none" strike="noStrike" kern="1200" noProof="0">
                        <a:solidFill>
                          <a:srgbClr val="000000"/>
                        </a:solidFill>
                        <a:effectLst/>
                        <a:latin typeface="Segoe UI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0" i="0" u="none" strike="noStrike" kern="1200" noProof="0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7. </a:t>
                      </a:r>
                      <a:r>
                        <a:rPr lang="en-GB" sz="1800" b="1" i="0" u="none" strike="noStrike" kern="1200" noProof="0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Energy Management &amp; Value Creation</a:t>
                      </a:r>
                      <a:endParaRPr lang="en-GB" sz="1800" b="0" i="0" u="none" strike="noStrike" kern="1200" noProof="0">
                        <a:solidFill>
                          <a:srgbClr val="000000"/>
                        </a:solidFill>
                        <a:effectLst/>
                        <a:latin typeface="Segoe UI"/>
                      </a:endParaRPr>
                    </a:p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,Sans-Serif"/>
                        <a:buChar char="•"/>
                      </a:pPr>
                      <a:r>
                        <a:rPr lang="en-GB" sz="1100" b="0" i="0" u="none" strike="noStrike" kern="1200" noProof="0">
                          <a:solidFill>
                            <a:srgbClr val="111111"/>
                          </a:solidFill>
                          <a:effectLst/>
                          <a:latin typeface="Segoe UI"/>
                        </a:rPr>
                        <a:t>Mapping tasks that energize or drain employees, prioritizing energizing activities, and minimizing draining ones are proposed.</a:t>
                      </a:r>
                      <a:endParaRPr lang="en-GB" sz="1100" b="0" i="0" u="none" strike="noStrike" kern="1200" noProof="0">
                        <a:solidFill>
                          <a:srgbClr val="000000"/>
                        </a:solidFill>
                        <a:effectLst/>
                        <a:latin typeface="Segoe UI"/>
                      </a:endParaRPr>
                    </a:p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,Sans-Serif"/>
                        <a:buChar char="•"/>
                      </a:pPr>
                      <a:r>
                        <a:rPr lang="en-GB" sz="1100" b="0" i="0" u="none" strike="noStrike" kern="1200" noProof="0">
                          <a:solidFill>
                            <a:srgbClr val="111111"/>
                          </a:solidFill>
                          <a:effectLst/>
                          <a:latin typeface="Segoe UI"/>
                        </a:rPr>
                        <a:t>Assigning work based on strengths and value creation is encouraged.</a:t>
                      </a:r>
                      <a:endParaRPr lang="en-GB" sz="1100" b="0" i="0" u="none" strike="noStrike" kern="1200" noProof="0">
                        <a:solidFill>
                          <a:srgbClr val="000000"/>
                        </a:solidFill>
                        <a:effectLst/>
                        <a:latin typeface="Segoe UI"/>
                      </a:endParaRPr>
                    </a:p>
                    <a:p>
                      <a:pPr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i="0" u="none" strike="noStrike" kern="1200" noProof="0">
                          <a:solidFill>
                            <a:srgbClr val="111111"/>
                          </a:solidFill>
                          <a:effectLst/>
                          <a:latin typeface="Segoe UI"/>
                        </a:rPr>
                        <a:t>Highlight:</a:t>
                      </a:r>
                      <a:r>
                        <a:rPr lang="en-GB" sz="1100" b="0" i="0" u="none" strike="noStrike" kern="1200" noProof="0">
                          <a:solidFill>
                            <a:srgbClr val="111111"/>
                          </a:solidFill>
                          <a:effectLst/>
                          <a:latin typeface="Segoe UI"/>
                        </a:rPr>
                        <a:t> There is a focus on optimizing energy and aligning work with activities that generate the most value for both employees and the company.</a:t>
                      </a:r>
                      <a:endParaRPr lang="en-GB" sz="1100" b="0" i="0" u="none" strike="noStrike" kern="1200" noProof="0">
                        <a:solidFill>
                          <a:srgbClr val="000000"/>
                        </a:solidFill>
                        <a:effectLst/>
                        <a:latin typeface="Segoe UI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0" i="0" u="none" strike="noStrike" kern="1200" noProof="0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8. </a:t>
                      </a:r>
                      <a:r>
                        <a:rPr lang="en-GB" sz="1800" b="1" i="0" u="none" strike="noStrike" kern="1200" noProof="0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Continuous Alignment &amp; Accountability</a:t>
                      </a:r>
                      <a:endParaRPr lang="en-GB" sz="1800" b="0" i="0" u="none" strike="noStrike" kern="1200" noProof="0">
                        <a:solidFill>
                          <a:srgbClr val="000000"/>
                        </a:solidFill>
                        <a:effectLst/>
                        <a:latin typeface="Segoe UI"/>
                      </a:endParaRPr>
                    </a:p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,Sans-Serif"/>
                        <a:buChar char="•"/>
                      </a:pPr>
                      <a:r>
                        <a:rPr lang="en-GB" sz="1100" b="0" i="0" u="none" strike="noStrike" kern="1200" noProof="0">
                          <a:solidFill>
                            <a:srgbClr val="111111"/>
                          </a:solidFill>
                          <a:effectLst/>
                          <a:latin typeface="Segoe UI"/>
                        </a:rPr>
                        <a:t>Regular alignment meetings and strategy pivots are recommended.</a:t>
                      </a:r>
                      <a:endParaRPr lang="en-GB" sz="1100" b="0" i="0" u="none" strike="noStrike" kern="1200" noProof="0">
                        <a:solidFill>
                          <a:srgbClr val="000000"/>
                        </a:solidFill>
                        <a:effectLst/>
                        <a:latin typeface="Segoe UI"/>
                      </a:endParaRPr>
                    </a:p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,Sans-Serif"/>
                        <a:buChar char="•"/>
                      </a:pPr>
                      <a:r>
                        <a:rPr lang="en-GB" sz="1100" b="0" i="0" u="none" strike="noStrike" kern="1200" noProof="0">
                          <a:solidFill>
                            <a:srgbClr val="111111"/>
                          </a:solidFill>
                          <a:effectLst/>
                          <a:latin typeface="Segoe UI"/>
                        </a:rPr>
                        <a:t>Rethinking KPIs for managers and fostering honest accountability sessions are suggested.</a:t>
                      </a:r>
                      <a:endParaRPr lang="en-GB" sz="1100" b="0" i="0" u="none" strike="noStrike" kern="1200" noProof="0">
                        <a:solidFill>
                          <a:srgbClr val="000000"/>
                        </a:solidFill>
                        <a:effectLst/>
                        <a:latin typeface="Segoe UI"/>
                      </a:endParaRPr>
                    </a:p>
                    <a:p>
                      <a:pPr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i="0" u="none" strike="noStrike" kern="1200" noProof="0">
                          <a:solidFill>
                            <a:srgbClr val="111111"/>
                          </a:solidFill>
                          <a:effectLst/>
                          <a:latin typeface="Segoe UI"/>
                        </a:rPr>
                        <a:t>Highlight:</a:t>
                      </a:r>
                      <a:r>
                        <a:rPr lang="en-GB" sz="1100" b="0" i="0" u="none" strike="noStrike" kern="1200" noProof="0">
                          <a:solidFill>
                            <a:srgbClr val="111111"/>
                          </a:solidFill>
                          <a:effectLst/>
                          <a:latin typeface="Segoe UI"/>
                        </a:rPr>
                        <a:t> Ongoing review and transparent accountability are considered essential for maintaining strategic focus and driving results.</a:t>
                      </a:r>
                      <a:endParaRPr lang="en-GB" sz="1100" b="0" i="0" u="none" strike="noStrike" kern="1200" noProof="0">
                        <a:solidFill>
                          <a:srgbClr val="000000"/>
                        </a:solidFill>
                        <a:effectLst/>
                        <a:latin typeface="Segoe UI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0" i="0" u="none" strike="noStrike" kern="1200" noProof="0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9. </a:t>
                      </a:r>
                      <a:r>
                        <a:rPr lang="en-GB" sz="1800" b="1" i="0" u="none" strike="noStrike" kern="1200" noProof="0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Team Building &amp; Leadership Development</a:t>
                      </a:r>
                      <a:endParaRPr lang="en-GB" sz="1800" b="0" i="0" u="none" strike="noStrike" kern="1200" noProof="0">
                        <a:solidFill>
                          <a:srgbClr val="000000"/>
                        </a:solidFill>
                        <a:effectLst/>
                        <a:latin typeface="Segoe UI"/>
                      </a:endParaRPr>
                    </a:p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,Sans-Serif"/>
                        <a:buChar char="•"/>
                      </a:pPr>
                      <a:r>
                        <a:rPr lang="en-GB" sz="1100" b="0" i="0" u="none" strike="noStrike" kern="1200" noProof="0">
                          <a:solidFill>
                            <a:srgbClr val="111111"/>
                          </a:solidFill>
                          <a:effectLst/>
                          <a:latin typeface="Segoe UI"/>
                        </a:rPr>
                        <a:t>Casual monthly meetings and leadership/teamwork development activities are proposed to strengthen relationships and skills.</a:t>
                      </a:r>
                      <a:endParaRPr lang="en-GB" sz="1100" b="0" i="0" u="none" strike="noStrike" kern="1200" noProof="0">
                        <a:solidFill>
                          <a:srgbClr val="000000"/>
                        </a:solidFill>
                        <a:effectLst/>
                        <a:latin typeface="Segoe UI"/>
                      </a:endParaRPr>
                    </a:p>
                    <a:p>
                      <a:pPr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i="0" u="none" strike="noStrike" kern="1200" noProof="0">
                          <a:solidFill>
                            <a:srgbClr val="111111"/>
                          </a:solidFill>
                          <a:effectLst/>
                          <a:latin typeface="Segoe UI"/>
                        </a:rPr>
                        <a:t>Highlight:</a:t>
                      </a:r>
                      <a:r>
                        <a:rPr lang="en-GB" sz="1100" b="0" i="0" u="none" strike="noStrike" kern="1200" noProof="0">
                          <a:solidFill>
                            <a:srgbClr val="111111"/>
                          </a:solidFill>
                          <a:effectLst/>
                          <a:latin typeface="Segoe UI"/>
                        </a:rPr>
                        <a:t> Building strong teams and developing leadership capabilities are seen as foundational for a positive and productive work environment.</a:t>
                      </a:r>
                      <a:endParaRPr lang="en-GB" sz="1100" b="0" i="0" u="none" strike="noStrike" kern="1200" noProof="0">
                        <a:solidFill>
                          <a:srgbClr val="000000"/>
                        </a:solidFill>
                        <a:effectLst/>
                        <a:latin typeface="Segoe UI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i="0" u="none" strike="noStrike" kern="1200" noProof="0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Key Insights &amp; Best Practices</a:t>
                      </a:r>
                      <a:endParaRPr lang="en-GB" sz="1800" b="0" i="0" u="none" strike="noStrike" kern="1200" noProof="0">
                        <a:solidFill>
                          <a:srgbClr val="000000"/>
                        </a:solidFill>
                        <a:effectLst/>
                        <a:latin typeface="Segoe UI"/>
                      </a:endParaRPr>
                    </a:p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,Sans-Serif"/>
                        <a:buChar char="•"/>
                      </a:pPr>
                      <a:r>
                        <a:rPr lang="en-GB" sz="1100" b="1" i="0" u="none" strike="noStrike" kern="1200" noProof="0">
                          <a:solidFill>
                            <a:srgbClr val="111111"/>
                          </a:solidFill>
                          <a:effectLst/>
                          <a:latin typeface="Segoe UI"/>
                        </a:rPr>
                        <a:t>Personalization:</a:t>
                      </a:r>
                      <a:r>
                        <a:rPr lang="en-GB" sz="1100" b="0" i="0" u="none" strike="noStrike" kern="1200" noProof="0">
                          <a:solidFill>
                            <a:srgbClr val="111111"/>
                          </a:solidFill>
                          <a:effectLst/>
                          <a:latin typeface="Segoe UI"/>
                        </a:rPr>
                        <a:t> Tailor wellbeing and engagement initiatives to individual needs.</a:t>
                      </a:r>
                      <a:endParaRPr lang="en-GB" sz="1100" b="0" i="0" u="none" strike="noStrike" kern="1200" noProof="0">
                        <a:solidFill>
                          <a:srgbClr val="000000"/>
                        </a:solidFill>
                        <a:effectLst/>
                        <a:latin typeface="Segoe UI"/>
                      </a:endParaRPr>
                    </a:p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,Sans-Serif"/>
                        <a:buChar char="•"/>
                      </a:pPr>
                      <a:r>
                        <a:rPr lang="en-GB" sz="1100" b="1" i="0" u="none" strike="noStrike" kern="1200" noProof="0">
                          <a:solidFill>
                            <a:srgbClr val="111111"/>
                          </a:solidFill>
                          <a:effectLst/>
                          <a:latin typeface="Segoe UI"/>
                        </a:rPr>
                        <a:t>Inclusivity:</a:t>
                      </a:r>
                      <a:r>
                        <a:rPr lang="en-GB" sz="1100" b="0" i="0" u="none" strike="noStrike" kern="1200" noProof="0">
                          <a:solidFill>
                            <a:srgbClr val="111111"/>
                          </a:solidFill>
                          <a:effectLst/>
                          <a:latin typeface="Segoe UI"/>
                        </a:rPr>
                        <a:t> Foster open collaboration and equitable benefits.</a:t>
                      </a:r>
                      <a:endParaRPr lang="en-GB" sz="1100" b="0" i="0" u="none" strike="noStrike" kern="1200" noProof="0">
                        <a:solidFill>
                          <a:srgbClr val="000000"/>
                        </a:solidFill>
                        <a:effectLst/>
                        <a:latin typeface="Segoe UI"/>
                      </a:endParaRPr>
                    </a:p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,Sans-Serif"/>
                        <a:buChar char="•"/>
                      </a:pPr>
                      <a:r>
                        <a:rPr lang="en-GB" sz="1100" b="1" i="0" u="none" strike="noStrike" kern="1200" noProof="0">
                          <a:solidFill>
                            <a:srgbClr val="111111"/>
                          </a:solidFill>
                          <a:effectLst/>
                          <a:latin typeface="Segoe UI"/>
                        </a:rPr>
                        <a:t>Holistic Support:</a:t>
                      </a:r>
                      <a:r>
                        <a:rPr lang="en-GB" sz="1100" b="0" i="0" u="none" strike="noStrike" kern="1200" noProof="0">
                          <a:solidFill>
                            <a:srgbClr val="111111"/>
                          </a:solidFill>
                          <a:effectLst/>
                          <a:latin typeface="Segoe UI"/>
                        </a:rPr>
                        <a:t> Address all dimensions of wellbeing.</a:t>
                      </a:r>
                      <a:endParaRPr lang="en-GB" sz="1100" b="0" i="0" u="none" strike="noStrike" kern="1200" noProof="0">
                        <a:solidFill>
                          <a:srgbClr val="000000"/>
                        </a:solidFill>
                        <a:effectLst/>
                        <a:latin typeface="Segoe UI"/>
                      </a:endParaRPr>
                    </a:p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,Sans-Serif"/>
                        <a:buChar char="•"/>
                      </a:pPr>
                      <a:r>
                        <a:rPr lang="en-GB" sz="1100" b="1" i="0" u="none" strike="noStrike" kern="1200" noProof="0">
                          <a:solidFill>
                            <a:srgbClr val="111111"/>
                          </a:solidFill>
                          <a:effectLst/>
                          <a:latin typeface="Segoe UI"/>
                        </a:rPr>
                        <a:t>Strengths Utilization:</a:t>
                      </a:r>
                      <a:r>
                        <a:rPr lang="en-GB" sz="1100" b="0" i="0" u="none" strike="noStrike" kern="1200" noProof="0">
                          <a:solidFill>
                            <a:srgbClr val="111111"/>
                          </a:solidFill>
                          <a:effectLst/>
                          <a:latin typeface="Segoe UI"/>
                        </a:rPr>
                        <a:t> Align work with personal and team strengths.</a:t>
                      </a:r>
                      <a:endParaRPr lang="en-GB" sz="1100" b="0" i="0" u="none" strike="noStrike" kern="1200" noProof="0">
                        <a:solidFill>
                          <a:srgbClr val="000000"/>
                        </a:solidFill>
                        <a:effectLst/>
                        <a:latin typeface="Segoe UI"/>
                      </a:endParaRPr>
                    </a:p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,Sans-Serif"/>
                        <a:buChar char="•"/>
                      </a:pPr>
                      <a:r>
                        <a:rPr lang="en-GB" sz="1100" b="1" i="0" u="none" strike="noStrike" kern="1200" noProof="0">
                          <a:solidFill>
                            <a:srgbClr val="111111"/>
                          </a:solidFill>
                          <a:effectLst/>
                          <a:latin typeface="Segoe UI"/>
                        </a:rPr>
                        <a:t>Purpose-Driven Work:</a:t>
                      </a:r>
                      <a:r>
                        <a:rPr lang="en-GB" sz="1100" b="0" i="0" u="none" strike="noStrike" kern="1200" noProof="0">
                          <a:solidFill>
                            <a:srgbClr val="111111"/>
                          </a:solidFill>
                          <a:effectLst/>
                          <a:latin typeface="Segoe UI"/>
                        </a:rPr>
                        <a:t> Connect organizational activities to broader societal impact.</a:t>
                      </a:r>
                      <a:endParaRPr lang="en-GB" sz="1100" b="0" i="0" u="none" strike="noStrike" kern="1200" noProof="0">
                        <a:solidFill>
                          <a:srgbClr val="000000"/>
                        </a:solidFill>
                        <a:effectLst/>
                        <a:latin typeface="Segoe UI"/>
                      </a:endParaRPr>
                    </a:p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,Sans-Serif"/>
                        <a:buChar char="•"/>
                      </a:pPr>
                      <a:r>
                        <a:rPr lang="en-GB" sz="1100" b="1" i="0" u="none" strike="noStrike" kern="1200" noProof="0">
                          <a:solidFill>
                            <a:srgbClr val="111111"/>
                          </a:solidFill>
                          <a:effectLst/>
                          <a:latin typeface="Segoe UI"/>
                        </a:rPr>
                        <a:t>Practical Tools:</a:t>
                      </a:r>
                      <a:r>
                        <a:rPr lang="en-GB" sz="1100" b="0" i="0" u="none" strike="noStrike" kern="1200" noProof="0">
                          <a:solidFill>
                            <a:srgbClr val="111111"/>
                          </a:solidFill>
                          <a:effectLst/>
                          <a:latin typeface="Segoe UI"/>
                        </a:rPr>
                        <a:t> Use frameworks to tackle procrastination and boost productivity.</a:t>
                      </a:r>
                      <a:endParaRPr lang="en-GB" sz="1100" b="0" i="0" u="none" strike="noStrike" kern="1200" noProof="0">
                        <a:solidFill>
                          <a:srgbClr val="000000"/>
                        </a:solidFill>
                        <a:effectLst/>
                        <a:latin typeface="Segoe UI"/>
                      </a:endParaRPr>
                    </a:p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,Sans-Serif"/>
                        <a:buChar char="•"/>
                      </a:pPr>
                      <a:r>
                        <a:rPr lang="en-GB" sz="1100" b="1" i="0" u="none" strike="noStrike" kern="1200" noProof="0">
                          <a:solidFill>
                            <a:srgbClr val="111111"/>
                          </a:solidFill>
                          <a:effectLst/>
                          <a:latin typeface="Segoe UI"/>
                        </a:rPr>
                        <a:t>Energy Optimization:</a:t>
                      </a:r>
                      <a:r>
                        <a:rPr lang="en-GB" sz="1100" b="0" i="0" u="none" strike="noStrike" kern="1200" noProof="0">
                          <a:solidFill>
                            <a:srgbClr val="111111"/>
                          </a:solidFill>
                          <a:effectLst/>
                          <a:latin typeface="Segoe UI"/>
                        </a:rPr>
                        <a:t> Focus on energizing, high-value activities.</a:t>
                      </a:r>
                      <a:endParaRPr lang="en-GB" sz="1100" b="0" i="0" u="none" strike="noStrike" kern="1200" noProof="0">
                        <a:solidFill>
                          <a:srgbClr val="000000"/>
                        </a:solidFill>
                        <a:effectLst/>
                        <a:latin typeface="Segoe UI"/>
                      </a:endParaRPr>
                    </a:p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,Sans-Serif"/>
                        <a:buChar char="•"/>
                      </a:pPr>
                      <a:r>
                        <a:rPr lang="en-GB" sz="1100" b="1" i="0" u="none" strike="noStrike" kern="1200" noProof="0">
                          <a:solidFill>
                            <a:srgbClr val="111111"/>
                          </a:solidFill>
                          <a:effectLst/>
                          <a:latin typeface="Segoe UI"/>
                        </a:rPr>
                        <a:t>Continuous Improvement:</a:t>
                      </a:r>
                      <a:r>
                        <a:rPr lang="en-GB" sz="1100" b="0" i="0" u="none" strike="noStrike" kern="1200" noProof="0">
                          <a:solidFill>
                            <a:srgbClr val="111111"/>
                          </a:solidFill>
                          <a:effectLst/>
                          <a:latin typeface="Segoe UI"/>
                        </a:rPr>
                        <a:t> Maintain regular review and accountability.</a:t>
                      </a:r>
                      <a:endParaRPr lang="en-GB" sz="1100" b="0" i="0" u="none" strike="noStrike" kern="1200" noProof="0">
                        <a:solidFill>
                          <a:srgbClr val="000000"/>
                        </a:solidFill>
                        <a:effectLst/>
                        <a:latin typeface="Segoe UI"/>
                      </a:endParaRPr>
                    </a:p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,Sans-Serif"/>
                        <a:buChar char="•"/>
                      </a:pPr>
                      <a:r>
                        <a:rPr lang="en-GB" sz="1100" b="1" i="0" u="none" strike="noStrike" kern="1200" noProof="0">
                          <a:solidFill>
                            <a:srgbClr val="111111"/>
                          </a:solidFill>
                          <a:effectLst/>
                          <a:latin typeface="Segoe UI"/>
                        </a:rPr>
                        <a:t>Team Focus:</a:t>
                      </a:r>
                      <a:r>
                        <a:rPr lang="en-GB" sz="1100" b="0" i="0" u="none" strike="noStrike" kern="1200" noProof="0">
                          <a:solidFill>
                            <a:srgbClr val="111111"/>
                          </a:solidFill>
                          <a:effectLst/>
                          <a:latin typeface="Segoe UI"/>
                        </a:rPr>
                        <a:t> Invest in team cohesion and leadership growth.</a:t>
                      </a:r>
                      <a:endParaRPr lang="en-GB" sz="1100" b="0" i="0" u="none" strike="noStrike" kern="1200" noProof="0">
                        <a:solidFill>
                          <a:srgbClr val="000000"/>
                        </a:solidFill>
                        <a:effectLst/>
                        <a:latin typeface="Segoe UI"/>
                      </a:endParaRPr>
                    </a:p>
                    <a:p>
                      <a:pPr lvl="0" algn="l">
                        <a:buNone/>
                      </a:pPr>
                      <a:endParaRPr lang="en-GB" sz="1400" b="0" i="0" u="none" strike="noStrike" kern="1200" noProof="0">
                        <a:solidFill>
                          <a:srgbClr val="000000"/>
                        </a:solidFill>
                        <a:effectLst/>
                        <a:latin typeface="Roboto"/>
                      </a:endParaRPr>
                    </a:p>
                    <a:p>
                      <a:pPr lvl="0" algn="l">
                        <a:buNone/>
                      </a:pPr>
                      <a:endParaRPr lang="en-GB" sz="1400" b="0" i="0" u="none" strike="noStrike" kern="1200" noProof="0">
                        <a:solidFill>
                          <a:srgbClr val="000000"/>
                        </a:solidFill>
                        <a:effectLst/>
                        <a:latin typeface="Roboto"/>
                      </a:endParaRPr>
                    </a:p>
                    <a:p>
                      <a:pPr lvl="0" algn="l">
                        <a:buNone/>
                      </a:pPr>
                      <a:endParaRPr lang="en-GB" sz="1400" b="0" i="0" u="none" strike="noStrike" kern="1200" noProof="0">
                        <a:solidFill>
                          <a:srgbClr val="111111"/>
                        </a:solidFill>
                        <a:effectLst/>
                        <a:latin typeface="Arial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3407893"/>
                  </a:ext>
                </a:extLst>
              </a:tr>
              <a:tr h="318805"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5299718"/>
                  </a:ext>
                </a:extLst>
              </a:tr>
              <a:tr h="318805"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0201845"/>
                  </a:ext>
                </a:extLst>
              </a:tr>
              <a:tr h="318805"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3420472"/>
                  </a:ext>
                </a:extLst>
              </a:tr>
              <a:tr h="318805"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1412808"/>
                  </a:ext>
                </a:extLst>
              </a:tr>
              <a:tr h="318805"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11026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80704689"/>
      </p:ext>
    </p:extLst>
  </p:cSld>
  <p:clrMapOvr>
    <a:masterClrMapping/>
  </p:clrMapOvr>
</p:sld>
</file>

<file path=ppt/theme/theme1.xml><?xml version="1.0" encoding="utf-8"?>
<a:theme xmlns:a="http://schemas.openxmlformats.org/drawingml/2006/main" name="4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Fast Track PF Square Sans Pro">
      <a:majorFont>
        <a:latin typeface="PF Square Sans Pro Medium"/>
        <a:ea typeface=""/>
        <a:cs typeface=""/>
      </a:majorFont>
      <a:minorFont>
        <a:latin typeface="PF Square Sans Pr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5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SOLIDS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Custom</PresentationFormat>
  <Slides>1</Slides>
  <Notes>1</Notes>
  <HiddenSlides>0</HiddenSlides>
  <ScaleCrop>false</ScaleCrop>
  <HeadingPairs>
    <vt:vector size="4" baseType="variant">
      <vt:variant>
        <vt:lpstr>Theme</vt:lpstr>
      </vt:variant>
      <vt:variant>
        <vt:i4>3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4_Custom Design</vt:lpstr>
      <vt:lpstr>5_Custom Design</vt:lpstr>
      <vt:lpstr>SOLIDS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Company identity</dc:title>
  <dc:creator>Miroslav</dc:creator>
  <cp:revision>1</cp:revision>
  <cp:lastPrinted>2020-02-28T13:07:06Z</cp:lastPrinted>
  <dcterms:created xsi:type="dcterms:W3CDTF">2019-08-22T09:52:59Z</dcterms:created>
  <dcterms:modified xsi:type="dcterms:W3CDTF">2025-10-20T23:33:03Z</dcterms:modified>
</cp:coreProperties>
</file>