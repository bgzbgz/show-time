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 autoAdjust="0"/>
    <p:restoredTop sz="84247" autoAdjust="0"/>
  </p:normalViewPr>
  <p:slideViewPr>
    <p:cSldViewPr snapToGrid="0">
      <p:cViewPr varScale="1">
        <p:scale>
          <a:sx n="96" d="100"/>
          <a:sy n="96" d="100"/>
        </p:scale>
        <p:origin x="240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10/4/24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10/4/24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18CE0F8-17FE-6C52-B4BD-45C20D34A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483" y="262418"/>
            <a:ext cx="3645889" cy="2724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731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10870</TotalTime>
  <Words>14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PF Square Sans Pro Light</vt:lpstr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766</cp:revision>
  <cp:lastPrinted>2020-02-28T13:07:06Z</cp:lastPrinted>
  <dcterms:created xsi:type="dcterms:W3CDTF">2019-08-22T09:52:59Z</dcterms:created>
  <dcterms:modified xsi:type="dcterms:W3CDTF">2024-10-04T17:48:34Z</dcterms:modified>
</cp:coreProperties>
</file>