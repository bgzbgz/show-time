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7"/>
  </p:notesMasterIdLst>
  <p:handoutMasterIdLst>
    <p:handoutMasterId r:id="rId8"/>
  </p:handoutMasterIdLst>
  <p:sldIdLst>
    <p:sldId id="2423" r:id="rId4"/>
    <p:sldId id="2463" r:id="rId5"/>
    <p:sldId id="2462" r:id="rId6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49" autoAdjust="0"/>
    <p:restoredTop sz="84190" autoAdjust="0"/>
  </p:normalViewPr>
  <p:slideViewPr>
    <p:cSldViewPr snapToGrid="0">
      <p:cViewPr varScale="1">
        <p:scale>
          <a:sx n="138" d="100"/>
          <a:sy n="138" d="100"/>
        </p:scale>
        <p:origin x="280" y="2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8/30/24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8/30/24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305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752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025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F6476-D2C3-2348-BEC7-148925E38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8729"/>
              </p:ext>
            </p:extLst>
          </p:nvPr>
        </p:nvGraphicFramePr>
        <p:xfrm>
          <a:off x="243567" y="810402"/>
          <a:ext cx="9735320" cy="6573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0530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7694790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610026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You at your 80</a:t>
                      </a:r>
                      <a:r>
                        <a:rPr lang="en-US" sz="1600" b="0" i="0" baseline="30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th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  Birthday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5963393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Who is there? What do your friends and family say about you? What do you value the most? What do you regret, and what do you wish you had accomplished?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2C843EC-3CEC-6242-152C-BAB0201B3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2522"/>
            <a:ext cx="9415382" cy="94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3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F6476-D2C3-2348-BEC7-148925E38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867721"/>
              </p:ext>
            </p:extLst>
          </p:nvPr>
        </p:nvGraphicFramePr>
        <p:xfrm>
          <a:off x="276084" y="729011"/>
          <a:ext cx="9649794" cy="66596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9804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7449990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372399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GUIDING QUESTIONS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22891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do you love?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122891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are you good at?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136674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can I give to the world?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122891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can I be paid for?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122891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WHO/WHAT are you inspired by and WHY?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43739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2A00537-AA65-E6C4-9AE7-760022CF1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2522"/>
            <a:ext cx="9415382" cy="94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0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F6476-D2C3-2348-BEC7-148925E38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105356"/>
              </p:ext>
            </p:extLst>
          </p:nvPr>
        </p:nvGraphicFramePr>
        <p:xfrm>
          <a:off x="276083" y="729012"/>
          <a:ext cx="9676299" cy="66220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2729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7483570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397423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GUIDING QUESTIONS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54654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WHEN have you felt you were at your best, most passionate, and alive?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4614"/>
                  </a:ext>
                </a:extLst>
              </a:tr>
              <a:tr h="154654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do you like about yourself?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318629"/>
                  </a:ext>
                </a:extLst>
              </a:tr>
              <a:tr h="154654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hardships have you overcome? WHAT mistakes have you learned from?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255"/>
                  </a:ext>
                </a:extLst>
              </a:tr>
              <a:tr h="154654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My reason to get up in the morning? 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(My Dream)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99197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F5261B6-A53B-8334-F8C6-BAFE54250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2522"/>
            <a:ext cx="9415382" cy="94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58107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10832</TotalTime>
  <Words>132</Words>
  <Application>Microsoft Macintosh PowerPoint</Application>
  <PresentationFormat>Custom</PresentationFormat>
  <Paragraphs>31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Arial Black</vt:lpstr>
      <vt:lpstr>Calibri</vt:lpstr>
      <vt:lpstr>PF Square Sans Pro Light</vt:lpstr>
      <vt:lpstr>4_Custom Design</vt:lpstr>
      <vt:lpstr>5_Custom Design</vt:lpstr>
      <vt:lpstr>SOLIDS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746</cp:revision>
  <cp:lastPrinted>2020-02-28T13:07:06Z</cp:lastPrinted>
  <dcterms:created xsi:type="dcterms:W3CDTF">2019-08-22T09:52:59Z</dcterms:created>
  <dcterms:modified xsi:type="dcterms:W3CDTF">2024-08-30T15:10:55Z</dcterms:modified>
</cp:coreProperties>
</file>