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8"/>
  </p:notesMasterIdLst>
  <p:handoutMasterIdLst>
    <p:handoutMasterId r:id="rId9"/>
  </p:handoutMasterIdLst>
  <p:sldIdLst>
    <p:sldId id="2583" r:id="rId4"/>
    <p:sldId id="2590" r:id="rId5"/>
    <p:sldId id="2579" r:id="rId6"/>
    <p:sldId id="2588" r:id="rId7"/>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C9BAA4-66A1-0198-ACE3-1AA541F3C34F}" v="3865" dt="2025-04-25T23:48:16.1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84247" autoAdjust="0"/>
  </p:normalViewPr>
  <p:slideViewPr>
    <p:cSldViewPr snapToGrid="0">
      <p:cViewPr varScale="1">
        <p:scale>
          <a:sx n="96" d="100"/>
          <a:sy n="96" d="100"/>
        </p:scale>
        <p:origin x="2408"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bc25fc7711eb08f0d3a233e11314bc6a1f0530bb34c233d3b0e27e46975db9cd::" providerId="AD" clId="Web-{85D4A08C-3927-9980-452F-1B8C0AAD4C40}"/>
    <pc:docChg chg="addSld delSld modSld sldOrd">
      <pc:chgData name="Guest User" userId="S::urn:spo:anon#bc25fc7711eb08f0d3a233e11314bc6a1f0530bb34c233d3b0e27e46975db9cd::" providerId="AD" clId="Web-{85D4A08C-3927-9980-452F-1B8C0AAD4C40}" dt="2025-04-17T12:50:27.501" v="618"/>
      <pc:docMkLst>
        <pc:docMk/>
      </pc:docMkLst>
      <pc:sldChg chg="modSp ord">
        <pc:chgData name="Guest User" userId="S::urn:spo:anon#bc25fc7711eb08f0d3a233e11314bc6a1f0530bb34c233d3b0e27e46975db9cd::" providerId="AD" clId="Web-{85D4A08C-3927-9980-452F-1B8C0AAD4C40}" dt="2025-04-17T12:50:27.501" v="618"/>
        <pc:sldMkLst>
          <pc:docMk/>
          <pc:sldMk cId="4165827913" sldId="2583"/>
        </pc:sldMkLst>
        <pc:graphicFrameChg chg="mod modGraphic">
          <ac:chgData name="Guest User" userId="S::urn:spo:anon#bc25fc7711eb08f0d3a233e11314bc6a1f0530bb34c233d3b0e27e46975db9cd::" providerId="AD" clId="Web-{85D4A08C-3927-9980-452F-1B8C0AAD4C40}" dt="2025-04-17T12:50:27.501" v="618"/>
          <ac:graphicFrameMkLst>
            <pc:docMk/>
            <pc:sldMk cId="4165827913" sldId="2583"/>
            <ac:graphicFrameMk id="2" creationId="{D5AB1F6C-C39D-2919-A946-05CA775DE313}"/>
          </ac:graphicFrameMkLst>
        </pc:graphicFrameChg>
      </pc:sldChg>
      <pc:sldChg chg="delSp new del">
        <pc:chgData name="Guest User" userId="S::urn:spo:anon#bc25fc7711eb08f0d3a233e11314bc6a1f0530bb34c233d3b0e27e46975db9cd::" providerId="AD" clId="Web-{85D4A08C-3927-9980-452F-1B8C0AAD4C40}" dt="2025-04-17T10:40:29.596" v="5"/>
        <pc:sldMkLst>
          <pc:docMk/>
          <pc:sldMk cId="2508451989" sldId="2589"/>
        </pc:sldMkLst>
        <pc:spChg chg="del">
          <ac:chgData name="Guest User" userId="S::urn:spo:anon#bc25fc7711eb08f0d3a233e11314bc6a1f0530bb34c233d3b0e27e46975db9cd::" providerId="AD" clId="Web-{85D4A08C-3927-9980-452F-1B8C0AAD4C40}" dt="2025-04-17T10:40:16.814" v="3"/>
          <ac:spMkLst>
            <pc:docMk/>
            <pc:sldMk cId="2508451989" sldId="2589"/>
            <ac:spMk id="2" creationId="{226DC574-26DE-016D-642B-A6D425D8186A}"/>
          </ac:spMkLst>
        </pc:spChg>
        <pc:spChg chg="del">
          <ac:chgData name="Guest User" userId="S::urn:spo:anon#bc25fc7711eb08f0d3a233e11314bc6a1f0530bb34c233d3b0e27e46975db9cd::" providerId="AD" clId="Web-{85D4A08C-3927-9980-452F-1B8C0AAD4C40}" dt="2025-04-17T10:40:13.236" v="2"/>
          <ac:spMkLst>
            <pc:docMk/>
            <pc:sldMk cId="2508451989" sldId="2589"/>
            <ac:spMk id="3" creationId="{CB532A44-8D63-D591-B256-549C12EE5F4A}"/>
          </ac:spMkLst>
        </pc:spChg>
        <pc:spChg chg="del">
          <ac:chgData name="Guest User" userId="S::urn:spo:anon#bc25fc7711eb08f0d3a233e11314bc6a1f0530bb34c233d3b0e27e46975db9cd::" providerId="AD" clId="Web-{85D4A08C-3927-9980-452F-1B8C0AAD4C40}" dt="2025-04-17T10:40:10.830" v="1"/>
          <ac:spMkLst>
            <pc:docMk/>
            <pc:sldMk cId="2508451989" sldId="2589"/>
            <ac:spMk id="5" creationId="{E1BFCB89-D816-3B7B-E88F-FCADF78FC93E}"/>
          </ac:spMkLst>
        </pc:spChg>
      </pc:sldChg>
      <pc:sldChg chg="addSp delSp modSp new ord">
        <pc:chgData name="Guest User" userId="S::urn:spo:anon#bc25fc7711eb08f0d3a233e11314bc6a1f0530bb34c233d3b0e27e46975db9cd::" providerId="AD" clId="Web-{85D4A08C-3927-9980-452F-1B8C0AAD4C40}" dt="2025-04-17T12:42:27.893" v="526"/>
        <pc:sldMkLst>
          <pc:docMk/>
          <pc:sldMk cId="2736217178" sldId="2590"/>
        </pc:sldMkLst>
        <pc:graphicFrameChg chg="add del mod modGraphic">
          <ac:chgData name="Guest User" userId="S::urn:spo:anon#bc25fc7711eb08f0d3a233e11314bc6a1f0530bb34c233d3b0e27e46975db9cd::" providerId="AD" clId="Web-{85D4A08C-3927-9980-452F-1B8C0AAD4C40}" dt="2025-04-17T10:43:05.382" v="21"/>
          <ac:graphicFrameMkLst>
            <pc:docMk/>
            <pc:sldMk cId="2736217178" sldId="2590"/>
            <ac:graphicFrameMk id="3" creationId="{87D0266B-55E8-08C2-B96D-D988A099E313}"/>
          </ac:graphicFrameMkLst>
        </pc:graphicFrameChg>
        <pc:graphicFrameChg chg="add del mod">
          <ac:chgData name="Guest User" userId="S::urn:spo:anon#bc25fc7711eb08f0d3a233e11314bc6a1f0530bb34c233d3b0e27e46975db9cd::" providerId="AD" clId="Web-{85D4A08C-3927-9980-452F-1B8C0AAD4C40}" dt="2025-04-17T10:43:12.679" v="23"/>
          <ac:graphicFrameMkLst>
            <pc:docMk/>
            <pc:sldMk cId="2736217178" sldId="2590"/>
            <ac:graphicFrameMk id="5" creationId="{74BC7DD1-18AD-2138-7CC5-559C488C4FA2}"/>
          </ac:graphicFrameMkLst>
        </pc:graphicFrameChg>
        <pc:graphicFrameChg chg="add mod modGraphic">
          <ac:chgData name="Guest User" userId="S::urn:spo:anon#bc25fc7711eb08f0d3a233e11314bc6a1f0530bb34c233d3b0e27e46975db9cd::" providerId="AD" clId="Web-{85D4A08C-3927-9980-452F-1B8C0AAD4C40}" dt="2025-04-17T12:42:27.893" v="526"/>
          <ac:graphicFrameMkLst>
            <pc:docMk/>
            <pc:sldMk cId="2736217178" sldId="2590"/>
            <ac:graphicFrameMk id="7" creationId="{A8F6ADAF-74CF-4F8E-B479-551E211E5DC2}"/>
          </ac:graphicFrameMkLst>
        </pc:graphicFrameChg>
        <pc:picChg chg="add mod">
          <ac:chgData name="Guest User" userId="S::urn:spo:anon#bc25fc7711eb08f0d3a233e11314bc6a1f0530bb34c233d3b0e27e46975db9cd::" providerId="AD" clId="Web-{85D4A08C-3927-9980-452F-1B8C0AAD4C40}" dt="2025-04-17T12:22:45.641" v="243" actId="14100"/>
          <ac:picMkLst>
            <pc:docMk/>
            <pc:sldMk cId="2736217178" sldId="2590"/>
            <ac:picMk id="2" creationId="{A1423090-857A-BC83-DDF6-9268F8C71D37}"/>
          </ac:picMkLst>
        </pc:picChg>
      </pc:sldChg>
    </pc:docChg>
  </pc:docChgLst>
  <pc:docChgLst>
    <pc:chgData name="Guest User" userId="S::urn:spo:anon#0aab28291098609b2877cec2b733761f7163a31c44dd5eadbd23e750b76999ef::" providerId="AD" clId="Web-{BCC9BAA4-66A1-0198-ACE3-1AA541F3C34F}"/>
    <pc:docChg chg="modSld">
      <pc:chgData name="Guest User" userId="S::urn:spo:anon#0aab28291098609b2877cec2b733761f7163a31c44dd5eadbd23e750b76999ef::" providerId="AD" clId="Web-{BCC9BAA4-66A1-0198-ACE3-1AA541F3C34F}" dt="2025-04-25T23:48:15.062" v="3755"/>
      <pc:docMkLst>
        <pc:docMk/>
      </pc:docMkLst>
      <pc:sldChg chg="modSp">
        <pc:chgData name="Guest User" userId="S::urn:spo:anon#0aab28291098609b2877cec2b733761f7163a31c44dd5eadbd23e750b76999ef::" providerId="AD" clId="Web-{BCC9BAA4-66A1-0198-ACE3-1AA541F3C34F}" dt="2025-04-25T23:47:17.747" v="3693"/>
        <pc:sldMkLst>
          <pc:docMk/>
          <pc:sldMk cId="2480704689" sldId="2579"/>
        </pc:sldMkLst>
        <pc:graphicFrameChg chg="mod modGraphic">
          <ac:chgData name="Guest User" userId="S::urn:spo:anon#0aab28291098609b2877cec2b733761f7163a31c44dd5eadbd23e750b76999ef::" providerId="AD" clId="Web-{BCC9BAA4-66A1-0198-ACE3-1AA541F3C34F}" dt="2025-04-25T23:47:17.747" v="3693"/>
          <ac:graphicFrameMkLst>
            <pc:docMk/>
            <pc:sldMk cId="2480704689" sldId="2579"/>
            <ac:graphicFrameMk id="4" creationId="{C7B4E9FB-F0E9-A518-DC6D-E19ABF645AD4}"/>
          </ac:graphicFrameMkLst>
        </pc:graphicFrameChg>
        <pc:graphicFrameChg chg="mod modGraphic">
          <ac:chgData name="Guest User" userId="S::urn:spo:anon#0aab28291098609b2877cec2b733761f7163a31c44dd5eadbd23e750b76999ef::" providerId="AD" clId="Web-{BCC9BAA4-66A1-0198-ACE3-1AA541F3C34F}" dt="2025-04-25T23:47:12.919" v="3691"/>
          <ac:graphicFrameMkLst>
            <pc:docMk/>
            <pc:sldMk cId="2480704689" sldId="2579"/>
            <ac:graphicFrameMk id="5" creationId="{6299D935-5D86-5BBC-DFB2-D1461E84A089}"/>
          </ac:graphicFrameMkLst>
        </pc:graphicFrameChg>
      </pc:sldChg>
      <pc:sldChg chg="modSp">
        <pc:chgData name="Guest User" userId="S::urn:spo:anon#0aab28291098609b2877cec2b733761f7163a31c44dd5eadbd23e750b76999ef::" providerId="AD" clId="Web-{BCC9BAA4-66A1-0198-ACE3-1AA541F3C34F}" dt="2025-04-25T23:48:15.062" v="3755"/>
        <pc:sldMkLst>
          <pc:docMk/>
          <pc:sldMk cId="4165827913" sldId="2583"/>
        </pc:sldMkLst>
        <pc:graphicFrameChg chg="mod modGraphic">
          <ac:chgData name="Guest User" userId="S::urn:spo:anon#0aab28291098609b2877cec2b733761f7163a31c44dd5eadbd23e750b76999ef::" providerId="AD" clId="Web-{BCC9BAA4-66A1-0198-ACE3-1AA541F3C34F}" dt="2025-04-25T23:48:15.062" v="3755"/>
          <ac:graphicFrameMkLst>
            <pc:docMk/>
            <pc:sldMk cId="4165827913" sldId="2583"/>
            <ac:graphicFrameMk id="2" creationId="{D5AB1F6C-C39D-2919-A946-05CA775DE313}"/>
          </ac:graphicFrameMkLst>
        </pc:graphicFrameChg>
      </pc:sldChg>
      <pc:sldChg chg="modSp">
        <pc:chgData name="Guest User" userId="S::urn:spo:anon#0aab28291098609b2877cec2b733761f7163a31c44dd5eadbd23e750b76999ef::" providerId="AD" clId="Web-{BCC9BAA4-66A1-0198-ACE3-1AA541F3C34F}" dt="2025-04-25T23:24:40.869" v="225"/>
        <pc:sldMkLst>
          <pc:docMk/>
          <pc:sldMk cId="2736217178" sldId="2590"/>
        </pc:sldMkLst>
        <pc:graphicFrameChg chg="mod modGraphic">
          <ac:chgData name="Guest User" userId="S::urn:spo:anon#0aab28291098609b2877cec2b733761f7163a31c44dd5eadbd23e750b76999ef::" providerId="AD" clId="Web-{BCC9BAA4-66A1-0198-ACE3-1AA541F3C34F}" dt="2025-04-25T23:24:40.869" v="225"/>
          <ac:graphicFrameMkLst>
            <pc:docMk/>
            <pc:sldMk cId="2736217178" sldId="2590"/>
            <ac:graphicFrameMk id="7" creationId="{A8F6ADAF-74CF-4F8E-B479-551E211E5DC2}"/>
          </ac:graphicFrameMkLst>
        </pc:graphicFrameChg>
      </pc:sldChg>
    </pc:docChg>
  </pc:docChgLst>
  <pc:docChgLst>
    <pc:chgData name="Guest User" userId="S::urn:spo:anon#0aab28291098609b2877cec2b733761f7163a31c44dd5eadbd23e750b76999ef::" providerId="AD" clId="Web-{7D479AA6-67FD-2EF6-F91C-DDC9CEDAB77D}"/>
    <pc:docChg chg="modSld">
      <pc:chgData name="Guest User" userId="S::urn:spo:anon#0aab28291098609b2877cec2b733761f7163a31c44dd5eadbd23e750b76999ef::" providerId="AD" clId="Web-{7D479AA6-67FD-2EF6-F91C-DDC9CEDAB77D}" dt="2025-04-22T09:03:17.211" v="37"/>
      <pc:docMkLst>
        <pc:docMk/>
      </pc:docMkLst>
      <pc:sldChg chg="modSp">
        <pc:chgData name="Guest User" userId="S::urn:spo:anon#0aab28291098609b2877cec2b733761f7163a31c44dd5eadbd23e750b76999ef::" providerId="AD" clId="Web-{7D479AA6-67FD-2EF6-F91C-DDC9CEDAB77D}" dt="2025-04-22T09:03:06.758" v="33"/>
        <pc:sldMkLst>
          <pc:docMk/>
          <pc:sldMk cId="4165827913" sldId="2583"/>
        </pc:sldMkLst>
        <pc:graphicFrameChg chg="mod modGraphic">
          <ac:chgData name="Guest User" userId="S::urn:spo:anon#0aab28291098609b2877cec2b733761f7163a31c44dd5eadbd23e750b76999ef::" providerId="AD" clId="Web-{7D479AA6-67FD-2EF6-F91C-DDC9CEDAB77D}" dt="2025-04-22T09:03:06.758" v="33"/>
          <ac:graphicFrameMkLst>
            <pc:docMk/>
            <pc:sldMk cId="4165827913" sldId="2583"/>
            <ac:graphicFrameMk id="2" creationId="{D5AB1F6C-C39D-2919-A946-05CA775DE313}"/>
          </ac:graphicFrameMkLst>
        </pc:graphicFrameChg>
      </pc:sldChg>
      <pc:sldChg chg="modSp">
        <pc:chgData name="Guest User" userId="S::urn:spo:anon#0aab28291098609b2877cec2b733761f7163a31c44dd5eadbd23e750b76999ef::" providerId="AD" clId="Web-{7D479AA6-67FD-2EF6-F91C-DDC9CEDAB77D}" dt="2025-04-22T09:03:17.211" v="37"/>
        <pc:sldMkLst>
          <pc:docMk/>
          <pc:sldMk cId="2736217178" sldId="2590"/>
        </pc:sldMkLst>
        <pc:graphicFrameChg chg="mod modGraphic">
          <ac:chgData name="Guest User" userId="S::urn:spo:anon#0aab28291098609b2877cec2b733761f7163a31c44dd5eadbd23e750b76999ef::" providerId="AD" clId="Web-{7D479AA6-67FD-2EF6-F91C-DDC9CEDAB77D}" dt="2025-04-22T09:03:17.211" v="37"/>
          <ac:graphicFrameMkLst>
            <pc:docMk/>
            <pc:sldMk cId="2736217178" sldId="2590"/>
            <ac:graphicFrameMk id="7" creationId="{A8F6ADAF-74CF-4F8E-B479-551E211E5DC2}"/>
          </ac:graphicFrameMkLst>
        </pc:graphicFrameChg>
      </pc:sldChg>
    </pc:docChg>
  </pc:docChgLst>
  <pc:docChgLst>
    <pc:chgData name="Antoan Vasilev" userId="S::antoan@fasttrack-europe.com::4c94ef8f-3e30-4ae8-b29a-2c3468dc8f5d" providerId="AD" clId="Web-{F3B29151-5ECD-625D-5008-3B5E184759A4}"/>
    <pc:docChg chg="modSld">
      <pc:chgData name="Antoan Vasilev" userId="S::antoan@fasttrack-europe.com::4c94ef8f-3e30-4ae8-b29a-2c3468dc8f5d" providerId="AD" clId="Web-{F3B29151-5ECD-625D-5008-3B5E184759A4}" dt="2025-01-30T13:19:27.823" v="31"/>
      <pc:docMkLst>
        <pc:docMk/>
      </pc:docMkLst>
      <pc:sldChg chg="modSp">
        <pc:chgData name="Antoan Vasilev" userId="S::antoan@fasttrack-europe.com::4c94ef8f-3e30-4ae8-b29a-2c3468dc8f5d" providerId="AD" clId="Web-{F3B29151-5ECD-625D-5008-3B5E184759A4}" dt="2025-01-30T13:19:27.823" v="31"/>
        <pc:sldMkLst>
          <pc:docMk/>
          <pc:sldMk cId="4165827913" sldId="2583"/>
        </pc:sldMkLst>
        <pc:graphicFrameChg chg="mod modGraphic">
          <ac:chgData name="Antoan Vasilev" userId="S::antoan@fasttrack-europe.com::4c94ef8f-3e30-4ae8-b29a-2c3468dc8f5d" providerId="AD" clId="Web-{F3B29151-5ECD-625D-5008-3B5E184759A4}" dt="2025-01-30T13:19:27.823" v="31"/>
          <ac:graphicFrameMkLst>
            <pc:docMk/>
            <pc:sldMk cId="4165827913" sldId="2583"/>
            <ac:graphicFrameMk id="2" creationId="{D5AB1F6C-C39D-2919-A946-05CA775DE31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4/25/2025</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4/25/2025</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3070307262"/>
              </p:ext>
            </p:extLst>
          </p:nvPr>
        </p:nvGraphicFramePr>
        <p:xfrm>
          <a:off x="258179" y="1742294"/>
          <a:ext cx="10408423" cy="5277897"/>
        </p:xfrm>
        <a:graphic>
          <a:graphicData uri="http://schemas.openxmlformats.org/drawingml/2006/table">
            <a:tbl>
              <a:tblPr firstRow="1" bandRow="1">
                <a:tableStyleId>{2D5ABB26-0587-4C30-8999-92F81FD0307C}</a:tableStyleId>
              </a:tblPr>
              <a:tblGrid>
                <a:gridCol w="1696867">
                  <a:extLst>
                    <a:ext uri="{9D8B030D-6E8A-4147-A177-3AD203B41FA5}">
                      <a16:colId xmlns:a16="http://schemas.microsoft.com/office/drawing/2014/main" val="1341437967"/>
                    </a:ext>
                  </a:extLst>
                </a:gridCol>
                <a:gridCol w="1696867">
                  <a:extLst>
                    <a:ext uri="{9D8B030D-6E8A-4147-A177-3AD203B41FA5}">
                      <a16:colId xmlns:a16="http://schemas.microsoft.com/office/drawing/2014/main" val="1435361538"/>
                    </a:ext>
                  </a:extLst>
                </a:gridCol>
                <a:gridCol w="1799488">
                  <a:extLst>
                    <a:ext uri="{9D8B030D-6E8A-4147-A177-3AD203B41FA5}">
                      <a16:colId xmlns:a16="http://schemas.microsoft.com/office/drawing/2014/main" val="3691210030"/>
                    </a:ext>
                  </a:extLst>
                </a:gridCol>
                <a:gridCol w="1684322">
                  <a:extLst>
                    <a:ext uri="{9D8B030D-6E8A-4147-A177-3AD203B41FA5}">
                      <a16:colId xmlns:a16="http://schemas.microsoft.com/office/drawing/2014/main" val="3917548566"/>
                    </a:ext>
                  </a:extLst>
                </a:gridCol>
                <a:gridCol w="1799488">
                  <a:extLst>
                    <a:ext uri="{9D8B030D-6E8A-4147-A177-3AD203B41FA5}">
                      <a16:colId xmlns:a16="http://schemas.microsoft.com/office/drawing/2014/main" val="14683607"/>
                    </a:ext>
                  </a:extLst>
                </a:gridCol>
                <a:gridCol w="1731391">
                  <a:extLst>
                    <a:ext uri="{9D8B030D-6E8A-4147-A177-3AD203B41FA5}">
                      <a16:colId xmlns:a16="http://schemas.microsoft.com/office/drawing/2014/main" val="2403508123"/>
                    </a:ext>
                  </a:extLst>
                </a:gridCol>
              </a:tblGrid>
              <a:tr h="76419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Arjun</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4</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9</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Meera</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6</a:t>
                      </a:r>
                      <a:endParaRPr lang="de-DE" sz="1200" b="0" dirty="0" err="1">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Abhay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9</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Alfred</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en-GB" sz="1200" b="0" i="0" u="none" strike="noStrike" dirty="0">
                          <a:solidFill>
                            <a:schemeClr val="tx1"/>
                          </a:solidFill>
                          <a:effectLst/>
                          <a:latin typeface="Arial"/>
                          <a:ea typeface="Riforma LL" panose="020B0504020101020102" pitchFamily="34" charset="0"/>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Eric</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4</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r>
                        <a:rPr lang="en-GB" sz="1200" b="0" i="0" u="none" strike="noStrike" dirty="0" err="1">
                          <a:solidFill>
                            <a:schemeClr val="tx1"/>
                          </a:solidFill>
                          <a:effectLst/>
                          <a:latin typeface="Arial"/>
                          <a:ea typeface="Riforma LL" panose="020B0504020101020102" pitchFamily="34" charset="0"/>
                          <a:cs typeface="Arial"/>
                        </a:rPr>
                        <a:t>Basakran</a:t>
                      </a:r>
                      <a:endParaRPr lang="en-GB" sz="1200" b="0" i="0" u="none" strike="noStrike" dirty="0" err="1">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3</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PHP</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err="1">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r>
                        <a:rPr lang="en-GB" sz="1200" b="0" i="0" u="none" strike="noStrike" dirty="0" err="1">
                          <a:solidFill>
                            <a:schemeClr val="tx1"/>
                          </a:solidFill>
                          <a:effectLst/>
                          <a:latin typeface="Arial"/>
                          <a:ea typeface="Riforma LL" panose="020B0504020101020102" pitchFamily="34" charset="0"/>
                          <a:cs typeface="Arial"/>
                        </a:rPr>
                        <a:t>Navishka</a:t>
                      </a:r>
                      <a:endParaRPr lang="en-GB" sz="1200" b="0" i="0" u="none" strike="noStrike" dirty="0" err="1">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6</a:t>
                      </a:r>
                      <a:endParaRPr lang="de-DE" sz="1200" b="0" dirty="0" err="1">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0979690"/>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dirty="0" err="1">
                          <a:solidFill>
                            <a:schemeClr val="bg1"/>
                          </a:solidFill>
                          <a:latin typeface="Arial"/>
                          <a:ea typeface="+mn-ea"/>
                          <a:cs typeface="Arial"/>
                        </a:rPr>
                        <a:t>Avg</a:t>
                      </a:r>
                      <a:r>
                        <a:rPr lang="en-GB" sz="1200" b="0" i="0" kern="1200" dirty="0">
                          <a:solidFill>
                            <a:schemeClr val="bg1"/>
                          </a:solidFill>
                          <a:latin typeface="Arial"/>
                          <a:ea typeface="+mn-ea"/>
                          <a:cs typeface="Arial"/>
                        </a:rPr>
                        <a:t>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dirty="0">
                          <a:solidFill>
                            <a:schemeClr val="bg1"/>
                          </a:solidFill>
                          <a:effectLst/>
                          <a:latin typeface="Arial"/>
                          <a:ea typeface="Riforma LL" panose="020B0504020101020102" pitchFamily="34" charset="0"/>
                          <a:cs typeface="Arial"/>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Average = </a:t>
                      </a:r>
                      <a:br>
                        <a:rPr lang="en-GB" sz="1200" b="0" i="0" u="none" strike="noStrike" dirty="0">
                          <a:solidFill>
                            <a:srgbClr val="000000"/>
                          </a:solidFill>
                          <a:effectLst/>
                          <a:latin typeface="Arial"/>
                          <a:ea typeface="Riforma LL" panose="020B0504020101020102" pitchFamily="34" charset="0"/>
                          <a:cs typeface="Arial"/>
                        </a:rPr>
                      </a:br>
                      <a:r>
                        <a:rPr lang="en-GB" sz="1200" b="0" i="0" u="none" strike="noStrike" dirty="0">
                          <a:solidFill>
                            <a:schemeClr val="tx1"/>
                          </a:solidFill>
                          <a:effectLst/>
                          <a:latin typeface="Arial"/>
                          <a:ea typeface="Riforma LL" panose="020B0504020101020102" pitchFamily="34" charset="0"/>
                          <a:cs typeface="Arial"/>
                        </a:rPr>
                        <a:t>6.62</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6.72</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en-GB" sz="1200" b="0" i="0" u="none" strike="noStrike" dirty="0">
                          <a:solidFill>
                            <a:schemeClr val="tx1"/>
                          </a:solidFill>
                          <a:effectLst/>
                          <a:latin typeface="Arial"/>
                          <a:ea typeface="Riforma LL" panose="020B0504020101020102" pitchFamily="34" charset="0"/>
                          <a:cs typeface="Arial"/>
                        </a:rPr>
                        <a:t>5.42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solidFill>
                            <a:schemeClr val="tx1"/>
                          </a:solidFill>
                          <a:latin typeface="Arial"/>
                          <a:cs typeface="Arial"/>
                        </a:rPr>
                        <a:t>7.71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solidFill>
                            <a:schemeClr val="tx1"/>
                          </a:solidFill>
                          <a:latin typeface="Arial"/>
                          <a:cs typeface="Arial"/>
                        </a:rPr>
                        <a:t>6.14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solidFill>
                            <a:schemeClr val="tx1"/>
                          </a:solidFill>
                          <a:latin typeface="Arial"/>
                          <a:cs typeface="Arial"/>
                        </a:rPr>
                        <a:t>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dirty="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dirty="0" err="1">
                <a:latin typeface="Arial" panose="020B0604020202020204" pitchFamily="34" charset="0"/>
                <a:ea typeface="Calibri"/>
                <a:cs typeface="Arial" panose="020B0604020202020204" pitchFamily="34" charset="0"/>
              </a:rPr>
              <a:t>Analyze</a:t>
            </a:r>
            <a:r>
              <a:rPr lang="en-GB" sz="1200" b="1" dirty="0">
                <a:latin typeface="Arial" panose="020B0604020202020204" pitchFamily="34" charset="0"/>
                <a:ea typeface="Calibri"/>
                <a:cs typeface="Arial" panose="020B0604020202020204" pitchFamily="34" charset="0"/>
              </a:rPr>
              <a:t> </a:t>
            </a:r>
            <a:r>
              <a:rPr lang="en-GB" sz="1200" b="1" i="0" u="none" strike="noStrike" dirty="0">
                <a:effectLst/>
                <a:latin typeface="Arial" panose="020B0604020202020204" pitchFamily="34" charset="0"/>
                <a:ea typeface="Calibri"/>
                <a:cs typeface="Arial" panose="020B0604020202020204" pitchFamily="34" charset="0"/>
              </a:rPr>
              <a:t>the total scores for each dysfunction</a:t>
            </a:r>
            <a:r>
              <a:rPr lang="en-GB" sz="1200" b="1" dirty="0">
                <a:latin typeface="Arial" panose="020B0604020202020204" pitchFamily="34" charset="0"/>
                <a:ea typeface="Calibri"/>
                <a:cs typeface="Arial" panose="020B0604020202020204" pitchFamily="34" charset="0"/>
              </a:rPr>
              <a:t> </a:t>
            </a:r>
            <a:endParaRPr lang="en-GB" sz="1200" b="1" i="0" u="none" strike="noStrike" dirty="0">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dirty="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dirty="0">
                <a:latin typeface="Arial" panose="020B0604020202020204" pitchFamily="34" charset="0"/>
                <a:cs typeface="Arial" panose="020B0604020202020204" pitchFamily="34" charset="0"/>
              </a:rPr>
              <a:t>7-6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possible problem</a:t>
            </a:r>
          </a:p>
          <a:p>
            <a:pPr marL="171450" indent="-171450">
              <a:buFont typeface="Arial"/>
              <a:buChar char="•"/>
            </a:pPr>
            <a:r>
              <a:rPr lang="en-GB" sz="1200" dirty="0">
                <a:latin typeface="Arial" panose="020B0604020202020204" pitchFamily="34" charset="0"/>
                <a:cs typeface="Arial" panose="020B0604020202020204" pitchFamily="34" charset="0"/>
              </a:rPr>
              <a:t>3-5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serious problem</a:t>
            </a:r>
            <a:r>
              <a:rPr lang="en-GB" sz="1200" b="0" i="0" u="none" strike="noStrike" dirty="0">
                <a:effectLst/>
                <a:latin typeface="Arial" panose="020B0604020202020204" pitchFamily="34" charset="0"/>
                <a:cs typeface="Arial" panose="020B0604020202020204" pitchFamily="34" charset="0"/>
              </a:rPr>
              <a:t>.</a:t>
            </a:r>
            <a:endParaRPr lang="en-GB" sz="1200"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A1423090-857A-BC83-DDF6-9268F8C71D37}"/>
              </a:ext>
            </a:extLst>
          </p:cNvPr>
          <p:cNvPicPr>
            <a:picLocks noChangeAspect="1"/>
          </p:cNvPicPr>
          <p:nvPr/>
        </p:nvPicPr>
        <p:blipFill>
          <a:blip r:embed="rId2"/>
          <a:stretch>
            <a:fillRect/>
          </a:stretch>
        </p:blipFill>
        <p:spPr>
          <a:xfrm>
            <a:off x="0" y="84447"/>
            <a:ext cx="8566086" cy="7471391"/>
          </a:xfrm>
          <a:prstGeom prst="rect">
            <a:avLst/>
          </a:prstGeom>
        </p:spPr>
      </p:pic>
      <p:graphicFrame>
        <p:nvGraphicFramePr>
          <p:cNvPr id="7" name="Table 6">
            <a:extLst>
              <a:ext uri="{FF2B5EF4-FFF2-40B4-BE49-F238E27FC236}">
                <a16:creationId xmlns:a16="http://schemas.microsoft.com/office/drawing/2014/main" id="{A8F6ADAF-74CF-4F8E-B479-551E211E5DC2}"/>
              </a:ext>
            </a:extLst>
          </p:cNvPr>
          <p:cNvGraphicFramePr>
            <a:graphicFrameLocks noGrp="1"/>
          </p:cNvGraphicFramePr>
          <p:nvPr>
            <p:extLst>
              <p:ext uri="{D42A27DB-BD31-4B8C-83A1-F6EECF244321}">
                <p14:modId xmlns:p14="http://schemas.microsoft.com/office/powerpoint/2010/main" val="477699223"/>
              </p:ext>
            </p:extLst>
          </p:nvPr>
        </p:nvGraphicFramePr>
        <p:xfrm>
          <a:off x="8431333" y="85387"/>
          <a:ext cx="2312375" cy="7510874"/>
        </p:xfrm>
        <a:graphic>
          <a:graphicData uri="http://schemas.openxmlformats.org/drawingml/2006/table">
            <a:tbl>
              <a:tblPr bandRow="1">
                <a:tableStyleId>{5C22544A-7EE6-4342-B048-85BDC9FD1C3A}</a:tableStyleId>
              </a:tblPr>
              <a:tblGrid>
                <a:gridCol w="1097833">
                  <a:extLst>
                    <a:ext uri="{9D8B030D-6E8A-4147-A177-3AD203B41FA5}">
                      <a16:colId xmlns:a16="http://schemas.microsoft.com/office/drawing/2014/main" val="750319982"/>
                    </a:ext>
                  </a:extLst>
                </a:gridCol>
                <a:gridCol w="1214542">
                  <a:extLst>
                    <a:ext uri="{9D8B030D-6E8A-4147-A177-3AD203B41FA5}">
                      <a16:colId xmlns:a16="http://schemas.microsoft.com/office/drawing/2014/main" val="979931480"/>
                    </a:ext>
                  </a:extLst>
                </a:gridCol>
              </a:tblGrid>
              <a:tr h="386339">
                <a:tc>
                  <a:txBody>
                    <a:bodyPr/>
                    <a:lstStyle/>
                    <a:p>
                      <a:pPr rtl="0" fontAlgn="b"/>
                      <a:r>
                        <a:rPr lang="en-GB" dirty="0">
                          <a:effectLst/>
                        </a:rPr>
                        <a:t>Score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rowSpan="16">
                  <a:txBody>
                    <a:bodyPr/>
                    <a:lstStyle/>
                    <a:p>
                      <a:pPr lvl="0" algn="ctr">
                        <a:buNone/>
                      </a:pPr>
                      <a:r>
                        <a:rPr lang="en-GB" sz="1600" dirty="0">
                          <a:effectLst/>
                        </a:rPr>
                        <a:t>Filled out by Arjun, Alfred, Abhay, Eric and Baskaran together</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solidFill>
                      <a:schemeClr val="bg1"/>
                    </a:solidFill>
                  </a:tcPr>
                </a:tc>
                <a:extLst>
                  <a:ext uri="{0D108BD9-81ED-4DB2-BD59-A6C34878D82A}">
                    <a16:rowId xmlns:a16="http://schemas.microsoft.com/office/drawing/2014/main" val="1031011120"/>
                  </a:ext>
                </a:extLst>
              </a:tr>
              <a:tr h="444873">
                <a:tc>
                  <a:txBody>
                    <a:bodyPr/>
                    <a:lstStyle/>
                    <a:p>
                      <a:pPr lvl="0">
                        <a:buNone/>
                      </a:pPr>
                      <a:r>
                        <a:rPr lang="en-GB" dirty="0">
                          <a:effectLst/>
                        </a:rPr>
                        <a:t>8,8,7,5,5</a:t>
                      </a:r>
                    </a:p>
                  </a:txBody>
                  <a:tcPr marL="28575" marR="28575" marT="19050" marB="19050" anchor="b">
                    <a:lnL w="9524">
                      <a:solidFill>
                        <a:srgbClr val="CCCCCC"/>
                      </a:solidFill>
                    </a:lnL>
                    <a:lnR w="9524">
                      <a:solidFill>
                        <a:srgbClr val="CCCCCC"/>
                      </a:solidFill>
                    </a:lnR>
                    <a:lnT w="9525" cap="flat" cmpd="sng" algn="ctr">
                      <a:solidFill>
                        <a:srgbClr val="CCCCCC"/>
                      </a:solidFill>
                      <a:prstDash val="solid"/>
                      <a:round/>
                      <a:headEnd type="none" w="med" len="med"/>
                      <a:tailEnd type="none" w="med" len="med"/>
                    </a:lnT>
                    <a:lnB w="9524">
                      <a:solidFill>
                        <a:srgbClr val="CCCCCC"/>
                      </a:solidFill>
                    </a:lnB>
                    <a:solidFill>
                      <a:schemeClr val="bg1"/>
                    </a:solidFill>
                  </a:tcPr>
                </a:tc>
                <a:tc vMerge="1">
                  <a:txBody>
                    <a:bodyPr/>
                    <a:lstStyle/>
                    <a:p>
                      <a:endParaRPr lang="en-US"/>
                    </a:p>
                  </a:txBody>
                  <a:tcPr marL="28575" marR="28575" marT="19050" marB="19050" anchor="b">
                    <a:lnL w="9524">
                      <a:solidFill>
                        <a:srgbClr val="CCCCCC"/>
                      </a:solidFill>
                    </a:lnL>
                    <a:lnR w="9524">
                      <a:solidFill>
                        <a:srgbClr val="CCCCCC"/>
                      </a:solidFill>
                    </a:lnR>
                    <a:lnT w="9525" cap="flat" cmpd="sng" algn="ctr">
                      <a:solidFill>
                        <a:srgbClr val="CCCCCC"/>
                      </a:solidFill>
                      <a:prstDash val="solid"/>
                      <a:round/>
                      <a:headEnd type="none" w="med" len="med"/>
                      <a:tailEnd type="none" w="med" len="med"/>
                    </a:lnT>
                    <a:lnB w="9524">
                      <a:solidFill>
                        <a:srgbClr val="CCCCCC"/>
                      </a:solidFill>
                    </a:lnB>
                    <a:solidFill>
                      <a:schemeClr val="bg1"/>
                    </a:solidFill>
                  </a:tcPr>
                </a:tc>
                <a:extLst>
                  <a:ext uri="{0D108BD9-81ED-4DB2-BD59-A6C34878D82A}">
                    <a16:rowId xmlns:a16="http://schemas.microsoft.com/office/drawing/2014/main" val="386524175"/>
                  </a:ext>
                </a:extLst>
              </a:tr>
              <a:tr h="441530">
                <a:tc>
                  <a:txBody>
                    <a:bodyPr/>
                    <a:lstStyle/>
                    <a:p>
                      <a:pPr rtl="0" fontAlgn="b"/>
                      <a:r>
                        <a:rPr lang="en-GB" dirty="0">
                          <a:effectLst/>
                        </a:rPr>
                        <a:t>5,7,8,5,5,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4"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4"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210096886"/>
                  </a:ext>
                </a:extLst>
              </a:tr>
              <a:tr h="472678">
                <a:tc>
                  <a:txBody>
                    <a:bodyPr/>
                    <a:lstStyle/>
                    <a:p>
                      <a:pPr rtl="0" fontAlgn="b"/>
                      <a:r>
                        <a:rPr lang="en-GB" dirty="0">
                          <a:effectLst/>
                        </a:rPr>
                        <a:t>5,5,5,7,5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709545385"/>
                  </a:ext>
                </a:extLst>
              </a:tr>
              <a:tr h="565710">
                <a:tc>
                  <a:txBody>
                    <a:bodyPr/>
                    <a:lstStyle/>
                    <a:p>
                      <a:pPr rtl="0" fontAlgn="b"/>
                      <a:r>
                        <a:rPr lang="en-GB" dirty="0">
                          <a:effectLst/>
                        </a:rPr>
                        <a:t>5,5,8,5,7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4031356377"/>
                  </a:ext>
                </a:extLst>
              </a:tr>
              <a:tr h="565710">
                <a:tc>
                  <a:txBody>
                    <a:bodyPr/>
                    <a:lstStyle/>
                    <a:p>
                      <a:pPr rtl="0" fontAlgn="b"/>
                      <a:r>
                        <a:rPr lang="en-GB" dirty="0">
                          <a:effectLst/>
                        </a:rPr>
                        <a:t>8,8,7,8,8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657616003"/>
                  </a:ext>
                </a:extLst>
              </a:tr>
              <a:tr h="441530">
                <a:tc>
                  <a:txBody>
                    <a:bodyPr/>
                    <a:lstStyle/>
                    <a:p>
                      <a:pPr rtl="0" fontAlgn="b"/>
                      <a:r>
                        <a:rPr lang="en-GB" dirty="0">
                          <a:effectLst/>
                        </a:rPr>
                        <a:t>7,6,6,8,7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364628904"/>
                  </a:ext>
                </a:extLst>
              </a:tr>
              <a:tr h="441530">
                <a:tc>
                  <a:txBody>
                    <a:bodyPr/>
                    <a:lstStyle/>
                    <a:p>
                      <a:pPr rtl="0" fontAlgn="b"/>
                      <a:r>
                        <a:rPr lang="en-GB" dirty="0">
                          <a:effectLst/>
                        </a:rPr>
                        <a:t>9,8,8,8,9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727843896"/>
                  </a:ext>
                </a:extLst>
              </a:tr>
              <a:tr h="565710">
                <a:tc>
                  <a:txBody>
                    <a:bodyPr/>
                    <a:lstStyle/>
                    <a:p>
                      <a:pPr rtl="0" fontAlgn="b"/>
                      <a:r>
                        <a:rPr lang="en-GB" dirty="0">
                          <a:effectLst/>
                        </a:rPr>
                        <a:t>7,7,8,6,7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567522486"/>
                  </a:ext>
                </a:extLst>
              </a:tr>
              <a:tr h="441530">
                <a:tc>
                  <a:txBody>
                    <a:bodyPr/>
                    <a:lstStyle/>
                    <a:p>
                      <a:pPr rtl="0" fontAlgn="b"/>
                      <a:r>
                        <a:rPr lang="en-GB" dirty="0">
                          <a:effectLst/>
                        </a:rPr>
                        <a:t>8,8,8,7,8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741655345"/>
                  </a:ext>
                </a:extLst>
              </a:tr>
              <a:tr h="430971">
                <a:tc>
                  <a:txBody>
                    <a:bodyPr/>
                    <a:lstStyle/>
                    <a:p>
                      <a:pPr rtl="0" fontAlgn="b"/>
                      <a:r>
                        <a:rPr lang="en-GB" dirty="0">
                          <a:effectLst/>
                        </a:rPr>
                        <a:t>8,8,7,6,5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951825321"/>
                  </a:ext>
                </a:extLst>
              </a:tr>
              <a:tr h="455328">
                <a:tc>
                  <a:txBody>
                    <a:bodyPr/>
                    <a:lstStyle/>
                    <a:p>
                      <a:pPr rtl="0" fontAlgn="b"/>
                      <a:r>
                        <a:rPr lang="en-GB" dirty="0">
                          <a:effectLst/>
                        </a:rPr>
                        <a:t>7,6,6,5,7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031857296"/>
                  </a:ext>
                </a:extLst>
              </a:tr>
              <a:tr h="430971">
                <a:tc>
                  <a:txBody>
                    <a:bodyPr/>
                    <a:lstStyle/>
                    <a:p>
                      <a:pPr rtl="0" fontAlgn="b"/>
                      <a:r>
                        <a:rPr lang="en-GB" dirty="0">
                          <a:effectLst/>
                        </a:rPr>
                        <a:t>5,4,4,5,4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618599441"/>
                  </a:ext>
                </a:extLst>
              </a:tr>
              <a:tr h="444873">
                <a:tc>
                  <a:txBody>
                    <a:bodyPr/>
                    <a:lstStyle/>
                    <a:p>
                      <a:pPr rtl="0" fontAlgn="b"/>
                      <a:r>
                        <a:rPr lang="en-GB" dirty="0">
                          <a:effectLst/>
                        </a:rPr>
                        <a:t>5,6,5,5,6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tc vMerge="1">
                  <a:txBody>
                    <a:bodyPr/>
                    <a:lstStyle/>
                    <a:p>
                      <a:endParaRPr lang="en-US"/>
                    </a:p>
                  </a:txBody>
                  <a:tcPr>
                    <a:lnL w="9525" cap="flat" cmpd="sng" algn="ctr">
                      <a:solidFill>
                        <a:srgbClr val="CCCCCC"/>
                      </a:solidFill>
                      <a:prstDash val="solid"/>
                      <a:round/>
                      <a:headEnd type="none" w="med" len="med"/>
                      <a:tailEnd type="none" w="med" len="med"/>
                    </a:lnL>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552071610"/>
                  </a:ext>
                </a:extLst>
              </a:tr>
              <a:tr h="444873">
                <a:tc>
                  <a:txBody>
                    <a:bodyPr/>
                    <a:lstStyle/>
                    <a:p>
                      <a:pPr lvl="0">
                        <a:buNone/>
                      </a:pPr>
                      <a:r>
                        <a:rPr lang="en-GB" dirty="0">
                          <a:effectLst/>
                        </a:rPr>
                        <a:t>5,6,6,5,5</a:t>
                      </a:r>
                    </a:p>
                  </a:txBody>
                  <a:tcPr marL="28575" marR="28575" marT="19050" marB="19050" anchor="b">
                    <a:lnL w="9524">
                      <a:solidFill>
                        <a:srgbClr val="CCCCCC"/>
                      </a:solidFill>
                    </a:lnL>
                    <a:lnR w="9524">
                      <a:solidFill>
                        <a:srgbClr val="CCCCCC"/>
                      </a:solidFill>
                    </a:lnR>
                    <a:lnT w="9525" cap="flat" cmpd="sng" algn="ctr">
                      <a:solidFill>
                        <a:srgbClr val="CCCCCC"/>
                      </a:solidFill>
                      <a:prstDash val="solid"/>
                      <a:round/>
                      <a:headEnd type="none" w="med" len="med"/>
                      <a:tailEnd type="none" w="med" len="med"/>
                    </a:lnT>
                    <a:lnB w="9524">
                      <a:solidFill>
                        <a:srgbClr val="CCCCCC"/>
                      </a:solidFill>
                    </a:lnB>
                    <a:solidFill>
                      <a:schemeClr val="bg1"/>
                    </a:solidFill>
                  </a:tcPr>
                </a:tc>
                <a:tc vMerge="1">
                  <a:txBody>
                    <a:bodyPr/>
                    <a:lstStyle/>
                    <a:p>
                      <a:endParaRPr lang="en-US"/>
                    </a:p>
                  </a:txBody>
                  <a:tcPr>
                    <a:lnL w="9524">
                      <a:solidFill>
                        <a:srgbClr val="CCCCCC"/>
                      </a:solidFill>
                    </a:lnL>
                    <a:lnT w="9525" cap="flat" cmpd="sng" algn="ctr">
                      <a:solidFill>
                        <a:srgbClr val="CCCCCC"/>
                      </a:solidFill>
                      <a:prstDash val="solid"/>
                      <a:round/>
                      <a:headEnd type="none" w="med" len="med"/>
                      <a:tailEnd type="none" w="med" len="med"/>
                    </a:lnT>
                    <a:solidFill>
                      <a:schemeClr val="bg1"/>
                    </a:solidFill>
                  </a:tcPr>
                </a:tc>
                <a:extLst>
                  <a:ext uri="{0D108BD9-81ED-4DB2-BD59-A6C34878D82A}">
                    <a16:rowId xmlns:a16="http://schemas.microsoft.com/office/drawing/2014/main" val="4088417655"/>
                  </a:ext>
                </a:extLst>
              </a:tr>
              <a:tr h="536718">
                <a:tc>
                  <a:txBody>
                    <a:bodyPr/>
                    <a:lstStyle/>
                    <a:p>
                      <a:pPr lvl="0">
                        <a:buNone/>
                      </a:pPr>
                      <a:r>
                        <a:rPr lang="en-GB" dirty="0">
                          <a:effectLst/>
                        </a:rPr>
                        <a:t>7,6,6,5,6</a:t>
                      </a:r>
                    </a:p>
                  </a:txBody>
                  <a:tcPr marL="28575" marR="28575" marT="19050" marB="19050" anchor="b">
                    <a:lnL w="9524">
                      <a:solidFill>
                        <a:srgbClr val="CCCCCC"/>
                      </a:solidFill>
                    </a:lnL>
                    <a:lnR w="9524">
                      <a:solidFill>
                        <a:srgbClr val="CCCCCC"/>
                      </a:solidFill>
                    </a:lnR>
                    <a:lnT w="9524">
                      <a:solidFill>
                        <a:srgbClr val="CCCCCC"/>
                      </a:solidFill>
                    </a:lnT>
                    <a:lnB w="9524">
                      <a:solidFill>
                        <a:srgbClr val="CCCCCC"/>
                      </a:solidFill>
                    </a:lnB>
                    <a:solidFill>
                      <a:schemeClr val="bg1"/>
                    </a:solidFill>
                  </a:tcPr>
                </a:tc>
                <a:tc vMerge="1">
                  <a:txBody>
                    <a:bodyPr/>
                    <a:lstStyle/>
                    <a:p>
                      <a:endParaRPr lang="en-US"/>
                    </a:p>
                  </a:txBody>
                  <a:tcPr>
                    <a:lnL w="9524">
                      <a:solidFill>
                        <a:srgbClr val="CCCCCC"/>
                      </a:solidFill>
                    </a:lnL>
                    <a:solidFill>
                      <a:schemeClr val="bg1"/>
                    </a:solidFill>
                  </a:tcPr>
                </a:tc>
                <a:extLst>
                  <a:ext uri="{0D108BD9-81ED-4DB2-BD59-A6C34878D82A}">
                    <a16:rowId xmlns:a16="http://schemas.microsoft.com/office/drawing/2014/main" val="3158478798"/>
                  </a:ext>
                </a:extLst>
              </a:tr>
            </a:tbl>
          </a:graphicData>
        </a:graphic>
      </p:graphicFrame>
    </p:spTree>
    <p:extLst>
      <p:ext uri="{BB962C8B-B14F-4D97-AF65-F5344CB8AC3E}">
        <p14:creationId xmlns:p14="http://schemas.microsoft.com/office/powerpoint/2010/main" val="2736217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3235621013"/>
              </p:ext>
            </p:extLst>
          </p:nvPr>
        </p:nvGraphicFramePr>
        <p:xfrm>
          <a:off x="164722" y="1384489"/>
          <a:ext cx="9707740" cy="4085849"/>
        </p:xfrm>
        <a:graphic>
          <a:graphicData uri="http://schemas.openxmlformats.org/drawingml/2006/table">
            <a:tbl>
              <a:tblPr firstRow="1" bandRow="1">
                <a:tableStyleId>{2D5ABB26-0587-4C30-8999-92F81FD0307C}</a:tableStyleId>
              </a:tblPr>
              <a:tblGrid>
                <a:gridCol w="1817369">
                  <a:extLst>
                    <a:ext uri="{9D8B030D-6E8A-4147-A177-3AD203B41FA5}">
                      <a16:colId xmlns:a16="http://schemas.microsoft.com/office/drawing/2014/main" val="107519044"/>
                    </a:ext>
                  </a:extLst>
                </a:gridCol>
                <a:gridCol w="1181447">
                  <a:extLst>
                    <a:ext uri="{9D8B030D-6E8A-4147-A177-3AD203B41FA5}">
                      <a16:colId xmlns:a16="http://schemas.microsoft.com/office/drawing/2014/main" val="3128123737"/>
                    </a:ext>
                  </a:extLst>
                </a:gridCol>
                <a:gridCol w="6708924">
                  <a:extLst>
                    <a:ext uri="{9D8B030D-6E8A-4147-A177-3AD203B41FA5}">
                      <a16:colId xmlns:a16="http://schemas.microsoft.com/office/drawing/2014/main" val="1435361538"/>
                    </a:ext>
                  </a:extLst>
                </a:gridCol>
              </a:tblGrid>
              <a:tr h="455281">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478628">
                <a:tc>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6.72</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 This can be improved on with better communication and weekly meetings</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478628">
                <a:tc>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5.42</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GB" sz="1200" b="0" i="0" u="none" strike="noStrike" noProof="0" dirty="0">
                          <a:solidFill>
                            <a:schemeClr val="tx1"/>
                          </a:solidFill>
                          <a:effectLst/>
                          <a:latin typeface="Arial"/>
                        </a:rPr>
                        <a:t>This can be improved on with better communication and weekly meetings between different departments</a:t>
                      </a:r>
                      <a:endParaRPr 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1272449">
                <a:tc>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7.71</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We are all very committed. Now that we have better clarity on the company dream and the values, this has been helpful to improve our team members commitment as they better understand what they are committing to.</a:t>
                      </a:r>
                      <a:br>
                        <a:rPr lang="en-GB" sz="1200" b="0" i="0" u="none" strike="noStrike" dirty="0">
                          <a:solidFill>
                            <a:srgbClr val="000000"/>
                          </a:solidFill>
                          <a:effectLst/>
                          <a:latin typeface="Arial"/>
                          <a:ea typeface="Riforma LL" panose="020B0504020101020102" pitchFamily="34" charset="0"/>
                          <a:cs typeface="Arial"/>
                        </a:rPr>
                      </a:br>
                      <a:r>
                        <a:rPr lang="en-GB" sz="1200" b="0" i="0" u="none" strike="noStrike" dirty="0">
                          <a:solidFill>
                            <a:schemeClr val="tx1"/>
                          </a:solidFill>
                          <a:effectLst/>
                          <a:latin typeface="Arial"/>
                          <a:ea typeface="Riforma LL" panose="020B0504020101020102" pitchFamily="34" charset="0"/>
                          <a:cs typeface="Arial"/>
                        </a:rPr>
                        <a:t>This can still be improved by aligning all the other team members and creating a company culture around these values and the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572019">
                <a:tc>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6.14</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By better measuring the results we will hold people more accountable. They should not fear their responsibilities and this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828844">
                <a:tc>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7.14</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The results are there, and the data is being collected but not analysed collectively as team.</a:t>
                      </a:r>
                      <a:br>
                        <a:rPr lang="en-GB" sz="1200" b="0" i="0" u="none" strike="noStrike" dirty="0">
                          <a:solidFill>
                            <a:srgbClr val="000000"/>
                          </a:solidFill>
                          <a:effectLst/>
                          <a:latin typeface="Arial"/>
                          <a:ea typeface="Riforma LL" panose="020B0504020101020102" pitchFamily="34" charset="0"/>
                          <a:cs typeface="Arial"/>
                        </a:rPr>
                      </a:br>
                      <a:r>
                        <a:rPr lang="en-GB" sz="1200" b="0" i="0" u="none" strike="noStrike" dirty="0">
                          <a:solidFill>
                            <a:schemeClr val="tx1"/>
                          </a:solidFill>
                          <a:effectLst/>
                          <a:latin typeface="Arial"/>
                          <a:ea typeface="Riforma LL" panose="020B0504020101020102" pitchFamily="34" charset="0"/>
                          <a:cs typeface="Arial"/>
                        </a:rPr>
                        <a:t>We need to discuss the data in more detail including financial performance data. This needs to be addressed through either hiring a different finance manager or through shifting of responsibilities</a:t>
                      </a:r>
                      <a:endParaRPr lang="en-GB" sz="1200" b="0" i="0" u="none" strike="noStrike" dirty="0" err="1">
                        <a:solidFill>
                          <a:schemeClr val="tx1"/>
                        </a:solidFill>
                        <a:effectLst/>
                        <a:latin typeface="Arial"/>
                        <a:ea typeface="Riforma LL" panose="020B0504020101020102" pitchFamily="34" charset="0"/>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674981521"/>
              </p:ext>
            </p:extLst>
          </p:nvPr>
        </p:nvGraphicFramePr>
        <p:xfrm>
          <a:off x="164722" y="5440372"/>
          <a:ext cx="9768730" cy="2193623"/>
        </p:xfrm>
        <a:graphic>
          <a:graphicData uri="http://schemas.openxmlformats.org/drawingml/2006/table">
            <a:tbl>
              <a:tblPr firstRow="1" bandRow="1">
                <a:tableStyleId>{2D5ABB26-0587-4C30-8999-92F81FD0307C}</a:tableStyleId>
              </a:tblPr>
              <a:tblGrid>
                <a:gridCol w="6813255">
                  <a:extLst>
                    <a:ext uri="{9D8B030D-6E8A-4147-A177-3AD203B41FA5}">
                      <a16:colId xmlns:a16="http://schemas.microsoft.com/office/drawing/2014/main" val="1435361538"/>
                    </a:ext>
                  </a:extLst>
                </a:gridCol>
                <a:gridCol w="1595876">
                  <a:extLst>
                    <a:ext uri="{9D8B030D-6E8A-4147-A177-3AD203B41FA5}">
                      <a16:colId xmlns:a16="http://schemas.microsoft.com/office/drawing/2014/main" val="3691210030"/>
                    </a:ext>
                  </a:extLst>
                </a:gridCol>
                <a:gridCol w="1359599">
                  <a:extLst>
                    <a:ext uri="{9D8B030D-6E8A-4147-A177-3AD203B41FA5}">
                      <a16:colId xmlns:a16="http://schemas.microsoft.com/office/drawing/2014/main" val="14683607"/>
                    </a:ext>
                  </a:extLst>
                </a:gridCol>
              </a:tblGrid>
              <a:tr h="3730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874643">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Communicate the dreams and values, Top 5 relevant Cool and Non-Cool behaviours</a:t>
                      </a:r>
                      <a:br>
                        <a:rPr lang="en-US" dirty="0"/>
                      </a:br>
                      <a:r>
                        <a:rPr lang="en-GB" sz="1200" b="0" i="0" u="none" strike="noStrike" dirty="0">
                          <a:solidFill>
                            <a:schemeClr val="tx1"/>
                          </a:solidFill>
                          <a:effectLst/>
                          <a:latin typeface="Calibri"/>
                          <a:ea typeface="Riforma LL" panose="020B0504020101020102" pitchFamily="34" charset="0"/>
                          <a:cs typeface="Calibri"/>
                        </a:rPr>
                        <a:t>to all staff in all departments</a:t>
                      </a:r>
                      <a:br>
                        <a:rPr lang="en-GB" sz="1200" b="0" i="0" u="none" strike="noStrike" dirty="0">
                          <a:solidFill>
                            <a:srgbClr val="000000"/>
                          </a:solidFill>
                          <a:effectLst/>
                          <a:latin typeface="Calibri"/>
                          <a:ea typeface="Riforma LL" panose="020B0504020101020102" pitchFamily="34" charset="0"/>
                          <a:cs typeface="Calibri"/>
                        </a:rPr>
                      </a:br>
                      <a:r>
                        <a:rPr lang="en-GB" sz="1200" b="0" i="0" u="none" strike="noStrike" dirty="0">
                          <a:solidFill>
                            <a:schemeClr val="tx1"/>
                          </a:solidFill>
                          <a:effectLst/>
                          <a:latin typeface="Calibri"/>
                          <a:ea typeface="Riforma LL" panose="020B0504020101020102" pitchFamily="34" charset="0"/>
                          <a:cs typeface="Calibri"/>
                        </a:rPr>
                        <a:t>(Production, Quality control, Sales, accounts and finance, dispatch, maintenance teams)</a:t>
                      </a:r>
                      <a:endParaRPr lang="en-GB" sz="1200" b="0" i="0" u="none" strike="noStrike" dirty="0">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Team leaders (Arjun, </a:t>
                      </a:r>
                      <a:r>
                        <a:rPr lang="en-GB" sz="1200" b="0" i="0" u="none" strike="noStrike" dirty="0" err="1">
                          <a:solidFill>
                            <a:schemeClr val="tx1"/>
                          </a:solidFill>
                          <a:effectLst/>
                          <a:latin typeface="Calibri"/>
                          <a:ea typeface="Riforma LL" panose="020B0504020101020102" pitchFamily="34" charset="0"/>
                          <a:cs typeface="Calibri"/>
                        </a:rPr>
                        <a:t>Navishka</a:t>
                      </a:r>
                      <a:r>
                        <a:rPr lang="en-GB" sz="1200" b="0" i="0" u="none" strike="noStrike" dirty="0">
                          <a:solidFill>
                            <a:schemeClr val="tx1"/>
                          </a:solidFill>
                          <a:effectLst/>
                          <a:latin typeface="Calibri"/>
                          <a:ea typeface="Riforma LL" panose="020B0504020101020102" pitchFamily="34" charset="0"/>
                          <a:cs typeface="Calibri"/>
                        </a:rPr>
                        <a:t> Eric, </a:t>
                      </a:r>
                      <a:r>
                        <a:rPr lang="en-GB" sz="1200" b="0" i="0" u="none" strike="noStrike" dirty="0" err="1">
                          <a:solidFill>
                            <a:schemeClr val="tx1"/>
                          </a:solidFill>
                          <a:effectLst/>
                          <a:latin typeface="Calibri"/>
                          <a:ea typeface="Riforma LL" panose="020B0504020101020102" pitchFamily="34" charset="0"/>
                          <a:cs typeface="Calibri"/>
                        </a:rPr>
                        <a:t>Basakran</a:t>
                      </a:r>
                      <a:r>
                        <a:rPr lang="en-GB" sz="1200" b="0" i="0" u="none" strike="noStrike" dirty="0">
                          <a:solidFill>
                            <a:schemeClr val="tx1"/>
                          </a:solidFill>
                          <a:effectLst/>
                          <a:latin typeface="Calibri"/>
                          <a:ea typeface="Riforma LL" panose="020B0504020101020102" pitchFamily="34" charset="0"/>
                          <a:cs typeface="Calibri"/>
                        </a:rPr>
                        <a:t>)</a:t>
                      </a:r>
                      <a:br>
                        <a:rPr lang="en-GB" sz="1200" b="0" i="0" u="none" strike="noStrike" dirty="0">
                          <a:solidFill>
                            <a:srgbClr val="000000"/>
                          </a:solidFill>
                          <a:effectLst/>
                          <a:latin typeface="Calibri"/>
                          <a:ea typeface="Riforma LL" panose="020B0504020101020102" pitchFamily="34" charset="0"/>
                          <a:cs typeface="Calibri"/>
                        </a:rPr>
                      </a:br>
                      <a:r>
                        <a:rPr lang="en-GB" sz="1200" b="0" i="0" u="none" strike="noStrike" dirty="0">
                          <a:solidFill>
                            <a:schemeClr val="tx1"/>
                          </a:solidFill>
                          <a:effectLst/>
                          <a:latin typeface="Calibri"/>
                          <a:ea typeface="Riforma LL" panose="020B0504020101020102" pitchFamily="34" charset="0"/>
                          <a:cs typeface="Calibri"/>
                        </a:rPr>
                        <a:t>&amp; Pradeep (chairman)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By April 30th</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488771">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Better monitoring sales and dispatch performance and communicating this</a:t>
                      </a:r>
                      <a:br>
                        <a:rPr lang="en-GB" sz="1200" b="0" i="0" u="none" strike="noStrike" dirty="0">
                          <a:solidFill>
                            <a:srgbClr val="000000"/>
                          </a:solidFill>
                          <a:effectLst/>
                          <a:latin typeface="Calibri"/>
                          <a:ea typeface="Riforma LL" panose="020B0504020101020102" pitchFamily="34" charset="0"/>
                          <a:cs typeface="Calibri"/>
                        </a:rPr>
                      </a:br>
                      <a:r>
                        <a:rPr lang="en-GB" sz="1200" b="0" i="0" u="none" strike="noStrike" dirty="0">
                          <a:solidFill>
                            <a:schemeClr val="tx1"/>
                          </a:solidFill>
                          <a:effectLst/>
                          <a:latin typeface="Calibri"/>
                          <a:ea typeface="Riforma LL" panose="020B0504020101020102" pitchFamily="34" charset="0"/>
                          <a:cs typeface="Calibri"/>
                        </a:rPr>
                        <a:t>(measuring how quickly orders are fulfilled and who is responsible for the sales)</a:t>
                      </a:r>
                      <a:endParaRPr lang="en-GB" sz="1200" b="0" i="0" u="none" strike="noStrike" dirty="0">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Meera, Alfred and Arjun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By April 30th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5872">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To better </a:t>
                      </a:r>
                      <a:r>
                        <a:rPr lang="en-GB" sz="1200" b="0" i="0" u="none" strike="noStrike" dirty="0" err="1">
                          <a:solidFill>
                            <a:schemeClr val="tx1"/>
                          </a:solidFill>
                          <a:effectLst/>
                          <a:latin typeface="Calibri"/>
                          <a:ea typeface="Riforma LL" panose="020B0504020101020102" pitchFamily="34" charset="0"/>
                          <a:cs typeface="Calibri"/>
                        </a:rPr>
                        <a:t>analyze</a:t>
                      </a:r>
                      <a:r>
                        <a:rPr lang="en-GB" sz="1200" b="0" i="0" u="none" strike="noStrike" dirty="0">
                          <a:solidFill>
                            <a:schemeClr val="tx1"/>
                          </a:solidFill>
                          <a:effectLst/>
                          <a:latin typeface="Calibri"/>
                          <a:ea typeface="Riforma LL" panose="020B0504020101020102" pitchFamily="34" charset="0"/>
                          <a:cs typeface="Calibri"/>
                        </a:rPr>
                        <a:t> financial Data – Arjun needs to spend more time here with Alfred and the accounts team building a better format of analysis and data discussions</a:t>
                      </a:r>
                      <a:endParaRPr lang="en-GB" sz="1200" b="0" i="0" u="none" strike="noStrike" dirty="0">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Arjun &amp; Alfred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By May 15th</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dirty="0">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dirty="0">
                          <a:effectLst/>
                          <a:latin typeface="Arial" panose="020B0604020202020204" pitchFamily="34" charset="0"/>
                          <a:cs typeface="Arial" panose="020B0604020202020204" pitchFamily="34" charset="0"/>
                        </a:rPr>
                        <a:t>ABSENCE</a:t>
                      </a:r>
                    </a:p>
                    <a:p>
                      <a:pPr lvl="0" fontAlgn="base"/>
                      <a:r>
                        <a:rPr lang="en-GB" sz="1200" b="1" dirty="0">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dirty="0">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dirty="0">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dirty="0">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dirty="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10865</TotalTime>
  <Words>519</Words>
  <Application>Microsoft Office PowerPoint</Application>
  <PresentationFormat>Custom</PresentationFormat>
  <Paragraphs>76</Paragraphs>
  <Slides>4</Slides>
  <Notes>3</Notes>
  <HiddenSlides>0</HiddenSlides>
  <MMClips>0</MMClip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4_Custom Design</vt:lpstr>
      <vt:lpstr>5_Custom Design</vt:lpstr>
      <vt:lpstr>SOLIDS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1131</cp:revision>
  <cp:lastPrinted>2020-02-28T13:07:06Z</cp:lastPrinted>
  <dcterms:created xsi:type="dcterms:W3CDTF">2019-08-22T09:52:59Z</dcterms:created>
  <dcterms:modified xsi:type="dcterms:W3CDTF">2025-04-25T23:48:22Z</dcterms:modified>
</cp:coreProperties>
</file>