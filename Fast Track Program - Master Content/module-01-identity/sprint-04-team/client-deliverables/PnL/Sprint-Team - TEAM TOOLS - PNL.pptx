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7"/>
  </p:notesMasterIdLst>
  <p:handoutMasterIdLst>
    <p:handoutMasterId r:id="rId8"/>
  </p:handoutMasterIdLst>
  <p:sldIdLst>
    <p:sldId id="2583" r:id="rId4"/>
    <p:sldId id="2579" r:id="rId5"/>
    <p:sldId id="2588" r:id="rId6"/>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994E3B-55F2-C675-3F3C-AF027CE977B5}" v="4" dt="2025-04-08T10:50:55.766"/>
    <p1510:client id="{D9D0EE24-C99E-A220-C9E9-2F7EDF8AFA9A}" v="70" dt="2025-04-06T13:01:15.833"/>
    <p1510:client id="{E2B84C0E-BC62-12A4-FA8C-65C66E42632F}" v="56" dt="2025-04-08T07:28:11.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5c9c53df74f46434a93d84d87951635c200b56694462d8512b55afddebd1166e::" providerId="AD" clId="Web-{E2B84C0E-BC62-12A4-FA8C-65C66E42632F}"/>
    <pc:docChg chg="modSld">
      <pc:chgData name="Guest User" userId="S::urn:spo:anon#5c9c53df74f46434a93d84d87951635c200b56694462d8512b55afddebd1166e::" providerId="AD" clId="Web-{E2B84C0E-BC62-12A4-FA8C-65C66E42632F}" dt="2025-04-08T07:28:09.930" v="34"/>
      <pc:docMkLst>
        <pc:docMk/>
      </pc:docMkLst>
      <pc:sldChg chg="modSp">
        <pc:chgData name="Guest User" userId="S::urn:spo:anon#5c9c53df74f46434a93d84d87951635c200b56694462d8512b55afddebd1166e::" providerId="AD" clId="Web-{E2B84C0E-BC62-12A4-FA8C-65C66E42632F}" dt="2025-04-08T07:28:09.930" v="34"/>
        <pc:sldMkLst>
          <pc:docMk/>
          <pc:sldMk cId="2480704689" sldId="2579"/>
        </pc:sldMkLst>
        <pc:graphicFrameChg chg="mod modGraphic">
          <ac:chgData name="Guest User" userId="S::urn:spo:anon#5c9c53df74f46434a93d84d87951635c200b56694462d8512b55afddebd1166e::" providerId="AD" clId="Web-{E2B84C0E-BC62-12A4-FA8C-65C66E42632F}" dt="2025-04-08T07:28:09.930" v="34"/>
          <ac:graphicFrameMkLst>
            <pc:docMk/>
            <pc:sldMk cId="2480704689" sldId="2579"/>
            <ac:graphicFrameMk id="4" creationId="{C7B4E9FB-F0E9-A518-DC6D-E19ABF645AD4}"/>
          </ac:graphicFrameMkLst>
        </pc:graphicFrameChg>
      </pc:sldChg>
      <pc:sldChg chg="delSp">
        <pc:chgData name="Guest User" userId="S::urn:spo:anon#5c9c53df74f46434a93d84d87951635c200b56694462d8512b55afddebd1166e::" providerId="AD" clId="Web-{E2B84C0E-BC62-12A4-FA8C-65C66E42632F}" dt="2025-04-07T07:57:43.606" v="0"/>
        <pc:sldMkLst>
          <pc:docMk/>
          <pc:sldMk cId="4165827913" sldId="2583"/>
        </pc:sldMkLst>
        <pc:graphicFrameChg chg="del">
          <ac:chgData name="Guest User" userId="S::urn:spo:anon#5c9c53df74f46434a93d84d87951635c200b56694462d8512b55afddebd1166e::" providerId="AD" clId="Web-{E2B84C0E-BC62-12A4-FA8C-65C66E42632F}" dt="2025-04-07T07:57:43.606" v="0"/>
          <ac:graphicFrameMkLst>
            <pc:docMk/>
            <pc:sldMk cId="4165827913" sldId="2583"/>
            <ac:graphicFrameMk id="8" creationId="{DFF3ED72-9EED-98E6-A692-371BBD5709D4}"/>
          </ac:graphicFrameMkLst>
        </pc:graphicFrameChg>
      </pc:sldChg>
    </pc:docChg>
  </pc:docChgLst>
  <pc:docChgLst>
    <pc:chgData name="Guest User" userId="S::urn:spo:anon#bdefaf469c1366e19abdfd501882f4cd8b9750dfc4fe6365401581e61d661e9c::" providerId="AD" clId="Web-{D9D0EE24-C99E-A220-C9E9-2F7EDF8AFA9A}"/>
    <pc:docChg chg="modSld">
      <pc:chgData name="Guest User" userId="S::urn:spo:anon#bdefaf469c1366e19abdfd501882f4cd8b9750dfc4fe6365401581e61d661e9c::" providerId="AD" clId="Web-{D9D0EE24-C99E-A220-C9E9-2F7EDF8AFA9A}" dt="2025-04-06T12:53:32.349" v="52"/>
      <pc:docMkLst>
        <pc:docMk/>
      </pc:docMkLst>
      <pc:sldChg chg="addSp modSp">
        <pc:chgData name="Guest User" userId="S::urn:spo:anon#bdefaf469c1366e19abdfd501882f4cd8b9750dfc4fe6365401581e61d661e9c::" providerId="AD" clId="Web-{D9D0EE24-C99E-A220-C9E9-2F7EDF8AFA9A}" dt="2025-04-06T12:53:32.349" v="52"/>
        <pc:sldMkLst>
          <pc:docMk/>
          <pc:sldMk cId="4165827913" sldId="2583"/>
        </pc:sldMkLst>
        <pc:graphicFrameChg chg="mod modGraphic">
          <ac:chgData name="Guest User" userId="S::urn:spo:anon#bdefaf469c1366e19abdfd501882f4cd8b9750dfc4fe6365401581e61d661e9c::" providerId="AD" clId="Web-{D9D0EE24-C99E-A220-C9E9-2F7EDF8AFA9A}" dt="2025-04-06T12:40:57.930" v="49"/>
          <ac:graphicFrameMkLst>
            <pc:docMk/>
            <pc:sldMk cId="4165827913" sldId="2583"/>
            <ac:graphicFrameMk id="2" creationId="{D5AB1F6C-C39D-2919-A946-05CA775DE313}"/>
          </ac:graphicFrameMkLst>
        </pc:graphicFrameChg>
        <pc:graphicFrameChg chg="add mod">
          <ac:chgData name="Guest User" userId="S::urn:spo:anon#bdefaf469c1366e19abdfd501882f4cd8b9750dfc4fe6365401581e61d661e9c::" providerId="AD" clId="Web-{D9D0EE24-C99E-A220-C9E9-2F7EDF8AFA9A}" dt="2025-04-06T12:53:02.395" v="50"/>
          <ac:graphicFrameMkLst>
            <pc:docMk/>
            <pc:sldMk cId="4165827913" sldId="2583"/>
            <ac:graphicFrameMk id="5" creationId="{923B71C0-A146-60DB-0CCD-25084B284FE0}"/>
          </ac:graphicFrameMkLst>
        </pc:graphicFrameChg>
        <pc:graphicFrameChg chg="add mod modGraphic">
          <ac:chgData name="Guest User" userId="S::urn:spo:anon#bdefaf469c1366e19abdfd501882f4cd8b9750dfc4fe6365401581e61d661e9c::" providerId="AD" clId="Web-{D9D0EE24-C99E-A220-C9E9-2F7EDF8AFA9A}" dt="2025-04-06T12:53:32.349" v="52"/>
          <ac:graphicFrameMkLst>
            <pc:docMk/>
            <pc:sldMk cId="4165827913" sldId="2583"/>
            <ac:graphicFrameMk id="8" creationId="{DFF3ED72-9EED-98E6-A692-371BBD5709D4}"/>
          </ac:graphicFrameMkLst>
        </pc:graphicFrameChg>
      </pc:sldChg>
    </pc:docChg>
  </pc:docChgLst>
  <pc:docChgLst>
    <pc:chgData name="Antoan Vasilev" userId="S::antoan@fasttrack-europe.com::4c94ef8f-3e30-4ae8-b29a-2c3468dc8f5d" providerId="AD" clId="Web-{F3B29151-5ECD-625D-5008-3B5E184759A4}"/>
    <pc:docChg chg="modSld">
      <pc:chgData name="Antoan Vasilev" userId="S::antoan@fasttrack-europe.com::4c94ef8f-3e30-4ae8-b29a-2c3468dc8f5d" providerId="AD" clId="Web-{F3B29151-5ECD-625D-5008-3B5E184759A4}" dt="2025-01-30T13:19:27.823" v="31"/>
      <pc:docMkLst>
        <pc:docMk/>
      </pc:docMkLst>
      <pc:sldChg chg="modSp">
        <pc:chgData name="Antoan Vasilev" userId="S::antoan@fasttrack-europe.com::4c94ef8f-3e30-4ae8-b29a-2c3468dc8f5d" providerId="AD" clId="Web-{F3B29151-5ECD-625D-5008-3B5E184759A4}" dt="2025-01-30T13:19:27.823" v="31"/>
        <pc:sldMkLst>
          <pc:docMk/>
          <pc:sldMk cId="4165827913" sldId="2583"/>
        </pc:sldMkLst>
        <pc:graphicFrameChg chg="mod modGraphic">
          <ac:chgData name="Antoan Vasilev" userId="S::antoan@fasttrack-europe.com::4c94ef8f-3e30-4ae8-b29a-2c3468dc8f5d" providerId="AD" clId="Web-{F3B29151-5ECD-625D-5008-3B5E184759A4}" dt="2025-01-30T13:19:27.823" v="31"/>
          <ac:graphicFrameMkLst>
            <pc:docMk/>
            <pc:sldMk cId="4165827913" sldId="2583"/>
            <ac:graphicFrameMk id="2" creationId="{D5AB1F6C-C39D-2919-A946-05CA775DE313}"/>
          </ac:graphicFrameMkLst>
        </pc:graphicFrameChg>
      </pc:sldChg>
    </pc:docChg>
  </pc:docChgLst>
  <pc:docChgLst>
    <pc:chgData name="Guest User" userId="S::urn:spo:anon#5c9c53df74f46434a93d84d87951635c200b56694462d8512b55afddebd1166e::" providerId="AD" clId="Web-{0D994E3B-55F2-C675-3F3C-AF027CE977B5}"/>
    <pc:docChg chg="modSld">
      <pc:chgData name="Guest User" userId="S::urn:spo:anon#5c9c53df74f46434a93d84d87951635c200b56694462d8512b55afddebd1166e::" providerId="AD" clId="Web-{0D994E3B-55F2-C675-3F3C-AF027CE977B5}" dt="2025-04-08T10:50:55.766" v="3"/>
      <pc:docMkLst>
        <pc:docMk/>
      </pc:docMkLst>
      <pc:sldChg chg="addSp delSp modSp">
        <pc:chgData name="Guest User" userId="S::urn:spo:anon#5c9c53df74f46434a93d84d87951635c200b56694462d8512b55afddebd1166e::" providerId="AD" clId="Web-{0D994E3B-55F2-C675-3F3C-AF027CE977B5}" dt="2025-04-08T10:50:55.766" v="3"/>
        <pc:sldMkLst>
          <pc:docMk/>
          <pc:sldMk cId="4165827913" sldId="2583"/>
        </pc:sldMkLst>
        <pc:graphicFrameChg chg="del">
          <ac:chgData name="Guest User" userId="S::urn:spo:anon#5c9c53df74f46434a93d84d87951635c200b56694462d8512b55afddebd1166e::" providerId="AD" clId="Web-{0D994E3B-55F2-C675-3F3C-AF027CE977B5}" dt="2025-04-08T10:50:30.374" v="0"/>
          <ac:graphicFrameMkLst>
            <pc:docMk/>
            <pc:sldMk cId="4165827913" sldId="2583"/>
            <ac:graphicFrameMk id="2" creationId="{D5AB1F6C-C39D-2919-A946-05CA775DE313}"/>
          </ac:graphicFrameMkLst>
        </pc:graphicFrameChg>
        <pc:graphicFrameChg chg="add del mod modGraphic">
          <ac:chgData name="Guest User" userId="S::urn:spo:anon#5c9c53df74f46434a93d84d87951635c200b56694462d8512b55afddebd1166e::" providerId="AD" clId="Web-{0D994E3B-55F2-C675-3F3C-AF027CE977B5}" dt="2025-04-08T10:50:55.766" v="3"/>
          <ac:graphicFrameMkLst>
            <pc:docMk/>
            <pc:sldMk cId="4165827913" sldId="2583"/>
            <ac:graphicFrameMk id="7" creationId="{022DF1A4-D4F0-7680-90CC-B697D2889A9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4/8/2025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4/8/2025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err="1">
                <a:latin typeface="Arial" panose="020B0604020202020204" pitchFamily="34" charset="0"/>
                <a:ea typeface="Calibri"/>
                <a:cs typeface="Arial" panose="020B0604020202020204" pitchFamily="34" charset="0"/>
              </a:rPr>
              <a:t>Analyze</a:t>
            </a:r>
            <a:r>
              <a:rPr lang="en-GB" sz="1200" b="1">
                <a:latin typeface="Arial" panose="020B0604020202020204" pitchFamily="34" charset="0"/>
                <a:ea typeface="Calibri"/>
                <a:cs typeface="Arial" panose="020B0604020202020204" pitchFamily="34" charset="0"/>
              </a:rPr>
              <a:t> </a:t>
            </a:r>
            <a:r>
              <a:rPr lang="en-GB" sz="1200" b="1" i="0" u="none" strike="noStrike">
                <a:effectLst/>
                <a:latin typeface="Arial" panose="020B0604020202020204" pitchFamily="34" charset="0"/>
                <a:ea typeface="Calibri"/>
                <a:cs typeface="Arial" panose="020B0604020202020204" pitchFamily="34" charset="0"/>
              </a:rPr>
              <a:t>the total scores for each dysfunction</a:t>
            </a:r>
            <a:r>
              <a:rPr lang="en-GB" sz="1200" b="1">
                <a:latin typeface="Arial" panose="020B0604020202020204" pitchFamily="34" charset="0"/>
                <a:ea typeface="Calibri"/>
                <a:cs typeface="Arial" panose="020B0604020202020204" pitchFamily="34" charset="0"/>
              </a:rPr>
              <a:t> </a:t>
            </a:r>
            <a:endParaRPr lang="en-GB" sz="1200" b="1" i="0" u="none" strike="noStrike">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a:latin typeface="Arial" panose="020B0604020202020204" pitchFamily="34" charset="0"/>
                <a:cs typeface="Arial" panose="020B0604020202020204" pitchFamily="34" charset="0"/>
              </a:rPr>
              <a:t>7-6 indicates </a:t>
            </a:r>
            <a:r>
              <a:rPr lang="en-GB" sz="1200" b="0" i="0" u="none" strike="noStrike">
                <a:effectLst/>
                <a:latin typeface="Arial" panose="020B0604020202020204" pitchFamily="34" charset="0"/>
                <a:cs typeface="Arial" panose="020B0604020202020204" pitchFamily="34" charset="0"/>
              </a:rPr>
              <a:t>a </a:t>
            </a:r>
            <a:r>
              <a:rPr lang="en-GB" sz="1200">
                <a:latin typeface="Arial" panose="020B0604020202020204" pitchFamily="34" charset="0"/>
                <a:cs typeface="Arial" panose="020B0604020202020204" pitchFamily="34" charset="0"/>
              </a:rPr>
              <a:t>possible problem</a:t>
            </a:r>
          </a:p>
          <a:p>
            <a:pPr marL="171450" indent="-171450">
              <a:buFont typeface="Arial"/>
              <a:buChar char="•"/>
            </a:pPr>
            <a:r>
              <a:rPr lang="en-GB" sz="1200">
                <a:latin typeface="Arial" panose="020B0604020202020204" pitchFamily="34" charset="0"/>
                <a:cs typeface="Arial" panose="020B0604020202020204" pitchFamily="34" charset="0"/>
              </a:rPr>
              <a:t>3-5 indicates </a:t>
            </a:r>
            <a:r>
              <a:rPr lang="en-GB" sz="1200" b="0" i="0" u="none" strike="noStrike">
                <a:effectLst/>
                <a:latin typeface="Arial" panose="020B0604020202020204" pitchFamily="34" charset="0"/>
                <a:cs typeface="Arial" panose="020B0604020202020204" pitchFamily="34" charset="0"/>
              </a:rPr>
              <a:t>a </a:t>
            </a:r>
            <a:r>
              <a:rPr lang="en-GB" sz="1200">
                <a:latin typeface="Arial" panose="020B0604020202020204" pitchFamily="34" charset="0"/>
                <a:cs typeface="Arial" panose="020B0604020202020204" pitchFamily="34" charset="0"/>
              </a:rPr>
              <a:t>serious problem</a:t>
            </a:r>
            <a:r>
              <a:rPr lang="en-GB" sz="1200" b="0" i="0" u="none" strike="noStrike">
                <a:effectLst/>
                <a:latin typeface="Arial" panose="020B0604020202020204" pitchFamily="34" charset="0"/>
                <a:cs typeface="Arial" panose="020B0604020202020204" pitchFamily="34" charset="0"/>
              </a:rPr>
              <a:t>.</a:t>
            </a:r>
            <a:endParaRPr lang="en-GB" sz="120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923B71C0-A146-60DB-0CCD-25084B284FE0}"/>
              </a:ext>
            </a:extLst>
          </p:cNvPr>
          <p:cNvGraphicFramePr>
            <a:graphicFrameLocks noGrp="1"/>
          </p:cNvGraphicFramePr>
          <p:nvPr/>
        </p:nvGraphicFramePr>
        <p:xfrm>
          <a:off x="492918" y="3542411"/>
          <a:ext cx="9702801" cy="478028"/>
        </p:xfrm>
        <a:graphic>
          <a:graphicData uri="http://schemas.openxmlformats.org/drawingml/2006/table">
            <a:tbl>
              <a:tblPr firstRow="1" bandRow="1">
                <a:tableStyleId>{5C22544A-7EE6-4342-B048-85BDC9FD1C3A}</a:tableStyleId>
              </a:tblPr>
              <a:tblGrid>
                <a:gridCol w="1585425">
                  <a:extLst>
                    <a:ext uri="{9D8B030D-6E8A-4147-A177-3AD203B41FA5}">
                      <a16:colId xmlns:a16="http://schemas.microsoft.com/office/drawing/2014/main" val="120558417"/>
                    </a:ext>
                  </a:extLst>
                </a:gridCol>
                <a:gridCol w="1585425">
                  <a:extLst>
                    <a:ext uri="{9D8B030D-6E8A-4147-A177-3AD203B41FA5}">
                      <a16:colId xmlns:a16="http://schemas.microsoft.com/office/drawing/2014/main" val="3598762508"/>
                    </a:ext>
                  </a:extLst>
                </a:gridCol>
                <a:gridCol w="1674209">
                  <a:extLst>
                    <a:ext uri="{9D8B030D-6E8A-4147-A177-3AD203B41FA5}">
                      <a16:colId xmlns:a16="http://schemas.microsoft.com/office/drawing/2014/main" val="1854142768"/>
                    </a:ext>
                  </a:extLst>
                </a:gridCol>
                <a:gridCol w="1572741">
                  <a:extLst>
                    <a:ext uri="{9D8B030D-6E8A-4147-A177-3AD203B41FA5}">
                      <a16:colId xmlns:a16="http://schemas.microsoft.com/office/drawing/2014/main" val="2301837424"/>
                    </a:ext>
                  </a:extLst>
                </a:gridCol>
                <a:gridCol w="1674209">
                  <a:extLst>
                    <a:ext uri="{9D8B030D-6E8A-4147-A177-3AD203B41FA5}">
                      <a16:colId xmlns:a16="http://schemas.microsoft.com/office/drawing/2014/main" val="260293621"/>
                    </a:ext>
                  </a:extLst>
                </a:gridCol>
                <a:gridCol w="1610792">
                  <a:extLst>
                    <a:ext uri="{9D8B030D-6E8A-4147-A177-3AD203B41FA5}">
                      <a16:colId xmlns:a16="http://schemas.microsoft.com/office/drawing/2014/main" val="2765585542"/>
                    </a:ext>
                  </a:extLst>
                </a:gridCol>
              </a:tblGrid>
              <a:tr h="478028">
                <a:tc>
                  <a:txBody>
                    <a:bodyPr/>
                    <a:lstStyle/>
                    <a:p>
                      <a:pPr marL="0" marR="0" indent="0" algn="l" rtl="0" eaLnBrk="1" fontAlgn="auto" latinLnBrk="0" hangingPunct="1">
                        <a:buNone/>
                      </a:pPr>
                      <a:r>
                        <a:rPr lang="en-GB" sz="1200" b="0" i="0" kern="1200">
                          <a:solidFill>
                            <a:srgbClr val="FFFFFF"/>
                          </a:solidFill>
                          <a:effectLst/>
                          <a:latin typeface="Arial" panose="020B0604020202020204" pitchFamily="34" charset="0"/>
                          <a:cs typeface="Arial" panose="020B0604020202020204" pitchFamily="34" charset="0"/>
                        </a:rPr>
                        <a:t>Avg team scores</a:t>
                      </a:r>
                      <a:endParaRPr lang="en-GB">
                        <a:effectLst/>
                      </a:endParaRPr>
                    </a:p>
                  </a:txBody>
                  <a:tcPr marL="0" marR="0" marT="0" marB="0" anchor="ctr">
                    <a:lnL>
                      <a:noFill/>
                    </a:lnL>
                    <a:lnR>
                      <a:noFill/>
                    </a:lnR>
                    <a:lnT>
                      <a:noFill/>
                    </a:lnT>
                    <a:lnB>
                      <a:noFill/>
                    </a:lnB>
                    <a:noFill/>
                  </a:tcPr>
                </a:tc>
                <a:tc>
                  <a:txBody>
                    <a:bodyPr/>
                    <a:lstStyle/>
                    <a:p>
                      <a:pPr marL="0" algn="ctr" rtl="0" eaLnBrk="1" fontAlgn="t" latinLnBrk="0" hangingPunct="1">
                        <a:buNone/>
                      </a:pPr>
                      <a:r>
                        <a:rPr lang="en-GB" sz="1200" b="0" i="0" kern="1200">
                          <a:solidFill>
                            <a:srgbClr val="FFFFFF"/>
                          </a:solidFill>
                          <a:effectLst/>
                          <a:latin typeface="Arial" panose="020B0604020202020204" pitchFamily="34" charset="0"/>
                          <a:ea typeface="Riforma LL" panose="020B0504020101020102"/>
                          <a:cs typeface="Arial" panose="020B0604020202020204" pitchFamily="34" charset="0"/>
                        </a:rPr>
                        <a:t>Absence of Trust</a:t>
                      </a:r>
                      <a:endParaRPr lang="en-GB">
                        <a:effectLst/>
                      </a:endParaRPr>
                    </a:p>
                  </a:txBody>
                  <a:tcPr marL="0" marR="0" marT="0" marB="0" anchor="ctr">
                    <a:lnL>
                      <a:noFill/>
                    </a:lnL>
                    <a:lnR>
                      <a:noFill/>
                    </a:lnR>
                    <a:lnT>
                      <a:noFill/>
                    </a:lnT>
                    <a:lnB>
                      <a:noFill/>
                    </a:lnB>
                    <a:noFill/>
                  </a:tcPr>
                </a:tc>
                <a:tc>
                  <a:txBody>
                    <a:bodyPr/>
                    <a:lstStyle/>
                    <a:p>
                      <a:pPr marL="0" marR="0" indent="0" algn="ctr" rtl="0" eaLnBrk="1" fontAlgn="t" latinLnBrk="0" hangingPunct="1">
                        <a:buNone/>
                      </a:pPr>
                      <a:r>
                        <a:rPr lang="en-GB" sz="1200" b="0" i="0" kern="1200">
                          <a:solidFill>
                            <a:srgbClr val="FFFFFF"/>
                          </a:solidFill>
                          <a:effectLst/>
                          <a:latin typeface="Arial" panose="020B0604020202020204" pitchFamily="34" charset="0"/>
                          <a:ea typeface="Riforma LL" panose="020B0504020101020102"/>
                          <a:cs typeface="Arial" panose="020B0604020202020204" pitchFamily="34" charset="0"/>
                        </a:rPr>
                        <a:t>Absence of Trust</a:t>
                      </a:r>
                      <a:endParaRPr lang="en-GB">
                        <a:effectLst/>
                      </a:endParaRPr>
                    </a:p>
                  </a:txBody>
                  <a:tcPr marL="0" marR="0" marT="0" marB="0" anchor="ctr">
                    <a:lnL>
                      <a:noFill/>
                    </a:lnL>
                    <a:lnR>
                      <a:noFill/>
                    </a:lnR>
                    <a:lnT>
                      <a:noFill/>
                    </a:lnT>
                    <a:lnB>
                      <a:noFill/>
                    </a:lnB>
                    <a:noFill/>
                  </a:tcPr>
                </a:tc>
                <a:tc>
                  <a:txBody>
                    <a:bodyPr/>
                    <a:lstStyle/>
                    <a:p>
                      <a:pPr marL="0" marR="0" indent="0" algn="ctr" rtl="0" eaLnBrk="1" fontAlgn="t" latinLnBrk="0" hangingPunct="1">
                        <a:buNone/>
                      </a:pPr>
                      <a:r>
                        <a:rPr lang="en-GB" sz="1200" b="0" i="0" kern="1200">
                          <a:solidFill>
                            <a:srgbClr val="FFFFFF"/>
                          </a:solidFill>
                          <a:effectLst/>
                          <a:latin typeface="Arial" panose="020B0604020202020204" pitchFamily="34" charset="0"/>
                          <a:ea typeface="Riforma LL" panose="020B0504020101020102"/>
                          <a:cs typeface="Arial" panose="020B0604020202020204" pitchFamily="34" charset="0"/>
                        </a:rPr>
                        <a:t>Lack of commitment</a:t>
                      </a:r>
                      <a:endParaRPr lang="en-GB">
                        <a:effectLst/>
                      </a:endParaRPr>
                    </a:p>
                  </a:txBody>
                  <a:tcPr marL="0" marR="0" marT="0" marB="0" anchor="ctr">
                    <a:lnL>
                      <a:noFill/>
                    </a:lnL>
                    <a:lnR>
                      <a:noFill/>
                    </a:lnR>
                    <a:lnT>
                      <a:noFill/>
                    </a:lnT>
                    <a:lnB>
                      <a:noFill/>
                    </a:lnB>
                    <a:noFill/>
                  </a:tcPr>
                </a:tc>
                <a:tc>
                  <a:txBody>
                    <a:bodyPr/>
                    <a:lstStyle/>
                    <a:p>
                      <a:pPr marL="0" marR="0" indent="0" algn="ctr" rtl="0" eaLnBrk="1" fontAlgn="t" latinLnBrk="0" hangingPunct="1">
                        <a:buNone/>
                      </a:pPr>
                      <a:r>
                        <a:rPr lang="en-GB" sz="1200" b="0" i="0" kern="1200">
                          <a:solidFill>
                            <a:srgbClr val="FFFFFF"/>
                          </a:solidFill>
                          <a:effectLst/>
                          <a:latin typeface="Arial" panose="020B0604020202020204" pitchFamily="34" charset="0"/>
                          <a:ea typeface="Riforma LL" panose="020B0504020101020102"/>
                          <a:cs typeface="Arial" panose="020B0604020202020204" pitchFamily="34" charset="0"/>
                        </a:rPr>
                        <a:t>Avoidance of accountability</a:t>
                      </a:r>
                      <a:endParaRPr lang="en-GB">
                        <a:effectLst/>
                      </a:endParaRPr>
                    </a:p>
                  </a:txBody>
                  <a:tcPr marL="0" marR="0" marT="0" marB="0" anchor="ctr">
                    <a:lnL>
                      <a:noFill/>
                    </a:lnL>
                    <a:lnR>
                      <a:noFill/>
                    </a:lnR>
                    <a:lnT>
                      <a:noFill/>
                    </a:lnT>
                    <a:lnB>
                      <a:noFill/>
                    </a:lnB>
                    <a:noFill/>
                  </a:tcPr>
                </a:tc>
                <a:tc>
                  <a:txBody>
                    <a:bodyPr/>
                    <a:lstStyle/>
                    <a:p>
                      <a:pPr marL="0" marR="0" indent="0" algn="ctr" rtl="0" eaLnBrk="1" fontAlgn="t" latinLnBrk="0" hangingPunct="1">
                        <a:buNone/>
                      </a:pPr>
                      <a:r>
                        <a:rPr lang="en-GB" sz="1200" b="0" i="0" kern="1200">
                          <a:solidFill>
                            <a:srgbClr val="FFFFFF"/>
                          </a:solidFill>
                          <a:effectLst/>
                          <a:latin typeface="Arial" panose="020B0604020202020204" pitchFamily="34" charset="0"/>
                          <a:ea typeface="Riforma LL" panose="020B0504020101020102"/>
                          <a:cs typeface="Arial" panose="020B0604020202020204" pitchFamily="34" charset="0"/>
                        </a:rPr>
                        <a:t>Inattention to results </a:t>
                      </a:r>
                      <a:endParaRPr lang="en-GB">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430875888"/>
                  </a:ext>
                </a:extLst>
              </a:tr>
            </a:tbl>
          </a:graphicData>
        </a:graphic>
      </p:graphicFrame>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2127126219"/>
              </p:ext>
            </p:extLst>
          </p:nvPr>
        </p:nvGraphicFramePr>
        <p:xfrm>
          <a:off x="162482" y="1422003"/>
          <a:ext cx="9707738" cy="4318810"/>
        </p:xfrm>
        <a:graphic>
          <a:graphicData uri="http://schemas.openxmlformats.org/drawingml/2006/table">
            <a:tbl>
              <a:tblPr firstRow="1" bandRow="1">
                <a:tableStyleId>{2D5ABB26-0587-4C30-8999-92F81FD0307C}</a:tableStyleId>
              </a:tblPr>
              <a:tblGrid>
                <a:gridCol w="1898012">
                  <a:extLst>
                    <a:ext uri="{9D8B030D-6E8A-4147-A177-3AD203B41FA5}">
                      <a16:colId xmlns:a16="http://schemas.microsoft.com/office/drawing/2014/main" val="107519044"/>
                    </a:ext>
                  </a:extLst>
                </a:gridCol>
                <a:gridCol w="1100803">
                  <a:extLst>
                    <a:ext uri="{9D8B030D-6E8A-4147-A177-3AD203B41FA5}">
                      <a16:colId xmlns:a16="http://schemas.microsoft.com/office/drawing/2014/main" val="3128123737"/>
                    </a:ext>
                  </a:extLst>
                </a:gridCol>
                <a:gridCol w="6708923">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a:cs typeface="Arial"/>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a:cs typeface="Arial"/>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a:cs typeface="Arial"/>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dirty="0">
                          <a:solidFill>
                            <a:schemeClr val="tx1"/>
                          </a:solidFill>
                          <a:effectLst/>
                          <a:latin typeface="Arial"/>
                          <a:ea typeface="Riforma LL" panose="020B0504020101020102" pitchFamily="34" charset="0"/>
                          <a:cs typeface="Arial"/>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1" i="0" u="none" strike="noStrike" dirty="0">
                          <a:solidFill>
                            <a:schemeClr val="tx1"/>
                          </a:solidFill>
                          <a:effectLst/>
                          <a:latin typeface="Arial"/>
                          <a:ea typeface="Riforma LL" panose="020B0504020101020102" pitchFamily="34" charset="0"/>
                          <a:cs typeface="Arial"/>
                        </a:rPr>
                        <a:t>5</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dirty="0">
                          <a:solidFill>
                            <a:schemeClr val="tx1"/>
                          </a:solidFill>
                          <a:effectLst/>
                          <a:latin typeface="Arial"/>
                          <a:ea typeface="Riforma LL" panose="020B0504020101020102" pitchFamily="34" charset="0"/>
                          <a:cs typeface="Arial"/>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1" i="0" u="none" strike="noStrike" dirty="0">
                          <a:solidFill>
                            <a:schemeClr val="tx1"/>
                          </a:solidFill>
                          <a:effectLst/>
                          <a:latin typeface="Arial"/>
                          <a:ea typeface="Riforma LL" panose="020B0504020101020102" pitchFamily="34" charset="0"/>
                          <a:cs typeface="Arial"/>
                        </a:rPr>
                        <a:t>8</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dirty="0">
                          <a:solidFill>
                            <a:schemeClr val="tx1"/>
                          </a:solidFill>
                          <a:effectLst/>
                          <a:latin typeface="Arial"/>
                          <a:ea typeface="Riforma LL" panose="020B0504020101020102" pitchFamily="34" charset="0"/>
                          <a:cs typeface="Arial"/>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1" i="0" u="none" strike="noStrike" dirty="0">
                          <a:solidFill>
                            <a:schemeClr val="tx1"/>
                          </a:solidFill>
                          <a:effectLst/>
                          <a:latin typeface="Arial"/>
                          <a:ea typeface="Riforma LL" panose="020B0504020101020102" pitchFamily="34" charset="0"/>
                          <a:cs typeface="Arial"/>
                        </a:rPr>
                        <a:t>7</a:t>
                      </a:r>
                      <a:endParaRPr lang="en-GB" sz="1200" b="1" i="0" u="none" strike="noStrike">
                        <a:solidFill>
                          <a:schemeClr val="tx1"/>
                        </a:solidFill>
                        <a:effectLst/>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dirty="0">
                          <a:solidFill>
                            <a:schemeClr val="tx1"/>
                          </a:solidFill>
                          <a:effectLst/>
                          <a:latin typeface="Arial"/>
                          <a:ea typeface="Riforma LL" panose="020B0504020101020102" pitchFamily="34" charset="0"/>
                          <a:cs typeface="Arial"/>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1" i="0" u="none" strike="noStrike" dirty="0">
                          <a:solidFill>
                            <a:schemeClr val="tx1"/>
                          </a:solidFill>
                          <a:effectLst/>
                          <a:latin typeface="Arial"/>
                          <a:ea typeface="Riforma LL" panose="020B0504020101020102" pitchFamily="34" charset="0"/>
                          <a:cs typeface="Arial"/>
                        </a:rPr>
                        <a:t>6</a:t>
                      </a:r>
                      <a:endParaRPr lang="en-GB" sz="1200" b="1" i="0" u="none" strike="noStrike">
                        <a:solidFill>
                          <a:schemeClr val="tx1"/>
                        </a:solidFill>
                        <a:effectLst/>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dirty="0">
                          <a:solidFill>
                            <a:schemeClr val="tx1"/>
                          </a:solidFill>
                          <a:effectLst/>
                          <a:latin typeface="Arial"/>
                          <a:ea typeface="Riforma LL" panose="020B0504020101020102" pitchFamily="34" charset="0"/>
                          <a:cs typeface="Arial"/>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1" i="0" u="none" strike="noStrike" dirty="0">
                          <a:solidFill>
                            <a:schemeClr val="tx1"/>
                          </a:solidFill>
                          <a:effectLst/>
                          <a:latin typeface="Arial"/>
                          <a:ea typeface="Riforma LL" panose="020B0504020101020102" pitchFamily="34" charset="0"/>
                          <a:cs typeface="Arial"/>
                        </a:rPr>
                        <a:t>6</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704289808"/>
              </p:ext>
            </p:extLst>
          </p:nvPr>
        </p:nvGraphicFramePr>
        <p:xfrm>
          <a:off x="162482" y="5819151"/>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29098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a:effectLst/>
                          <a:latin typeface="Arial" panose="020B0604020202020204" pitchFamily="34" charset="0"/>
                          <a:cs typeface="Arial" panose="020B0604020202020204" pitchFamily="34" charset="0"/>
                        </a:rPr>
                        <a:t>ABSENCE</a:t>
                      </a:r>
                    </a:p>
                    <a:p>
                      <a:pPr lvl="0" fontAlgn="base"/>
                      <a:r>
                        <a:rPr lang="en-GB" sz="1200" b="1">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Slides>
  <Notes>3</Notes>
  <HiddenSlides>0</HiddenSlide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4_Custom Design</vt:lpstr>
      <vt:lpstr>5_Custom Design</vt:lpstr>
      <vt:lpstr>SOLIDS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19</cp:revision>
  <cp:lastPrinted>2020-02-28T13:07:06Z</cp:lastPrinted>
  <dcterms:created xsi:type="dcterms:W3CDTF">2019-08-22T09:52:59Z</dcterms:created>
  <dcterms:modified xsi:type="dcterms:W3CDTF">2025-04-08T10:51:00Z</dcterms:modified>
</cp:coreProperties>
</file>