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477" r:id="rId1"/>
    <p:sldMasterId id="2147484485" r:id="rId2"/>
    <p:sldMasterId id="2147484487" r:id="rId3"/>
  </p:sldMasterIdLst>
  <p:notesMasterIdLst>
    <p:notesMasterId r:id="rId9"/>
  </p:notesMasterIdLst>
  <p:handoutMasterIdLst>
    <p:handoutMasterId r:id="rId10"/>
  </p:handoutMasterIdLst>
  <p:sldIdLst>
    <p:sldId id="2587" r:id="rId4"/>
    <p:sldId id="2581" r:id="rId5"/>
    <p:sldId id="2583" r:id="rId6"/>
    <p:sldId id="2579" r:id="rId7"/>
    <p:sldId id="2588" r:id="rId8"/>
  </p:sldIdLst>
  <p:sldSz cx="10688638" cy="7562850"/>
  <p:notesSz cx="6954838" cy="9240838"/>
  <p:defaultTextStyle>
    <a:defPPr>
      <a:defRPr lang="en-US"/>
    </a:defPPr>
    <a:lvl1pPr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1pPr>
    <a:lvl2pPr marL="4572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2pPr>
    <a:lvl3pPr marL="9144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3pPr>
    <a:lvl4pPr marL="13716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4pPr>
    <a:lvl5pPr marL="18288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5pPr>
    <a:lvl6pPr marL="2286000" algn="l" defTabSz="914400" rtl="0" eaLnBrk="1" latinLnBrk="0" hangingPunct="1">
      <a:defRPr kern="1200">
        <a:solidFill>
          <a:schemeClr val="tx1"/>
        </a:solidFill>
        <a:latin typeface="PF Square Sans Pro Light" panose="02000506000000020004" pitchFamily="2" charset="0"/>
        <a:ea typeface="+mn-ea"/>
        <a:cs typeface="+mn-cs"/>
      </a:defRPr>
    </a:lvl6pPr>
    <a:lvl7pPr marL="2743200" algn="l" defTabSz="914400" rtl="0" eaLnBrk="1" latinLnBrk="0" hangingPunct="1">
      <a:defRPr kern="1200">
        <a:solidFill>
          <a:schemeClr val="tx1"/>
        </a:solidFill>
        <a:latin typeface="PF Square Sans Pro Light" panose="02000506000000020004" pitchFamily="2" charset="0"/>
        <a:ea typeface="+mn-ea"/>
        <a:cs typeface="+mn-cs"/>
      </a:defRPr>
    </a:lvl7pPr>
    <a:lvl8pPr marL="3200400" algn="l" defTabSz="914400" rtl="0" eaLnBrk="1" latinLnBrk="0" hangingPunct="1">
      <a:defRPr kern="1200">
        <a:solidFill>
          <a:schemeClr val="tx1"/>
        </a:solidFill>
        <a:latin typeface="PF Square Sans Pro Light" panose="02000506000000020004" pitchFamily="2" charset="0"/>
        <a:ea typeface="+mn-ea"/>
        <a:cs typeface="+mn-cs"/>
      </a:defRPr>
    </a:lvl8pPr>
    <a:lvl9pPr marL="3657600" algn="l" defTabSz="914400" rtl="0" eaLnBrk="1" latinLnBrk="0" hangingPunct="1">
      <a:defRPr kern="1200">
        <a:solidFill>
          <a:schemeClr val="tx1"/>
        </a:solidFill>
        <a:latin typeface="PF Square Sans Pro Light" panose="02000506000000020004" pitchFamily="2"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tanas" initials="AY" lastIdx="1" clrIdx="0">
    <p:extLst>
      <p:ext uri="{19B8F6BF-5375-455C-9EA6-DF929625EA0E}">
        <p15:presenceInfo xmlns:p15="http://schemas.microsoft.com/office/powerpoint/2012/main" userId="Atanas"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469"/>
    <a:srgbClr val="717272"/>
    <a:srgbClr val="3D233B"/>
    <a:srgbClr val="B2B2B2"/>
    <a:srgbClr val="FCC100"/>
    <a:srgbClr val="0D3272"/>
    <a:srgbClr val="B46F59"/>
    <a:srgbClr val="0F85CE"/>
    <a:srgbClr val="EEEDEE"/>
    <a:srgbClr val="89BFE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42003E-69D0-A7C2-DB43-08FE6F32BB76}" v="1" dt="2024-12-17T11:19:54.311"/>
    <p1510:client id="{4DE39F11-4394-23FA-C343-27D26B4705A4}" v="36" dt="2024-12-17T10:57:05.13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Master" Target="slideMasters/slideMaster2.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commentAuthors" Target="commentAuthors.xml"/><Relationship Id="rId5" Type="http://schemas.openxmlformats.org/officeDocument/2006/relationships/slide" Target="slides/slide2.xml"/><Relationship Id="rId15" Type="http://schemas.openxmlformats.org/officeDocument/2006/relationships/tableStyles" Target="tableStyles.xml"/><Relationship Id="rId10" Type="http://schemas.openxmlformats.org/officeDocument/2006/relationships/handoutMaster" Target="handoutMasters/handoutMaster1.xml"/><Relationship Id="rId4" Type="http://schemas.openxmlformats.org/officeDocument/2006/relationships/slide" Target="slides/slide1.xml"/><Relationship Id="rId9" Type="http://schemas.openxmlformats.org/officeDocument/2006/relationships/notesMaster" Target="notesMasters/notesMaster1.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lena Karantagli" userId="S::elena@fasttrack-europe.com::4244063e-a01d-4737-9f82-5eb599706e2e" providerId="AD" clId="Web-{4DE39F11-4394-23FA-C343-27D26B4705A4}"/>
    <pc:docChg chg="modSld">
      <pc:chgData name="Elena Karantagli" userId="S::elena@fasttrack-europe.com::4244063e-a01d-4737-9f82-5eb599706e2e" providerId="AD" clId="Web-{4DE39F11-4394-23FA-C343-27D26B4705A4}" dt="2024-12-17T10:56:58.664" v="27"/>
      <pc:docMkLst>
        <pc:docMk/>
      </pc:docMkLst>
      <pc:sldChg chg="modSp">
        <pc:chgData name="Elena Karantagli" userId="S::elena@fasttrack-europe.com::4244063e-a01d-4737-9f82-5eb599706e2e" providerId="AD" clId="Web-{4DE39F11-4394-23FA-C343-27D26B4705A4}" dt="2024-12-17T10:56:58.664" v="27"/>
        <pc:sldMkLst>
          <pc:docMk/>
          <pc:sldMk cId="4165827913" sldId="2583"/>
        </pc:sldMkLst>
        <pc:graphicFrameChg chg="mod modGraphic">
          <ac:chgData name="Elena Karantagli" userId="S::elena@fasttrack-europe.com::4244063e-a01d-4737-9f82-5eb599706e2e" providerId="AD" clId="Web-{4DE39F11-4394-23FA-C343-27D26B4705A4}" dt="2024-12-17T10:56:58.664" v="27"/>
          <ac:graphicFrameMkLst>
            <pc:docMk/>
            <pc:sldMk cId="4165827913" sldId="2583"/>
            <ac:graphicFrameMk id="2" creationId="{D5AB1F6C-C39D-2919-A946-05CA775DE313}"/>
          </ac:graphicFrameMkLst>
        </pc:graphicFrameChg>
      </pc:sldChg>
    </pc:docChg>
  </pc:docChgLst>
  <pc:docChgLst>
    <pc:chgData name="Guest User" userId="S::urn:spo:anon#340a62fc99edb0728785e083eaf621c91dc508f00c6989609f090a8b5764b61d::" providerId="AD" clId="Web-{4042003E-69D0-A7C2-DB43-08FE6F32BB76}"/>
    <pc:docChg chg="modSld">
      <pc:chgData name="Guest User" userId="S::urn:spo:anon#340a62fc99edb0728785e083eaf621c91dc508f00c6989609f090a8b5764b61d::" providerId="AD" clId="Web-{4042003E-69D0-A7C2-DB43-08FE6F32BB76}" dt="2024-12-17T11:19:54.311" v="0"/>
      <pc:docMkLst>
        <pc:docMk/>
      </pc:docMkLst>
      <pc:sldChg chg="modSp">
        <pc:chgData name="Guest User" userId="S::urn:spo:anon#340a62fc99edb0728785e083eaf621c91dc508f00c6989609f090a8b5764b61d::" providerId="AD" clId="Web-{4042003E-69D0-A7C2-DB43-08FE6F32BB76}" dt="2024-12-17T11:19:54.311" v="0"/>
        <pc:sldMkLst>
          <pc:docMk/>
          <pc:sldMk cId="854044526" sldId="2587"/>
        </pc:sldMkLst>
        <pc:graphicFrameChg chg="mod modGraphic">
          <ac:chgData name="Guest User" userId="S::urn:spo:anon#340a62fc99edb0728785e083eaf621c91dc508f00c6989609f090a8b5764b61d::" providerId="AD" clId="Web-{4042003E-69D0-A7C2-DB43-08FE6F32BB76}" dt="2024-12-17T11:19:54.311" v="0"/>
          <ac:graphicFrameMkLst>
            <pc:docMk/>
            <pc:sldMk cId="854044526" sldId="2587"/>
            <ac:graphicFrameMk id="20" creationId="{20D55511-4B5F-5458-A1E7-7922D5B57BB9}"/>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763" cy="463647"/>
          </a:xfrm>
          <a:prstGeom prst="rect">
            <a:avLst/>
          </a:prstGeom>
        </p:spPr>
        <p:txBody>
          <a:bodyPr vert="horz" lIns="92546" tIns="46273" rIns="92546" bIns="46273" rtlCol="0"/>
          <a:lstStyle>
            <a:lvl1pPr algn="l">
              <a:defRPr sz="1200"/>
            </a:lvl1pPr>
          </a:lstStyle>
          <a:p>
            <a:pPr>
              <a:defRPr/>
            </a:pPr>
            <a:endParaRPr lang="en-US">
              <a:latin typeface="Arial" panose="020B0604020202020204" pitchFamily="34" charset="0"/>
            </a:endParaRPr>
          </a:p>
        </p:txBody>
      </p:sp>
      <p:sp>
        <p:nvSpPr>
          <p:cNvPr id="3" name="Date Placeholder 2"/>
          <p:cNvSpPr>
            <a:spLocks noGrp="1"/>
          </p:cNvSpPr>
          <p:nvPr>
            <p:ph type="dt" sz="quarter" idx="1"/>
          </p:nvPr>
        </p:nvSpPr>
        <p:spPr>
          <a:xfrm>
            <a:off x="3939466" y="0"/>
            <a:ext cx="3013763" cy="463647"/>
          </a:xfrm>
          <a:prstGeom prst="rect">
            <a:avLst/>
          </a:prstGeom>
        </p:spPr>
        <p:txBody>
          <a:bodyPr vert="horz" lIns="92546" tIns="46273" rIns="92546" bIns="46273" rtlCol="0"/>
          <a:lstStyle>
            <a:lvl1pPr algn="r">
              <a:defRPr sz="1200"/>
            </a:lvl1pPr>
          </a:lstStyle>
          <a:p>
            <a:pPr>
              <a:defRPr/>
            </a:pPr>
            <a:fld id="{96457D4A-3A70-4343-9758-775435F7A22E}" type="datetimeFigureOut">
              <a:rPr lang="en-US">
                <a:latin typeface="Arial" panose="020B0604020202020204" pitchFamily="34" charset="0"/>
              </a:rPr>
              <a:pPr>
                <a:defRPr/>
              </a:pPr>
              <a:t>12/17/2024</a:t>
            </a:fld>
            <a:endParaRPr lang="en-US">
              <a:latin typeface="Arial" panose="020B0604020202020204" pitchFamily="34" charset="0"/>
            </a:endParaRPr>
          </a:p>
        </p:txBody>
      </p:sp>
      <p:sp>
        <p:nvSpPr>
          <p:cNvPr id="4" name="Footer Placeholder 3"/>
          <p:cNvSpPr>
            <a:spLocks noGrp="1"/>
          </p:cNvSpPr>
          <p:nvPr>
            <p:ph type="ftr" sz="quarter" idx="2"/>
          </p:nvPr>
        </p:nvSpPr>
        <p:spPr>
          <a:xfrm>
            <a:off x="0" y="8777193"/>
            <a:ext cx="3013763" cy="463646"/>
          </a:xfrm>
          <a:prstGeom prst="rect">
            <a:avLst/>
          </a:prstGeom>
        </p:spPr>
        <p:txBody>
          <a:bodyPr vert="horz" lIns="92546" tIns="46273" rIns="92546" bIns="46273" rtlCol="0" anchor="b"/>
          <a:lstStyle>
            <a:lvl1pPr algn="l">
              <a:defRPr sz="1200"/>
            </a:lvl1pPr>
          </a:lstStyle>
          <a:p>
            <a:pPr>
              <a:defRPr/>
            </a:pPr>
            <a:endParaRPr lang="en-US">
              <a:latin typeface="Arial" panose="020B0604020202020204" pitchFamily="34" charset="0"/>
            </a:endParaRPr>
          </a:p>
        </p:txBody>
      </p:sp>
      <p:sp>
        <p:nvSpPr>
          <p:cNvPr id="5" name="Slide Number Placeholder 4"/>
          <p:cNvSpPr>
            <a:spLocks noGrp="1"/>
          </p:cNvSpPr>
          <p:nvPr>
            <p:ph type="sldNum" sz="quarter" idx="3"/>
          </p:nvPr>
        </p:nvSpPr>
        <p:spPr>
          <a:xfrm>
            <a:off x="3939466" y="8777193"/>
            <a:ext cx="3013763" cy="463646"/>
          </a:xfrm>
          <a:prstGeom prst="rect">
            <a:avLst/>
          </a:prstGeom>
        </p:spPr>
        <p:txBody>
          <a:bodyPr vert="horz" lIns="92546" tIns="46273" rIns="92546" bIns="46273" rtlCol="0" anchor="b"/>
          <a:lstStyle>
            <a:lvl1pPr algn="r">
              <a:defRPr sz="1200"/>
            </a:lvl1pPr>
          </a:lstStyle>
          <a:p>
            <a:pPr>
              <a:defRPr/>
            </a:pPr>
            <a:fld id="{C8683F37-8904-4846-9242-6A858545E9E1}" type="slidenum">
              <a:rPr lang="en-US">
                <a:latin typeface="Arial" panose="020B0604020202020204" pitchFamily="34" charset="0"/>
              </a:rPr>
              <a:pPr>
                <a:defRPr/>
              </a:pPr>
              <a:t>‹#›</a:t>
            </a:fld>
            <a:endParaRPr lang="en-US">
              <a:latin typeface="Arial" panose="020B0604020202020204" pitchFamily="34" charset="0"/>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763" cy="463647"/>
          </a:xfrm>
          <a:prstGeom prst="rect">
            <a:avLst/>
          </a:prstGeom>
        </p:spPr>
        <p:txBody>
          <a:bodyPr vert="horz" lIns="92546" tIns="46273" rIns="92546" bIns="46273" rtlCol="0"/>
          <a:lstStyle>
            <a:lvl1pPr algn="l">
              <a:defRPr sz="1200" b="0" i="0">
                <a:latin typeface="Arial" panose="020B0604020202020204" pitchFamily="34" charset="0"/>
              </a:defRPr>
            </a:lvl1pPr>
          </a:lstStyle>
          <a:p>
            <a:pPr>
              <a:defRPr/>
            </a:pPr>
            <a:endParaRPr lang="en-US"/>
          </a:p>
        </p:txBody>
      </p:sp>
      <p:sp>
        <p:nvSpPr>
          <p:cNvPr id="3" name="Date Placeholder 2"/>
          <p:cNvSpPr>
            <a:spLocks noGrp="1"/>
          </p:cNvSpPr>
          <p:nvPr>
            <p:ph type="dt" idx="1"/>
          </p:nvPr>
        </p:nvSpPr>
        <p:spPr>
          <a:xfrm>
            <a:off x="3939466" y="0"/>
            <a:ext cx="3013763" cy="463647"/>
          </a:xfrm>
          <a:prstGeom prst="rect">
            <a:avLst/>
          </a:prstGeom>
        </p:spPr>
        <p:txBody>
          <a:bodyPr vert="horz" lIns="92546" tIns="46273" rIns="92546" bIns="46273" rtlCol="0"/>
          <a:lstStyle>
            <a:lvl1pPr algn="r">
              <a:defRPr sz="1200" b="0" i="0">
                <a:latin typeface="Arial" panose="020B0604020202020204" pitchFamily="34" charset="0"/>
              </a:defRPr>
            </a:lvl1pPr>
          </a:lstStyle>
          <a:p>
            <a:pPr>
              <a:defRPr/>
            </a:pPr>
            <a:fld id="{754FBBB8-96E2-494F-B716-7974840A6007}" type="datetimeFigureOut">
              <a:rPr lang="en-US" smtClean="0"/>
              <a:pPr>
                <a:defRPr/>
              </a:pPr>
              <a:t>12/17/2024</a:t>
            </a:fld>
            <a:endParaRPr lang="en-US"/>
          </a:p>
        </p:txBody>
      </p:sp>
      <p:sp>
        <p:nvSpPr>
          <p:cNvPr id="4" name="Slide Image Placeholder 3"/>
          <p:cNvSpPr>
            <a:spLocks noGrp="1" noRot="1" noChangeAspect="1"/>
          </p:cNvSpPr>
          <p:nvPr>
            <p:ph type="sldImg" idx="2"/>
          </p:nvPr>
        </p:nvSpPr>
        <p:spPr>
          <a:xfrm>
            <a:off x="1274763" y="1155700"/>
            <a:ext cx="4405312" cy="3117850"/>
          </a:xfrm>
          <a:prstGeom prst="rect">
            <a:avLst/>
          </a:prstGeom>
          <a:noFill/>
          <a:ln w="12700">
            <a:solidFill>
              <a:prstClr val="black"/>
            </a:solidFill>
          </a:ln>
        </p:spPr>
        <p:txBody>
          <a:bodyPr vert="horz" lIns="92546" tIns="46273" rIns="92546" bIns="46273" rtlCol="0" anchor="ctr"/>
          <a:lstStyle/>
          <a:p>
            <a:pPr lvl="0"/>
            <a:endParaRPr lang="en-US" noProof="0"/>
          </a:p>
        </p:txBody>
      </p:sp>
      <p:sp>
        <p:nvSpPr>
          <p:cNvPr id="5" name="Notes Placeholder 4"/>
          <p:cNvSpPr>
            <a:spLocks noGrp="1"/>
          </p:cNvSpPr>
          <p:nvPr>
            <p:ph type="body" sz="quarter" idx="3"/>
          </p:nvPr>
        </p:nvSpPr>
        <p:spPr>
          <a:xfrm>
            <a:off x="695484" y="4447153"/>
            <a:ext cx="5563870" cy="3638580"/>
          </a:xfrm>
          <a:prstGeom prst="rect">
            <a:avLst/>
          </a:prstGeom>
        </p:spPr>
        <p:txBody>
          <a:bodyPr vert="horz" lIns="92546" tIns="46273" rIns="92546" bIns="46273"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777193"/>
            <a:ext cx="3013763" cy="463646"/>
          </a:xfrm>
          <a:prstGeom prst="rect">
            <a:avLst/>
          </a:prstGeom>
        </p:spPr>
        <p:txBody>
          <a:bodyPr vert="horz" lIns="92546" tIns="46273" rIns="92546" bIns="46273" rtlCol="0" anchor="b"/>
          <a:lstStyle>
            <a:lvl1pPr algn="l">
              <a:defRPr sz="1200" b="0" i="0">
                <a:latin typeface="Arial" panose="020B0604020202020204" pitchFamily="34" charset="0"/>
              </a:defRPr>
            </a:lvl1pPr>
          </a:lstStyle>
          <a:p>
            <a:pPr>
              <a:defRPr/>
            </a:pPr>
            <a:endParaRPr lang="en-US"/>
          </a:p>
        </p:txBody>
      </p:sp>
      <p:sp>
        <p:nvSpPr>
          <p:cNvPr id="7" name="Slide Number Placeholder 6"/>
          <p:cNvSpPr>
            <a:spLocks noGrp="1"/>
          </p:cNvSpPr>
          <p:nvPr>
            <p:ph type="sldNum" sz="quarter" idx="5"/>
          </p:nvPr>
        </p:nvSpPr>
        <p:spPr>
          <a:xfrm>
            <a:off x="3939466" y="8777193"/>
            <a:ext cx="3013763" cy="463646"/>
          </a:xfrm>
          <a:prstGeom prst="rect">
            <a:avLst/>
          </a:prstGeom>
        </p:spPr>
        <p:txBody>
          <a:bodyPr vert="horz" lIns="92546" tIns="46273" rIns="92546" bIns="46273" rtlCol="0" anchor="b"/>
          <a:lstStyle>
            <a:lvl1pPr algn="r">
              <a:defRPr sz="1200" b="0" i="0">
                <a:latin typeface="Arial" panose="020B0604020202020204" pitchFamily="34" charset="0"/>
              </a:defRPr>
            </a:lvl1pPr>
          </a:lstStyle>
          <a:p>
            <a:pPr>
              <a:defRPr/>
            </a:pPr>
            <a:fld id="{D1F6A1A1-8B93-49C9-AFC7-D0DF50B75203}" type="slidenum">
              <a:rPr lang="en-US" smtClean="0"/>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b="0"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18764854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b="0"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29273321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b="0"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26044150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b="0"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12679526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b="0"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18048657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01_WHITE_1_Column">
    <p:bg>
      <p:bgPr>
        <a:solidFill>
          <a:schemeClr val="bg1"/>
        </a:solidFill>
        <a:effectLst/>
      </p:bgPr>
    </p:bg>
    <p:spTree>
      <p:nvGrpSpPr>
        <p:cNvPr id="1" name=""/>
        <p:cNvGrpSpPr/>
        <p:nvPr/>
      </p:nvGrpSpPr>
      <p:grpSpPr>
        <a:xfrm>
          <a:off x="0" y="0"/>
          <a:ext cx="0" cy="0"/>
          <a:chOff x="0" y="0"/>
          <a:chExt cx="0" cy="0"/>
        </a:xfrm>
      </p:grpSpPr>
      <p:sp>
        <p:nvSpPr>
          <p:cNvPr id="8" name="Text Placeholder 3">
            <a:extLst>
              <a:ext uri="{FF2B5EF4-FFF2-40B4-BE49-F238E27FC236}">
                <a16:creationId xmlns:a16="http://schemas.microsoft.com/office/drawing/2014/main" id="{008A13D0-3BCD-4BB0-BBD9-82A143453ABB}"/>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1" name="Title 1">
            <a:extLst>
              <a:ext uri="{FF2B5EF4-FFF2-40B4-BE49-F238E27FC236}">
                <a16:creationId xmlns:a16="http://schemas.microsoft.com/office/drawing/2014/main" id="{3B23B763-A5C1-42F2-8C36-991BE4392B02}"/>
              </a:ext>
            </a:extLst>
          </p:cNvPr>
          <p:cNvSpPr>
            <a:spLocks noGrp="1"/>
          </p:cNvSpPr>
          <p:nvPr>
            <p:ph type="title" hasCustomPrompt="1"/>
          </p:nvPr>
        </p:nvSpPr>
        <p:spPr>
          <a:xfrm>
            <a:off x="89039" y="211686"/>
            <a:ext cx="6413361"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a:t>CLICK TO EDIT MASTER TITLE STYLE</a:t>
            </a:r>
          </a:p>
        </p:txBody>
      </p:sp>
      <p:sp>
        <p:nvSpPr>
          <p:cNvPr id="13" name="Text Placeholder 6">
            <a:extLst>
              <a:ext uri="{FF2B5EF4-FFF2-40B4-BE49-F238E27FC236}">
                <a16:creationId xmlns:a16="http://schemas.microsoft.com/office/drawing/2014/main" id="{3D492883-CEFA-48D9-82FE-FFF05D50C1A1}"/>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
        <p:nvSpPr>
          <p:cNvPr id="14" name="Text Placeholder 6">
            <a:extLst>
              <a:ext uri="{FF2B5EF4-FFF2-40B4-BE49-F238E27FC236}">
                <a16:creationId xmlns:a16="http://schemas.microsoft.com/office/drawing/2014/main" id="{160B517C-D02E-418D-9BBC-9C696114B9E2}"/>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Tree>
    <p:extLst>
      <p:ext uri="{BB962C8B-B14F-4D97-AF65-F5344CB8AC3E}">
        <p14:creationId xmlns:p14="http://schemas.microsoft.com/office/powerpoint/2010/main" val="31366513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01_WHITE_3_Columns">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6E605F26-4D64-48C5-91DE-316421CEFFD4}"/>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3">
            <a:extLst>
              <a:ext uri="{FF2B5EF4-FFF2-40B4-BE49-F238E27FC236}">
                <a16:creationId xmlns:a16="http://schemas.microsoft.com/office/drawing/2014/main" id="{CAA9396D-D545-40BB-A96E-15D1D00FEF33}"/>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2" name="Text Placeholder 3">
            <a:extLst>
              <a:ext uri="{FF2B5EF4-FFF2-40B4-BE49-F238E27FC236}">
                <a16:creationId xmlns:a16="http://schemas.microsoft.com/office/drawing/2014/main" id="{790ED9B7-58AC-4043-9142-FF3240533DDC}"/>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3" name="Text Placeholder 3">
            <a:extLst>
              <a:ext uri="{FF2B5EF4-FFF2-40B4-BE49-F238E27FC236}">
                <a16:creationId xmlns:a16="http://schemas.microsoft.com/office/drawing/2014/main" id="{0785E554-45BF-45C0-BE18-09DC5042AD0A}"/>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4" name="Title 1">
            <a:extLst>
              <a:ext uri="{FF2B5EF4-FFF2-40B4-BE49-F238E27FC236}">
                <a16:creationId xmlns:a16="http://schemas.microsoft.com/office/drawing/2014/main" id="{F87CAF4F-2976-42B9-9211-872B429210EB}"/>
              </a:ext>
            </a:extLst>
          </p:cNvPr>
          <p:cNvSpPr>
            <a:spLocks noGrp="1"/>
          </p:cNvSpPr>
          <p:nvPr>
            <p:ph type="title" hasCustomPrompt="1"/>
          </p:nvPr>
        </p:nvSpPr>
        <p:spPr>
          <a:xfrm>
            <a:off x="89040" y="211686"/>
            <a:ext cx="9664560"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a:t>CLICK TO EDIT MASTER TITLE STYLE</a:t>
            </a:r>
          </a:p>
        </p:txBody>
      </p:sp>
      <p:sp>
        <p:nvSpPr>
          <p:cNvPr id="17" name="Text Placeholder 6">
            <a:extLst>
              <a:ext uri="{FF2B5EF4-FFF2-40B4-BE49-F238E27FC236}">
                <a16:creationId xmlns:a16="http://schemas.microsoft.com/office/drawing/2014/main" id="{2BBF17B5-7E65-4AD3-8DEB-7B67AC5D8D2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
        <p:nvSpPr>
          <p:cNvPr id="18" name="Text Placeholder 6">
            <a:extLst>
              <a:ext uri="{FF2B5EF4-FFF2-40B4-BE49-F238E27FC236}">
                <a16:creationId xmlns:a16="http://schemas.microsoft.com/office/drawing/2014/main" id="{EF716833-C3B9-451E-AEEC-00810D952DCA}"/>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cxnSp>
        <p:nvCxnSpPr>
          <p:cNvPr id="15" name="Straight Connector 14">
            <a:extLst>
              <a:ext uri="{FF2B5EF4-FFF2-40B4-BE49-F238E27FC236}">
                <a16:creationId xmlns:a16="http://schemas.microsoft.com/office/drawing/2014/main" id="{5E09AF21-1D01-4A78-848B-3D56CF13DD49}"/>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78158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02_YELLOW_1_Column">
    <p:bg>
      <p:bgPr>
        <a:solidFill>
          <a:srgbClr val="FFF469"/>
        </a:solidFill>
        <a:effectLst/>
      </p:bgPr>
    </p:bg>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BC419244-6A72-468C-BE04-2F16A87D3855}"/>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4" name="Title 1">
            <a:extLst>
              <a:ext uri="{FF2B5EF4-FFF2-40B4-BE49-F238E27FC236}">
                <a16:creationId xmlns:a16="http://schemas.microsoft.com/office/drawing/2014/main" id="{AC6C8BBF-37E2-4AD1-B2B9-E44C74F8A856}"/>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a:t>CLICK TO EDIT MASTER TITLE STYLE</a:t>
            </a:r>
          </a:p>
        </p:txBody>
      </p:sp>
      <p:sp>
        <p:nvSpPr>
          <p:cNvPr id="15" name="Text Placeholder 6">
            <a:extLst>
              <a:ext uri="{FF2B5EF4-FFF2-40B4-BE49-F238E27FC236}">
                <a16:creationId xmlns:a16="http://schemas.microsoft.com/office/drawing/2014/main" id="{9523522C-9005-410B-AF7F-A8B2A7F24DB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
        <p:nvSpPr>
          <p:cNvPr id="16" name="Text Placeholder 6">
            <a:extLst>
              <a:ext uri="{FF2B5EF4-FFF2-40B4-BE49-F238E27FC236}">
                <a16:creationId xmlns:a16="http://schemas.microsoft.com/office/drawing/2014/main" id="{53CB7819-CA7C-4E96-8FED-04E6770D482A}"/>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Tree>
    <p:extLst>
      <p:ext uri="{BB962C8B-B14F-4D97-AF65-F5344CB8AC3E}">
        <p14:creationId xmlns:p14="http://schemas.microsoft.com/office/powerpoint/2010/main" val="25406650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02_YELLOW_3_Columns">
    <p:bg>
      <p:bgPr>
        <a:solidFill>
          <a:srgbClr val="FFF469"/>
        </a:solidFill>
        <a:effectLst/>
      </p:bgPr>
    </p:bg>
    <p:spTree>
      <p:nvGrpSpPr>
        <p:cNvPr id="1" name=""/>
        <p:cNvGrpSpPr/>
        <p:nvPr/>
      </p:nvGrpSpPr>
      <p:grpSpPr>
        <a:xfrm>
          <a:off x="0" y="0"/>
          <a:ext cx="0" cy="0"/>
          <a:chOff x="0" y="0"/>
          <a:chExt cx="0" cy="0"/>
        </a:xfrm>
      </p:grpSpPr>
      <p:sp>
        <p:nvSpPr>
          <p:cNvPr id="26" name="Text Placeholder 3">
            <a:extLst>
              <a:ext uri="{FF2B5EF4-FFF2-40B4-BE49-F238E27FC236}">
                <a16:creationId xmlns:a16="http://schemas.microsoft.com/office/drawing/2014/main" id="{85CFEAE5-2C79-483A-9F2A-7CA1F7998FA9}"/>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27" name="Text Placeholder 3">
            <a:extLst>
              <a:ext uri="{FF2B5EF4-FFF2-40B4-BE49-F238E27FC236}">
                <a16:creationId xmlns:a16="http://schemas.microsoft.com/office/drawing/2014/main" id="{5EBA1EA9-A8DC-4D3F-B15C-D3F14A5BE72F}"/>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28" name="Text Placeholder 3">
            <a:extLst>
              <a:ext uri="{FF2B5EF4-FFF2-40B4-BE49-F238E27FC236}">
                <a16:creationId xmlns:a16="http://schemas.microsoft.com/office/drawing/2014/main" id="{87F7E3D7-9398-4897-B295-EFECEEA7B4AC}"/>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29" name="Title 1">
            <a:extLst>
              <a:ext uri="{FF2B5EF4-FFF2-40B4-BE49-F238E27FC236}">
                <a16:creationId xmlns:a16="http://schemas.microsoft.com/office/drawing/2014/main" id="{C1E188E1-B49E-4206-8810-90976EF46CBB}"/>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a:t>CLICK TO EDIT MASTER TITLE STYLE</a:t>
            </a:r>
          </a:p>
        </p:txBody>
      </p:sp>
      <p:sp>
        <p:nvSpPr>
          <p:cNvPr id="30" name="Text Placeholder 6">
            <a:extLst>
              <a:ext uri="{FF2B5EF4-FFF2-40B4-BE49-F238E27FC236}">
                <a16:creationId xmlns:a16="http://schemas.microsoft.com/office/drawing/2014/main" id="{CFFC5C64-34AC-45B4-82C3-D38A6DD8F9B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
        <p:nvSpPr>
          <p:cNvPr id="31" name="Text Placeholder 6">
            <a:extLst>
              <a:ext uri="{FF2B5EF4-FFF2-40B4-BE49-F238E27FC236}">
                <a16:creationId xmlns:a16="http://schemas.microsoft.com/office/drawing/2014/main" id="{D32105DB-B08C-473C-9085-4569BB194315}"/>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cxnSp>
        <p:nvCxnSpPr>
          <p:cNvPr id="33" name="Straight Connector 32">
            <a:extLst>
              <a:ext uri="{FF2B5EF4-FFF2-40B4-BE49-F238E27FC236}">
                <a16:creationId xmlns:a16="http://schemas.microsoft.com/office/drawing/2014/main" id="{E2B4FC65-313B-4904-9E70-D2F504FE3015}"/>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C26847E-2609-4D88-8E24-E1A3AC0B1CD7}"/>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0188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03_GRAY_1_Column">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D1CE943E-6192-4416-9391-8750CC83F148}"/>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4" name="Title 1">
            <a:extLst>
              <a:ext uri="{FF2B5EF4-FFF2-40B4-BE49-F238E27FC236}">
                <a16:creationId xmlns:a16="http://schemas.microsoft.com/office/drawing/2014/main" id="{853C5F3F-A020-4B73-8BCB-81BBC801C8E3}"/>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a:t>CLICK TO EDIT MASTER TITLE STYLE</a:t>
            </a:r>
          </a:p>
        </p:txBody>
      </p:sp>
      <p:sp>
        <p:nvSpPr>
          <p:cNvPr id="15" name="Text Placeholder 6">
            <a:extLst>
              <a:ext uri="{FF2B5EF4-FFF2-40B4-BE49-F238E27FC236}">
                <a16:creationId xmlns:a16="http://schemas.microsoft.com/office/drawing/2014/main" id="{BCA05F99-4213-4A1B-80EF-6865BAEB6A55}"/>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
        <p:nvSpPr>
          <p:cNvPr id="16" name="Text Placeholder 6">
            <a:extLst>
              <a:ext uri="{FF2B5EF4-FFF2-40B4-BE49-F238E27FC236}">
                <a16:creationId xmlns:a16="http://schemas.microsoft.com/office/drawing/2014/main" id="{0611D512-228A-4A7A-BAEE-2E359F63F564}"/>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Tree>
    <p:extLst>
      <p:ext uri="{BB962C8B-B14F-4D97-AF65-F5344CB8AC3E}">
        <p14:creationId xmlns:p14="http://schemas.microsoft.com/office/powerpoint/2010/main" val="6589409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03_GRAY_3_Columns">
    <p:spTree>
      <p:nvGrpSpPr>
        <p:cNvPr id="1" name=""/>
        <p:cNvGrpSpPr/>
        <p:nvPr/>
      </p:nvGrpSpPr>
      <p:grpSpPr>
        <a:xfrm>
          <a:off x="0" y="0"/>
          <a:ext cx="0" cy="0"/>
          <a:chOff x="0" y="0"/>
          <a:chExt cx="0" cy="0"/>
        </a:xfrm>
      </p:grpSpPr>
      <p:sp>
        <p:nvSpPr>
          <p:cNvPr id="27" name="Text Placeholder 3">
            <a:extLst>
              <a:ext uri="{FF2B5EF4-FFF2-40B4-BE49-F238E27FC236}">
                <a16:creationId xmlns:a16="http://schemas.microsoft.com/office/drawing/2014/main" id="{A07D3AB2-BCE1-480F-9B30-FEEC092EEBCF}"/>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28" name="Text Placeholder 3">
            <a:extLst>
              <a:ext uri="{FF2B5EF4-FFF2-40B4-BE49-F238E27FC236}">
                <a16:creationId xmlns:a16="http://schemas.microsoft.com/office/drawing/2014/main" id="{3CD35721-3F94-4497-A9CF-05F4CE92CBD7}"/>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29" name="Text Placeholder 3">
            <a:extLst>
              <a:ext uri="{FF2B5EF4-FFF2-40B4-BE49-F238E27FC236}">
                <a16:creationId xmlns:a16="http://schemas.microsoft.com/office/drawing/2014/main" id="{0A2E42A9-BAF3-4ACF-B65B-7312185AF307}"/>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30" name="Title 1">
            <a:extLst>
              <a:ext uri="{FF2B5EF4-FFF2-40B4-BE49-F238E27FC236}">
                <a16:creationId xmlns:a16="http://schemas.microsoft.com/office/drawing/2014/main" id="{6E86ADE4-0FED-4737-A21C-43DD7E11615A}"/>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a:t>CLICK TO EDIT MASTER TITLE STYLE</a:t>
            </a:r>
          </a:p>
        </p:txBody>
      </p:sp>
      <p:sp>
        <p:nvSpPr>
          <p:cNvPr id="31" name="Text Placeholder 6">
            <a:extLst>
              <a:ext uri="{FF2B5EF4-FFF2-40B4-BE49-F238E27FC236}">
                <a16:creationId xmlns:a16="http://schemas.microsoft.com/office/drawing/2014/main" id="{B670390E-C295-409C-9125-4F0E458152CB}"/>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
        <p:nvSpPr>
          <p:cNvPr id="32" name="Text Placeholder 6">
            <a:extLst>
              <a:ext uri="{FF2B5EF4-FFF2-40B4-BE49-F238E27FC236}">
                <a16:creationId xmlns:a16="http://schemas.microsoft.com/office/drawing/2014/main" id="{DDF8C45D-78F4-4204-9E51-5D7A5C47DD38}"/>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cxnSp>
        <p:nvCxnSpPr>
          <p:cNvPr id="34" name="Straight Connector 33">
            <a:extLst>
              <a:ext uri="{FF2B5EF4-FFF2-40B4-BE49-F238E27FC236}">
                <a16:creationId xmlns:a16="http://schemas.microsoft.com/office/drawing/2014/main" id="{07EB0BA1-BF1E-4A77-BEFB-EB78C0DEC3A4}"/>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5C5D4724-2CB4-4AFF-8DD9-64B236206E92}"/>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79643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13863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C56D715-FDE1-48E7-AB31-EBBAAC3E836D}"/>
              </a:ext>
            </a:extLst>
          </p:cNvPr>
          <p:cNvSpPr>
            <a:spLocks noGrp="1"/>
          </p:cNvSpPr>
          <p:nvPr>
            <p:ph type="title"/>
          </p:nvPr>
        </p:nvSpPr>
        <p:spPr>
          <a:xfrm>
            <a:off x="177800" y="660400"/>
            <a:ext cx="10333038" cy="6721475"/>
          </a:xfrm>
          <a:prstGeom prst="rect">
            <a:avLst/>
          </a:prstGeom>
        </p:spPr>
        <p:txBody>
          <a:bodyPr/>
          <a:lstStyle>
            <a:lvl1pPr>
              <a:defRPr sz="13790" b="1" i="0">
                <a:latin typeface="Arial Black" panose="020B0604020202020204" pitchFamily="34" charset="0"/>
              </a:defRPr>
            </a:lvl1pPr>
          </a:lstStyle>
          <a:p>
            <a:r>
              <a:rPr lang="en-US"/>
              <a:t>Click to edit Master title style</a:t>
            </a:r>
          </a:p>
        </p:txBody>
      </p:sp>
    </p:spTree>
    <p:extLst>
      <p:ext uri="{BB962C8B-B14F-4D97-AF65-F5344CB8AC3E}">
        <p14:creationId xmlns:p14="http://schemas.microsoft.com/office/powerpoint/2010/main" val="41044727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34780CF0-BF2E-40B4-BEED-FD5E71A80684}"/>
              </a:ext>
            </a:extLst>
          </p:cNvPr>
          <p:cNvCxnSpPr>
            <a:cxnSpLocks/>
          </p:cNvCxnSpPr>
          <p:nvPr userDrawn="1"/>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993BA56B-7C0E-4B20-9289-03EB1A5350A5}"/>
              </a:ext>
            </a:extLst>
          </p:cNvPr>
          <p:cNvCxnSpPr>
            <a:cxnSpLocks/>
          </p:cNvCxnSpPr>
          <p:nvPr userDrawn="1"/>
        </p:nvCxnSpPr>
        <p:spPr>
          <a:xfrm flipV="1">
            <a:off x="10151019" y="540001"/>
            <a:ext cx="0" cy="70228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Picture 4" descr="A picture containing drawing&#10;&#10;Description automatically generated">
            <a:extLst>
              <a:ext uri="{FF2B5EF4-FFF2-40B4-BE49-F238E27FC236}">
                <a16:creationId xmlns:a16="http://schemas.microsoft.com/office/drawing/2014/main" id="{ECEB2386-34D3-4552-844E-0436D691435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60174" y="180977"/>
            <a:ext cx="720185" cy="292099"/>
          </a:xfrm>
          <a:prstGeom prst="rect">
            <a:avLst/>
          </a:prstGeom>
        </p:spPr>
      </p:pic>
    </p:spTree>
    <p:extLst>
      <p:ext uri="{BB962C8B-B14F-4D97-AF65-F5344CB8AC3E}">
        <p14:creationId xmlns:p14="http://schemas.microsoft.com/office/powerpoint/2010/main" val="12416755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7606458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698157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Custom Layout">
    <p:bg>
      <p:bgPr>
        <a:solidFill>
          <a:schemeClr val="tx1"/>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263923B3-00BE-4E8D-9E38-6B2A4C67CE11}"/>
              </a:ext>
            </a:extLst>
          </p:cNvPr>
          <p:cNvCxnSpPr>
            <a:cxnSpLocks/>
          </p:cNvCxnSpPr>
          <p:nvPr userDrawn="1"/>
        </p:nvCxnSpPr>
        <p:spPr>
          <a:xfrm flipH="1">
            <a:off x="0" y="540000"/>
            <a:ext cx="1068863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32A36A96-9814-4886-AB9D-FADB7A8ADE6F}"/>
              </a:ext>
            </a:extLst>
          </p:cNvPr>
          <p:cNvCxnSpPr>
            <a:cxnSpLocks/>
          </p:cNvCxnSpPr>
          <p:nvPr userDrawn="1"/>
        </p:nvCxnSpPr>
        <p:spPr>
          <a:xfrm flipV="1">
            <a:off x="10151019" y="540001"/>
            <a:ext cx="0" cy="702285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7" name="Picture 6" descr="A close up of a logo&#10;&#10;Description automatically generated">
            <a:extLst>
              <a:ext uri="{FF2B5EF4-FFF2-40B4-BE49-F238E27FC236}">
                <a16:creationId xmlns:a16="http://schemas.microsoft.com/office/drawing/2014/main" id="{C544D797-E0FF-4B76-B599-4C8F8DFD1D6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60176" y="180978"/>
            <a:ext cx="720183" cy="292098"/>
          </a:xfrm>
          <a:prstGeom prst="rect">
            <a:avLst/>
          </a:prstGeom>
        </p:spPr>
      </p:pic>
    </p:spTree>
    <p:extLst>
      <p:ext uri="{BB962C8B-B14F-4D97-AF65-F5344CB8AC3E}">
        <p14:creationId xmlns:p14="http://schemas.microsoft.com/office/powerpoint/2010/main" val="28126857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C56D715-FDE1-48E7-AB31-EBBAAC3E836D}"/>
              </a:ext>
            </a:extLst>
          </p:cNvPr>
          <p:cNvSpPr>
            <a:spLocks noGrp="1"/>
          </p:cNvSpPr>
          <p:nvPr>
            <p:ph type="title"/>
          </p:nvPr>
        </p:nvSpPr>
        <p:spPr>
          <a:xfrm>
            <a:off x="177800" y="660400"/>
            <a:ext cx="10333038" cy="6721475"/>
          </a:xfrm>
          <a:prstGeom prst="rect">
            <a:avLst/>
          </a:prstGeom>
        </p:spPr>
        <p:txBody>
          <a:bodyPr/>
          <a:lstStyle>
            <a:lvl1pPr>
              <a:defRPr sz="13790" b="1" i="0">
                <a:latin typeface="Arial Black" panose="020B0604020202020204" pitchFamily="34" charset="0"/>
              </a:defRPr>
            </a:lvl1pPr>
          </a:lstStyle>
          <a:p>
            <a:r>
              <a:rPr lang="en-US"/>
              <a:t>Click to edit Master title style</a:t>
            </a:r>
          </a:p>
        </p:txBody>
      </p:sp>
    </p:spTree>
    <p:extLst>
      <p:ext uri="{BB962C8B-B14F-4D97-AF65-F5344CB8AC3E}">
        <p14:creationId xmlns:p14="http://schemas.microsoft.com/office/powerpoint/2010/main" val="16211949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2.xml"/><Relationship Id="rId1"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theme" Target="../theme/theme3.xml"/><Relationship Id="rId5" Type="http://schemas.openxmlformats.org/officeDocument/2006/relationships/slideLayout" Target="../slideLayouts/slideLayout13.xml"/><Relationship Id="rId4"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B2B2B2"/>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4C719B31-4871-4EFE-8DF2-35AA8563A755}"/>
              </a:ext>
            </a:extLst>
          </p:cNvPr>
          <p:cNvCxnSpPr>
            <a:cxnSpLocks/>
          </p:cNvCxnSpPr>
          <p:nvPr userDrawn="1"/>
        </p:nvCxnSpPr>
        <p:spPr>
          <a:xfrm flipH="1">
            <a:off x="1" y="540000"/>
            <a:ext cx="1014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E07B7B6-C623-4615-80FF-40DAB454DA05}"/>
              </a:ext>
            </a:extLst>
          </p:cNvPr>
          <p:cNvCxnSpPr>
            <a:cxnSpLocks/>
          </p:cNvCxnSpPr>
          <p:nvPr userDrawn="1"/>
        </p:nvCxnSpPr>
        <p:spPr>
          <a:xfrm flipV="1">
            <a:off x="10151019" y="1"/>
            <a:ext cx="0" cy="75628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41" name="Picture 40">
            <a:extLst>
              <a:ext uri="{FF2B5EF4-FFF2-40B4-BE49-F238E27FC236}">
                <a16:creationId xmlns:a16="http://schemas.microsoft.com/office/drawing/2014/main" id="{3EB7827E-DBA0-4429-998C-31F1FE0D3DE4}"/>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0253620" y="180975"/>
            <a:ext cx="257218" cy="285750"/>
          </a:xfrm>
          <a:prstGeom prst="rect">
            <a:avLst/>
          </a:prstGeom>
        </p:spPr>
      </p:pic>
    </p:spTree>
    <p:extLst>
      <p:ext uri="{BB962C8B-B14F-4D97-AF65-F5344CB8AC3E}">
        <p14:creationId xmlns:p14="http://schemas.microsoft.com/office/powerpoint/2010/main" val="3433518930"/>
      </p:ext>
    </p:extLst>
  </p:cSld>
  <p:clrMap bg1="lt1" tx1="dk1" bg2="lt2" tx2="dk2" accent1="accent1" accent2="accent2" accent3="accent3" accent4="accent4" accent5="accent5" accent6="accent6" hlink="hlink" folHlink="folHlink"/>
  <p:sldLayoutIdLst>
    <p:sldLayoutId id="2147484478" r:id="rId1"/>
    <p:sldLayoutId id="2147484479" r:id="rId2"/>
    <p:sldLayoutId id="2147484480" r:id="rId3"/>
    <p:sldLayoutId id="2147484481" r:id="rId4"/>
    <p:sldLayoutId id="2147484482" r:id="rId5"/>
    <p:sldLayoutId id="2147484483" r:id="rId6"/>
    <p:sldLayoutId id="2147484484" r:id="rId7"/>
  </p:sldLayoutIdLst>
  <p:txStyles>
    <p:titleStyle>
      <a:lvl1pPr algn="l" defTabSz="913760" rtl="0" eaLnBrk="1" latinLnBrk="0" hangingPunct="1">
        <a:lnSpc>
          <a:spcPct val="90000"/>
        </a:lnSpc>
        <a:spcBef>
          <a:spcPct val="0"/>
        </a:spcBef>
        <a:buNone/>
        <a:defRPr sz="4397" kern="1200">
          <a:solidFill>
            <a:schemeClr val="tx1"/>
          </a:solidFill>
          <a:latin typeface="+mj-lt"/>
          <a:ea typeface="+mj-ea"/>
          <a:cs typeface="+mj-cs"/>
        </a:defRPr>
      </a:lvl1pPr>
    </p:titleStyle>
    <p:bodyStyle>
      <a:lvl1pPr marL="228440" indent="-228440" algn="l" defTabSz="913760" rtl="0" eaLnBrk="1" latinLnBrk="0" hangingPunct="1">
        <a:lnSpc>
          <a:spcPct val="90000"/>
        </a:lnSpc>
        <a:spcBef>
          <a:spcPts val="1000"/>
        </a:spcBef>
        <a:buFont typeface="Arial" panose="020B0604020202020204" pitchFamily="34" charset="0"/>
        <a:buChar char="•"/>
        <a:defRPr sz="2798" kern="1200">
          <a:solidFill>
            <a:schemeClr val="tx1"/>
          </a:solidFill>
          <a:latin typeface="+mn-lt"/>
          <a:ea typeface="+mn-ea"/>
          <a:cs typeface="+mn-cs"/>
        </a:defRPr>
      </a:lvl1pPr>
      <a:lvl2pPr marL="685320" indent="-228440" algn="l" defTabSz="913760" rtl="0" eaLnBrk="1" latinLnBrk="0" hangingPunct="1">
        <a:lnSpc>
          <a:spcPct val="90000"/>
        </a:lnSpc>
        <a:spcBef>
          <a:spcPts val="500"/>
        </a:spcBef>
        <a:buFont typeface="Arial" panose="020B0604020202020204" pitchFamily="34" charset="0"/>
        <a:buChar char="•"/>
        <a:defRPr sz="2398" kern="1200">
          <a:solidFill>
            <a:schemeClr val="tx1"/>
          </a:solidFill>
          <a:latin typeface="+mn-lt"/>
          <a:ea typeface="+mn-ea"/>
          <a:cs typeface="+mn-cs"/>
        </a:defRPr>
      </a:lvl2pPr>
      <a:lvl3pPr marL="1142200" indent="-228440" algn="l" defTabSz="913760" rtl="0" eaLnBrk="1" latinLnBrk="0" hangingPunct="1">
        <a:lnSpc>
          <a:spcPct val="90000"/>
        </a:lnSpc>
        <a:spcBef>
          <a:spcPts val="500"/>
        </a:spcBef>
        <a:buFont typeface="Arial" panose="020B0604020202020204" pitchFamily="34" charset="0"/>
        <a:buChar char="•"/>
        <a:defRPr sz="1998" kern="1200">
          <a:solidFill>
            <a:schemeClr val="tx1"/>
          </a:solidFill>
          <a:latin typeface="+mn-lt"/>
          <a:ea typeface="+mn-ea"/>
          <a:cs typeface="+mn-cs"/>
        </a:defRPr>
      </a:lvl3pPr>
      <a:lvl4pPr marL="159908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4pPr>
      <a:lvl5pPr marL="205596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5pPr>
      <a:lvl6pPr marL="251284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6972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660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3481"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p:bodyStyle>
    <p:otherStyle>
      <a:defPPr>
        <a:defRPr lang="en-US"/>
      </a:defPPr>
      <a:lvl1pPr marL="0" algn="l" defTabSz="913760" rtl="0" eaLnBrk="1" latinLnBrk="0" hangingPunct="1">
        <a:defRPr sz="1798" kern="1200">
          <a:solidFill>
            <a:schemeClr val="tx1"/>
          </a:solidFill>
          <a:latin typeface="+mn-lt"/>
          <a:ea typeface="+mn-ea"/>
          <a:cs typeface="+mn-cs"/>
        </a:defRPr>
      </a:lvl1pPr>
      <a:lvl2pPr marL="456880" algn="l" defTabSz="913760" rtl="0" eaLnBrk="1" latinLnBrk="0" hangingPunct="1">
        <a:defRPr sz="1798" kern="1200">
          <a:solidFill>
            <a:schemeClr val="tx1"/>
          </a:solidFill>
          <a:latin typeface="+mn-lt"/>
          <a:ea typeface="+mn-ea"/>
          <a:cs typeface="+mn-cs"/>
        </a:defRPr>
      </a:lvl2pPr>
      <a:lvl3pPr marL="913760" algn="l" defTabSz="913760" rtl="0" eaLnBrk="1" latinLnBrk="0" hangingPunct="1">
        <a:defRPr sz="1798" kern="1200">
          <a:solidFill>
            <a:schemeClr val="tx1"/>
          </a:solidFill>
          <a:latin typeface="+mn-lt"/>
          <a:ea typeface="+mn-ea"/>
          <a:cs typeface="+mn-cs"/>
        </a:defRPr>
      </a:lvl3pPr>
      <a:lvl4pPr marL="1370640" algn="l" defTabSz="913760" rtl="0" eaLnBrk="1" latinLnBrk="0" hangingPunct="1">
        <a:defRPr sz="1798" kern="1200">
          <a:solidFill>
            <a:schemeClr val="tx1"/>
          </a:solidFill>
          <a:latin typeface="+mn-lt"/>
          <a:ea typeface="+mn-ea"/>
          <a:cs typeface="+mn-cs"/>
        </a:defRPr>
      </a:lvl4pPr>
      <a:lvl5pPr marL="1827520" algn="l" defTabSz="913760" rtl="0" eaLnBrk="1" latinLnBrk="0" hangingPunct="1">
        <a:defRPr sz="1798" kern="1200">
          <a:solidFill>
            <a:schemeClr val="tx1"/>
          </a:solidFill>
          <a:latin typeface="+mn-lt"/>
          <a:ea typeface="+mn-ea"/>
          <a:cs typeface="+mn-cs"/>
        </a:defRPr>
      </a:lvl5pPr>
      <a:lvl6pPr marL="2284400" algn="l" defTabSz="913760" rtl="0" eaLnBrk="1" latinLnBrk="0" hangingPunct="1">
        <a:defRPr sz="1798" kern="1200">
          <a:solidFill>
            <a:schemeClr val="tx1"/>
          </a:solidFill>
          <a:latin typeface="+mn-lt"/>
          <a:ea typeface="+mn-ea"/>
          <a:cs typeface="+mn-cs"/>
        </a:defRPr>
      </a:lvl6pPr>
      <a:lvl7pPr marL="2741280" algn="l" defTabSz="913760" rtl="0" eaLnBrk="1" latinLnBrk="0" hangingPunct="1">
        <a:defRPr sz="1798" kern="1200">
          <a:solidFill>
            <a:schemeClr val="tx1"/>
          </a:solidFill>
          <a:latin typeface="+mn-lt"/>
          <a:ea typeface="+mn-ea"/>
          <a:cs typeface="+mn-cs"/>
        </a:defRPr>
      </a:lvl7pPr>
      <a:lvl8pPr marL="3198160" algn="l" defTabSz="913760" rtl="0" eaLnBrk="1" latinLnBrk="0" hangingPunct="1">
        <a:defRPr sz="1798" kern="1200">
          <a:solidFill>
            <a:schemeClr val="tx1"/>
          </a:solidFill>
          <a:latin typeface="+mn-lt"/>
          <a:ea typeface="+mn-ea"/>
          <a:cs typeface="+mn-cs"/>
        </a:defRPr>
      </a:lvl8pPr>
      <a:lvl9pPr marL="3655040" algn="l" defTabSz="913760" rtl="0" eaLnBrk="1" latinLnBrk="0" hangingPunct="1">
        <a:defRPr sz="1798"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82">
          <p15:clr>
            <a:srgbClr val="F26B43"/>
          </p15:clr>
        </p15:guide>
        <p15:guide id="2" pos="558">
          <p15:clr>
            <a:srgbClr val="F26B43"/>
          </p15:clr>
        </p15:guide>
        <p15:guide id="3" pos="6623">
          <p15:clr>
            <a:srgbClr val="F26B43"/>
          </p15:clr>
        </p15:guide>
        <p15:guide id="4" pos="112">
          <p15:clr>
            <a:srgbClr val="F26B43"/>
          </p15:clr>
        </p15:guide>
        <p15:guide id="5" pos="629">
          <p15:clr>
            <a:srgbClr val="F26B43"/>
          </p15:clr>
        </p15:guide>
        <p15:guide id="6" pos="1080">
          <p15:clr>
            <a:srgbClr val="F26B43"/>
          </p15:clr>
        </p15:guide>
        <p15:guide id="7" pos="1148">
          <p15:clr>
            <a:srgbClr val="F26B43"/>
          </p15:clr>
        </p15:guide>
        <p15:guide id="8" pos="1599">
          <p15:clr>
            <a:srgbClr val="F26B43"/>
          </p15:clr>
        </p15:guide>
        <p15:guide id="9" pos="1667">
          <p15:clr>
            <a:srgbClr val="F26B43"/>
          </p15:clr>
        </p15:guide>
        <p15:guide id="10" pos="2122">
          <p15:clr>
            <a:srgbClr val="F26B43"/>
          </p15:clr>
        </p15:guide>
        <p15:guide id="11" pos="2188">
          <p15:clr>
            <a:srgbClr val="F26B43"/>
          </p15:clr>
        </p15:guide>
        <p15:guide id="12" pos="2709">
          <p15:clr>
            <a:srgbClr val="F26B43"/>
          </p15:clr>
        </p15:guide>
        <p15:guide id="13" pos="2640">
          <p15:clr>
            <a:srgbClr val="F26B43"/>
          </p15:clr>
        </p15:guide>
        <p15:guide id="14" pos="3160">
          <p15:clr>
            <a:srgbClr val="F26B43"/>
          </p15:clr>
        </p15:guide>
        <p15:guide id="15" pos="3228">
          <p15:clr>
            <a:srgbClr val="F26B43"/>
          </p15:clr>
        </p15:guide>
        <p15:guide id="16" pos="3681">
          <p15:clr>
            <a:srgbClr val="F26B43"/>
          </p15:clr>
        </p15:guide>
        <p15:guide id="17" pos="3747">
          <p15:clr>
            <a:srgbClr val="F26B43"/>
          </p15:clr>
        </p15:guide>
        <p15:guide id="18" pos="4200">
          <p15:clr>
            <a:srgbClr val="F26B43"/>
          </p15:clr>
        </p15:guide>
        <p15:guide id="19" pos="4267">
          <p15:clr>
            <a:srgbClr val="F26B43"/>
          </p15:clr>
        </p15:guide>
        <p15:guide id="20" pos="4720">
          <p15:clr>
            <a:srgbClr val="F26B43"/>
          </p15:clr>
        </p15:guide>
        <p15:guide id="21" pos="4789">
          <p15:clr>
            <a:srgbClr val="F26B43"/>
          </p15:clr>
        </p15:guide>
        <p15:guide id="22" pos="5240">
          <p15:clr>
            <a:srgbClr val="F26B43"/>
          </p15:clr>
        </p15:guide>
        <p15:guide id="23" pos="5308">
          <p15:clr>
            <a:srgbClr val="F26B43"/>
          </p15:clr>
        </p15:guide>
        <p15:guide id="24" pos="5761">
          <p15:clr>
            <a:srgbClr val="F26B43"/>
          </p15:clr>
        </p15:guide>
        <p15:guide id="25" pos="5830">
          <p15:clr>
            <a:srgbClr val="F26B43"/>
          </p15:clr>
        </p15:guide>
        <p15:guide id="26" pos="2154">
          <p15:clr>
            <a:srgbClr val="F26B43"/>
          </p15:clr>
        </p15:guide>
        <p15:guide id="27" pos="4233">
          <p15:clr>
            <a:srgbClr val="F26B43"/>
          </p15:clr>
        </p15:guide>
        <p15:guide id="28" orient="horz" pos="2515">
          <p15:clr>
            <a:srgbClr val="F26B43"/>
          </p15:clr>
        </p15:guide>
        <p15:guide id="30" orient="horz" pos="113" userDrawn="1">
          <p15:clr>
            <a:srgbClr val="F26B43"/>
          </p15:clr>
        </p15:guide>
        <p15:guide id="31" orient="horz" pos="4648">
          <p15:clr>
            <a:srgbClr val="F26B43"/>
          </p15:clr>
        </p15:guide>
        <p15:guide id="32" pos="6282">
          <p15:clr>
            <a:srgbClr val="F26B43"/>
          </p15:clr>
        </p15:guide>
        <p15:guide id="33" orient="horz" pos="2549">
          <p15:clr>
            <a:srgbClr val="F26B43"/>
          </p15:clr>
        </p15:guide>
        <p15:guide id="34" orient="horz" pos="171" userDrawn="1">
          <p15:clr>
            <a:srgbClr val="F26B43"/>
          </p15:clr>
        </p15:guide>
        <p15:guide id="35" orient="horz" pos="250" userDrawn="1">
          <p15:clr>
            <a:srgbClr val="F26B43"/>
          </p15:clr>
        </p15:guide>
        <p15:guide id="36" orient="horz" pos="32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3B884B5F-D4D6-48A4-A902-0EB670CA2015}"/>
              </a:ext>
            </a:extLst>
          </p:cNvPr>
          <p:cNvCxnSpPr>
            <a:cxnSpLocks/>
          </p:cNvCxnSpPr>
          <p:nvPr userDrawn="1"/>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6C769BA-B1FD-442A-ADCF-17897CEAADF0}"/>
              </a:ext>
            </a:extLst>
          </p:cNvPr>
          <p:cNvCxnSpPr>
            <a:cxnSpLocks/>
          </p:cNvCxnSpPr>
          <p:nvPr userDrawn="1"/>
        </p:nvCxnSpPr>
        <p:spPr>
          <a:xfrm flipV="1">
            <a:off x="10151019" y="540001"/>
            <a:ext cx="0" cy="70228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Picture 8" descr="A picture containing drawing&#10;&#10;Description automatically generated">
            <a:extLst>
              <a:ext uri="{FF2B5EF4-FFF2-40B4-BE49-F238E27FC236}">
                <a16:creationId xmlns:a16="http://schemas.microsoft.com/office/drawing/2014/main" id="{DC5CF2D2-0F1A-4C0F-BDD7-47F42973452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60174" y="180977"/>
            <a:ext cx="720185" cy="292099"/>
          </a:xfrm>
          <a:prstGeom prst="rect">
            <a:avLst/>
          </a:prstGeom>
        </p:spPr>
      </p:pic>
    </p:spTree>
    <p:extLst>
      <p:ext uri="{BB962C8B-B14F-4D97-AF65-F5344CB8AC3E}">
        <p14:creationId xmlns:p14="http://schemas.microsoft.com/office/powerpoint/2010/main" val="2571242831"/>
      </p:ext>
    </p:extLst>
  </p:cSld>
  <p:clrMap bg1="lt1" tx1="dk1" bg2="lt2" tx2="dk2" accent1="accent1" accent2="accent2" accent3="accent3" accent4="accent4" accent5="accent5" accent6="accent6" hlink="hlink" folHlink="folHlink"/>
  <p:sldLayoutIdLst>
    <p:sldLayoutId id="2147484486" r:id="rId1"/>
  </p:sldLayoutIdLst>
  <p:txStyles>
    <p:titleStyle>
      <a:lvl1pPr algn="l" defTabSz="913760" rtl="0" eaLnBrk="1" latinLnBrk="0" hangingPunct="1">
        <a:lnSpc>
          <a:spcPct val="90000"/>
        </a:lnSpc>
        <a:spcBef>
          <a:spcPct val="0"/>
        </a:spcBef>
        <a:buNone/>
        <a:defRPr sz="4397" kern="1200">
          <a:solidFill>
            <a:schemeClr val="tx1"/>
          </a:solidFill>
          <a:latin typeface="+mj-lt"/>
          <a:ea typeface="+mj-ea"/>
          <a:cs typeface="+mj-cs"/>
        </a:defRPr>
      </a:lvl1pPr>
    </p:titleStyle>
    <p:bodyStyle>
      <a:lvl1pPr marL="228440" indent="-228440" algn="l" defTabSz="913760" rtl="0" eaLnBrk="1" latinLnBrk="0" hangingPunct="1">
        <a:lnSpc>
          <a:spcPct val="90000"/>
        </a:lnSpc>
        <a:spcBef>
          <a:spcPts val="1000"/>
        </a:spcBef>
        <a:buFont typeface="Arial" panose="020B0604020202020204" pitchFamily="34" charset="0"/>
        <a:buChar char="•"/>
        <a:defRPr sz="2798" kern="1200">
          <a:solidFill>
            <a:schemeClr val="tx1"/>
          </a:solidFill>
          <a:latin typeface="+mn-lt"/>
          <a:ea typeface="+mn-ea"/>
          <a:cs typeface="+mn-cs"/>
        </a:defRPr>
      </a:lvl1pPr>
      <a:lvl2pPr marL="685320" indent="-228440" algn="l" defTabSz="913760" rtl="0" eaLnBrk="1" latinLnBrk="0" hangingPunct="1">
        <a:lnSpc>
          <a:spcPct val="90000"/>
        </a:lnSpc>
        <a:spcBef>
          <a:spcPts val="500"/>
        </a:spcBef>
        <a:buFont typeface="Arial" panose="020B0604020202020204" pitchFamily="34" charset="0"/>
        <a:buChar char="•"/>
        <a:defRPr sz="2398" kern="1200">
          <a:solidFill>
            <a:schemeClr val="tx1"/>
          </a:solidFill>
          <a:latin typeface="+mn-lt"/>
          <a:ea typeface="+mn-ea"/>
          <a:cs typeface="+mn-cs"/>
        </a:defRPr>
      </a:lvl2pPr>
      <a:lvl3pPr marL="1142200" indent="-228440" algn="l" defTabSz="913760" rtl="0" eaLnBrk="1" latinLnBrk="0" hangingPunct="1">
        <a:lnSpc>
          <a:spcPct val="90000"/>
        </a:lnSpc>
        <a:spcBef>
          <a:spcPts val="500"/>
        </a:spcBef>
        <a:buFont typeface="Arial" panose="020B0604020202020204" pitchFamily="34" charset="0"/>
        <a:buChar char="•"/>
        <a:defRPr sz="1998" kern="1200">
          <a:solidFill>
            <a:schemeClr val="tx1"/>
          </a:solidFill>
          <a:latin typeface="+mn-lt"/>
          <a:ea typeface="+mn-ea"/>
          <a:cs typeface="+mn-cs"/>
        </a:defRPr>
      </a:lvl3pPr>
      <a:lvl4pPr marL="159908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4pPr>
      <a:lvl5pPr marL="205596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5pPr>
      <a:lvl6pPr marL="251284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6972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660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3481"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p:bodyStyle>
    <p:otherStyle>
      <a:defPPr>
        <a:defRPr lang="en-US"/>
      </a:defPPr>
      <a:lvl1pPr marL="0" algn="l" defTabSz="913760" rtl="0" eaLnBrk="1" latinLnBrk="0" hangingPunct="1">
        <a:defRPr sz="1798" kern="1200">
          <a:solidFill>
            <a:schemeClr val="tx1"/>
          </a:solidFill>
          <a:latin typeface="+mn-lt"/>
          <a:ea typeface="+mn-ea"/>
          <a:cs typeface="+mn-cs"/>
        </a:defRPr>
      </a:lvl1pPr>
      <a:lvl2pPr marL="456880" algn="l" defTabSz="913760" rtl="0" eaLnBrk="1" latinLnBrk="0" hangingPunct="1">
        <a:defRPr sz="1798" kern="1200">
          <a:solidFill>
            <a:schemeClr val="tx1"/>
          </a:solidFill>
          <a:latin typeface="+mn-lt"/>
          <a:ea typeface="+mn-ea"/>
          <a:cs typeface="+mn-cs"/>
        </a:defRPr>
      </a:lvl2pPr>
      <a:lvl3pPr marL="913760" algn="l" defTabSz="913760" rtl="0" eaLnBrk="1" latinLnBrk="0" hangingPunct="1">
        <a:defRPr sz="1798" kern="1200">
          <a:solidFill>
            <a:schemeClr val="tx1"/>
          </a:solidFill>
          <a:latin typeface="+mn-lt"/>
          <a:ea typeface="+mn-ea"/>
          <a:cs typeface="+mn-cs"/>
        </a:defRPr>
      </a:lvl3pPr>
      <a:lvl4pPr marL="1370640" algn="l" defTabSz="913760" rtl="0" eaLnBrk="1" latinLnBrk="0" hangingPunct="1">
        <a:defRPr sz="1798" kern="1200">
          <a:solidFill>
            <a:schemeClr val="tx1"/>
          </a:solidFill>
          <a:latin typeface="+mn-lt"/>
          <a:ea typeface="+mn-ea"/>
          <a:cs typeface="+mn-cs"/>
        </a:defRPr>
      </a:lvl4pPr>
      <a:lvl5pPr marL="1827520" algn="l" defTabSz="913760" rtl="0" eaLnBrk="1" latinLnBrk="0" hangingPunct="1">
        <a:defRPr sz="1798" kern="1200">
          <a:solidFill>
            <a:schemeClr val="tx1"/>
          </a:solidFill>
          <a:latin typeface="+mn-lt"/>
          <a:ea typeface="+mn-ea"/>
          <a:cs typeface="+mn-cs"/>
        </a:defRPr>
      </a:lvl5pPr>
      <a:lvl6pPr marL="2284400" algn="l" defTabSz="913760" rtl="0" eaLnBrk="1" latinLnBrk="0" hangingPunct="1">
        <a:defRPr sz="1798" kern="1200">
          <a:solidFill>
            <a:schemeClr val="tx1"/>
          </a:solidFill>
          <a:latin typeface="+mn-lt"/>
          <a:ea typeface="+mn-ea"/>
          <a:cs typeface="+mn-cs"/>
        </a:defRPr>
      </a:lvl6pPr>
      <a:lvl7pPr marL="2741280" algn="l" defTabSz="913760" rtl="0" eaLnBrk="1" latinLnBrk="0" hangingPunct="1">
        <a:defRPr sz="1798" kern="1200">
          <a:solidFill>
            <a:schemeClr val="tx1"/>
          </a:solidFill>
          <a:latin typeface="+mn-lt"/>
          <a:ea typeface="+mn-ea"/>
          <a:cs typeface="+mn-cs"/>
        </a:defRPr>
      </a:lvl7pPr>
      <a:lvl8pPr marL="3198160" algn="l" defTabSz="913760" rtl="0" eaLnBrk="1" latinLnBrk="0" hangingPunct="1">
        <a:defRPr sz="1798" kern="1200">
          <a:solidFill>
            <a:schemeClr val="tx1"/>
          </a:solidFill>
          <a:latin typeface="+mn-lt"/>
          <a:ea typeface="+mn-ea"/>
          <a:cs typeface="+mn-cs"/>
        </a:defRPr>
      </a:lvl8pPr>
      <a:lvl9pPr marL="3655040" algn="l" defTabSz="913760" rtl="0" eaLnBrk="1" latinLnBrk="0" hangingPunct="1">
        <a:defRPr sz="1798"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6582343"/>
      </p:ext>
    </p:extLst>
  </p:cSld>
  <p:clrMap bg1="lt1" tx1="dk1" bg2="lt2" tx2="dk2" accent1="accent1" accent2="accent2" accent3="accent3" accent4="accent4" accent5="accent5" accent6="accent6" hlink="hlink" folHlink="folHlink"/>
  <p:sldLayoutIdLst>
    <p:sldLayoutId id="2147483648" r:id="rId1"/>
    <p:sldLayoutId id="2147484488" r:id="rId2"/>
    <p:sldLayoutId id="2147483649" r:id="rId3"/>
    <p:sldLayoutId id="2147484489" r:id="rId4"/>
    <p:sldLayoutId id="2147484490"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 name="Table 19">
            <a:extLst>
              <a:ext uri="{FF2B5EF4-FFF2-40B4-BE49-F238E27FC236}">
                <a16:creationId xmlns:a16="http://schemas.microsoft.com/office/drawing/2014/main" id="{20D55511-4B5F-5458-A1E7-7922D5B57BB9}"/>
              </a:ext>
            </a:extLst>
          </p:cNvPr>
          <p:cNvGraphicFramePr>
            <a:graphicFrameLocks noGrp="1"/>
          </p:cNvGraphicFramePr>
          <p:nvPr>
            <p:extLst>
              <p:ext uri="{D42A27DB-BD31-4B8C-83A1-F6EECF244321}">
                <p14:modId xmlns:p14="http://schemas.microsoft.com/office/powerpoint/2010/main" val="3334212228"/>
              </p:ext>
            </p:extLst>
          </p:nvPr>
        </p:nvGraphicFramePr>
        <p:xfrm>
          <a:off x="299581" y="1444108"/>
          <a:ext cx="9635785" cy="5910024"/>
        </p:xfrm>
        <a:graphic>
          <a:graphicData uri="http://schemas.openxmlformats.org/drawingml/2006/table">
            <a:tbl>
              <a:tblPr firstRow="1" bandRow="1">
                <a:tableStyleId>{2D5ABB26-0587-4C30-8999-92F81FD0307C}</a:tableStyleId>
              </a:tblPr>
              <a:tblGrid>
                <a:gridCol w="8947433">
                  <a:extLst>
                    <a:ext uri="{9D8B030D-6E8A-4147-A177-3AD203B41FA5}">
                      <a16:colId xmlns:a16="http://schemas.microsoft.com/office/drawing/2014/main" val="3021297392"/>
                    </a:ext>
                  </a:extLst>
                </a:gridCol>
                <a:gridCol w="688352">
                  <a:extLst>
                    <a:ext uri="{9D8B030D-6E8A-4147-A177-3AD203B41FA5}">
                      <a16:colId xmlns:a16="http://schemas.microsoft.com/office/drawing/2014/main" val="4021649492"/>
                    </a:ext>
                  </a:extLst>
                </a:gridCol>
              </a:tblGrid>
              <a:tr h="299167">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a:solidFill>
                            <a:schemeClr val="bg1"/>
                          </a:solidFill>
                          <a:latin typeface="Arial" panose="020B0604020202020204" pitchFamily="34" charset="0"/>
                          <a:cs typeface="Arial" panose="020B0604020202020204" pitchFamily="34" charset="0"/>
                        </a:rPr>
                        <a:t>Question</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a:solidFill>
                            <a:schemeClr val="bg1"/>
                          </a:solidFill>
                          <a:latin typeface="Arial" panose="020B0604020202020204" pitchFamily="34" charset="0"/>
                          <a:cs typeface="Arial" panose="020B0604020202020204" pitchFamily="34" charset="0"/>
                        </a:rPr>
                        <a:t>Score</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813697056"/>
                  </a:ext>
                </a:extLst>
              </a:tr>
              <a:tr h="352802">
                <a:tc>
                  <a:txBody>
                    <a:bodyPr/>
                    <a:lstStyle/>
                    <a:p>
                      <a:pPr marL="0" marR="0" lvl="0" indent="0" algn="l" rtl="0" eaLnBrk="1" fontAlgn="t" latinLnBrk="0" hangingPunct="1">
                        <a:lnSpc>
                          <a:spcPct val="100000"/>
                        </a:lnSpc>
                        <a:spcBef>
                          <a:spcPts val="0"/>
                        </a:spcBef>
                        <a:spcAft>
                          <a:spcPts val="0"/>
                        </a:spcAft>
                        <a:buClrTx/>
                        <a:buSzTx/>
                        <a:buFontTx/>
                        <a:buNone/>
                      </a:pPr>
                      <a:r>
                        <a:rPr kumimoji="0" lang="en-US" sz="1200" b="0" i="0" u="none" strike="noStrike" kern="1200" cap="none" spc="0" normalizeH="0" baseline="0" noProof="0">
                          <a:ln>
                            <a:noFill/>
                          </a:ln>
                          <a:solidFill>
                            <a:schemeClr val="tx1"/>
                          </a:solidFill>
                          <a:effectLst/>
                          <a:uLnTx/>
                          <a:uFillTx/>
                          <a:latin typeface="Arial" panose="020B0604020202020204" pitchFamily="34" charset="0"/>
                          <a:cs typeface="Arial" panose="020B0604020202020204" pitchFamily="34" charset="0"/>
                        </a:rPr>
                        <a:t>Team members are passionate and unguarded in the discussion of issues.</a:t>
                      </a:r>
                      <a:r>
                        <a:rPr lang="en-US" sz="1200" b="0" i="0" u="none" strike="noStrike" kern="1200" cap="none" spc="0" normalizeH="0" baseline="0" noProof="0">
                          <a:ln>
                            <a:noFill/>
                          </a:ln>
                          <a:solidFill>
                            <a:schemeClr val="tx1"/>
                          </a:solidFill>
                          <a:effectLst/>
                          <a:uLnTx/>
                          <a:uFillTx/>
                          <a:latin typeface="Arial" panose="020B0604020202020204" pitchFamily="34" charset="0"/>
                          <a:cs typeface="Arial" panose="020B0604020202020204" pitchFamily="34" charset="0"/>
                        </a:rPr>
                        <a:t> </a:t>
                      </a:r>
                      <a:endParaRPr kumimoji="0" lang="en-US" sz="1200" b="0" i="0" u="none" strike="noStrike" kern="1200" cap="none" spc="0" normalizeH="0" baseline="0" noProof="0">
                        <a:ln>
                          <a:noFill/>
                        </a:ln>
                        <a:solidFill>
                          <a:schemeClr val="tx1"/>
                        </a:solidFill>
                        <a:effectLst/>
                        <a:uLnTx/>
                        <a:uFillTx/>
                        <a:latin typeface="Arial" panose="020B0604020202020204"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3760" rtl="0" eaLnBrk="1" fontAlgn="t"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cs typeface="Arial" panose="020B060402020202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67901036"/>
                  </a:ext>
                </a:extLst>
              </a:tr>
              <a:tr h="352802">
                <a:tc>
                  <a:txBody>
                    <a:bodyPr/>
                    <a:lstStyle/>
                    <a:p>
                      <a:pPr marL="0" marR="0" lvl="0" indent="0" algn="l" rtl="0" eaLnBrk="1" fontAlgn="t" latinLnBrk="0" hangingPunct="1">
                        <a:lnSpc>
                          <a:spcPct val="100000"/>
                        </a:lnSpc>
                        <a:spcBef>
                          <a:spcPts val="0"/>
                        </a:spcBef>
                        <a:spcAft>
                          <a:spcPts val="0"/>
                        </a:spcAft>
                        <a:buClrTx/>
                        <a:buSzTx/>
                        <a:buFontTx/>
                        <a:buNone/>
                      </a:pPr>
                      <a:r>
                        <a:rPr kumimoji="0" lang="en-US" sz="1200" b="0" i="0" u="none" strike="noStrike" kern="1200" cap="none" spc="0" normalizeH="0" baseline="0" noProof="0">
                          <a:ln>
                            <a:noFill/>
                          </a:ln>
                          <a:solidFill>
                            <a:schemeClr val="tx1"/>
                          </a:solidFill>
                          <a:effectLst/>
                          <a:uLnTx/>
                          <a:uFillTx/>
                          <a:latin typeface="Arial" panose="020B0604020202020204" pitchFamily="34" charset="0"/>
                          <a:cs typeface="Arial" panose="020B0604020202020204" pitchFamily="34" charset="0"/>
                        </a:rPr>
                        <a:t>Team members call out one another's deficiencies or unproductive behaviors.</a:t>
                      </a:r>
                      <a:r>
                        <a:rPr lang="en-US" sz="1200" b="0" i="0" u="none" strike="noStrike" kern="1200" cap="none" spc="0" normalizeH="0" baseline="0" noProof="0">
                          <a:ln>
                            <a:noFill/>
                          </a:ln>
                          <a:solidFill>
                            <a:schemeClr val="tx1"/>
                          </a:solidFill>
                          <a:effectLst/>
                          <a:uLnTx/>
                          <a:uFillTx/>
                          <a:latin typeface="Arial" panose="020B0604020202020204" pitchFamily="34" charset="0"/>
                          <a:cs typeface="Arial" panose="020B0604020202020204" pitchFamily="34" charset="0"/>
                        </a:rPr>
                        <a:t> </a:t>
                      </a:r>
                      <a:endParaRPr kumimoji="0" lang="en-US" sz="1200" b="0" i="0" u="none" strike="noStrike" kern="1200" cap="none" spc="0" normalizeH="0" baseline="0" noProof="0">
                        <a:ln>
                          <a:noFill/>
                        </a:ln>
                        <a:solidFill>
                          <a:schemeClr val="tx1"/>
                        </a:solidFill>
                        <a:effectLst/>
                        <a:uLnTx/>
                        <a:uFillTx/>
                        <a:latin typeface="Arial" panose="020B0604020202020204"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3760" rtl="0" eaLnBrk="1" fontAlgn="t"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cs typeface="Arial" panose="020B060402020202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03407893"/>
                  </a:ext>
                </a:extLst>
              </a:tr>
              <a:tr h="352802">
                <a:tc>
                  <a:txBody>
                    <a:bodyPr/>
                    <a:lstStyle/>
                    <a:p>
                      <a:pPr marL="0" marR="0" lvl="0" indent="0" algn="l" rtl="0" eaLnBrk="1" fontAlgn="t" latinLnBrk="0" hangingPunct="1">
                        <a:lnSpc>
                          <a:spcPct val="100000"/>
                        </a:lnSpc>
                        <a:spcBef>
                          <a:spcPts val="0"/>
                        </a:spcBef>
                        <a:spcAft>
                          <a:spcPts val="0"/>
                        </a:spcAft>
                        <a:buClrTx/>
                        <a:buSzTx/>
                        <a:buFontTx/>
                        <a:buNone/>
                      </a:pPr>
                      <a:r>
                        <a:rPr kumimoji="0" lang="en-US" sz="1200" b="0" i="0" u="none" strike="noStrike" kern="1200" cap="none" spc="0" normalizeH="0" baseline="0" noProof="0">
                          <a:ln>
                            <a:noFill/>
                          </a:ln>
                          <a:solidFill>
                            <a:schemeClr val="tx1"/>
                          </a:solidFill>
                          <a:effectLst/>
                          <a:uLnTx/>
                          <a:uFillTx/>
                          <a:latin typeface="Arial" panose="020B0604020202020204" pitchFamily="34" charset="0"/>
                          <a:cs typeface="Arial" panose="020B0604020202020204" pitchFamily="34" charset="0"/>
                        </a:rPr>
                        <a:t>Team members know what their peers are working on and how they contribute to the collective good of the team.</a:t>
                      </a:r>
                      <a:r>
                        <a:rPr lang="en-US" sz="1200" b="0" i="0" u="none" strike="noStrike" kern="1200" cap="none" spc="0" normalizeH="0" baseline="0" noProof="0">
                          <a:ln>
                            <a:noFill/>
                          </a:ln>
                          <a:solidFill>
                            <a:schemeClr val="tx1"/>
                          </a:solidFill>
                          <a:effectLst/>
                          <a:uLnTx/>
                          <a:uFillTx/>
                          <a:latin typeface="Arial" panose="020B0604020202020204" pitchFamily="34" charset="0"/>
                          <a:cs typeface="Arial" panose="020B0604020202020204" pitchFamily="34" charset="0"/>
                        </a:rPr>
                        <a:t> </a:t>
                      </a:r>
                      <a:endParaRPr kumimoji="0" lang="en-US" sz="1200" b="0" i="0" u="none" strike="noStrike" kern="1200" cap="none" spc="0" normalizeH="0" baseline="0" noProof="0">
                        <a:ln>
                          <a:noFill/>
                        </a:ln>
                        <a:solidFill>
                          <a:schemeClr val="tx1"/>
                        </a:solidFill>
                        <a:effectLst/>
                        <a:uLnTx/>
                        <a:uFillTx/>
                        <a:latin typeface="Arial" panose="020B0604020202020204"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3760" rtl="0" eaLnBrk="1" fontAlgn="t"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cs typeface="Arial" panose="020B060402020202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4860994"/>
                  </a:ext>
                </a:extLst>
              </a:tr>
              <a:tr h="441284">
                <a:tc>
                  <a:txBody>
                    <a:bodyPr/>
                    <a:lstStyle/>
                    <a:p>
                      <a:pPr marL="0" marR="0" lvl="0" indent="0" algn="l" rtl="0" eaLnBrk="1" fontAlgn="t" latinLnBrk="0" hangingPunct="1">
                        <a:lnSpc>
                          <a:spcPct val="100000"/>
                        </a:lnSpc>
                        <a:spcBef>
                          <a:spcPts val="0"/>
                        </a:spcBef>
                        <a:spcAft>
                          <a:spcPts val="0"/>
                        </a:spcAft>
                        <a:buClrTx/>
                        <a:buSzTx/>
                        <a:buFontTx/>
                        <a:buNone/>
                      </a:pPr>
                      <a:r>
                        <a:rPr kumimoji="0" lang="en-US" sz="1200" b="0" i="0" u="none" strike="noStrike" kern="1200" cap="none" spc="0" normalizeH="0" baseline="0" noProof="0">
                          <a:ln>
                            <a:noFill/>
                          </a:ln>
                          <a:solidFill>
                            <a:schemeClr val="tx1"/>
                          </a:solidFill>
                          <a:effectLst/>
                          <a:uLnTx/>
                          <a:uFillTx/>
                          <a:latin typeface="Arial" panose="020B0604020202020204" pitchFamily="34" charset="0"/>
                          <a:cs typeface="Arial" panose="020B0604020202020204" pitchFamily="34" charset="0"/>
                        </a:rPr>
                        <a:t>Team members quickly and genuinely apologize to one another when they say or do something inappropriate or possibly damaging to the team.</a:t>
                      </a:r>
                      <a:r>
                        <a:rPr lang="en-US" sz="1200" b="0" i="0" u="none" strike="noStrike" kern="1200" cap="none" spc="0" normalizeH="0" baseline="0" noProof="0">
                          <a:ln>
                            <a:noFill/>
                          </a:ln>
                          <a:solidFill>
                            <a:schemeClr val="tx1"/>
                          </a:solidFill>
                          <a:effectLst/>
                          <a:uLnTx/>
                          <a:uFillTx/>
                          <a:latin typeface="Arial" panose="020B0604020202020204" pitchFamily="34" charset="0"/>
                          <a:cs typeface="Arial" panose="020B0604020202020204" pitchFamily="34" charset="0"/>
                        </a:rPr>
                        <a:t> </a:t>
                      </a:r>
                      <a:endParaRPr kumimoji="0" lang="en-US" sz="1200" b="0" i="0" u="none" strike="noStrike" kern="1200" cap="none" spc="0" normalizeH="0" baseline="0" noProof="0">
                        <a:ln>
                          <a:noFill/>
                        </a:ln>
                        <a:solidFill>
                          <a:schemeClr val="tx1"/>
                        </a:solidFill>
                        <a:effectLst/>
                        <a:uLnTx/>
                        <a:uFillTx/>
                        <a:latin typeface="Arial" panose="020B0604020202020204"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3760" rtl="0" eaLnBrk="1" fontAlgn="t"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cs typeface="Arial" panose="020B060402020202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01631666"/>
                  </a:ext>
                </a:extLst>
              </a:tr>
              <a:tr h="441284">
                <a:tc>
                  <a:txBody>
                    <a:bodyPr/>
                    <a:lstStyle/>
                    <a:p>
                      <a:pPr marL="0" marR="0" lvl="0" indent="0" algn="l" rtl="0" eaLnBrk="1" fontAlgn="t" latinLnBrk="0" hangingPunct="1">
                        <a:lnSpc>
                          <a:spcPct val="100000"/>
                        </a:lnSpc>
                        <a:spcBef>
                          <a:spcPts val="0"/>
                        </a:spcBef>
                        <a:spcAft>
                          <a:spcPts val="0"/>
                        </a:spcAft>
                        <a:buClrTx/>
                        <a:buSzTx/>
                        <a:buFontTx/>
                        <a:buNone/>
                      </a:pPr>
                      <a:r>
                        <a:rPr kumimoji="0" lang="en-US" sz="1200" b="0" i="0" u="none" strike="noStrike" kern="1200" cap="none" spc="0" normalizeH="0" baseline="0" noProof="0">
                          <a:ln>
                            <a:noFill/>
                          </a:ln>
                          <a:solidFill>
                            <a:schemeClr val="tx1"/>
                          </a:solidFill>
                          <a:effectLst/>
                          <a:uLnTx/>
                          <a:uFillTx/>
                          <a:latin typeface="Arial" panose="020B0604020202020204" pitchFamily="34" charset="0"/>
                          <a:cs typeface="Arial" panose="020B0604020202020204" pitchFamily="34" charset="0"/>
                        </a:rPr>
                        <a:t>Team members willingly make sacrifices (such as budget, turf, head count) in their departments or areas of expertise for the good of the team.</a:t>
                      </a:r>
                      <a:r>
                        <a:rPr lang="en-US" sz="1200" b="0" i="0" u="none" strike="noStrike" kern="1200" cap="none" spc="0" normalizeH="0" baseline="0" noProof="0">
                          <a:ln>
                            <a:noFill/>
                          </a:ln>
                          <a:solidFill>
                            <a:schemeClr val="tx1"/>
                          </a:solidFill>
                          <a:effectLst/>
                          <a:uLnTx/>
                          <a:uFillTx/>
                          <a:latin typeface="Arial" panose="020B0604020202020204" pitchFamily="34" charset="0"/>
                          <a:cs typeface="Arial" panose="020B0604020202020204" pitchFamily="34" charset="0"/>
                        </a:rPr>
                        <a:t> </a:t>
                      </a:r>
                      <a:endParaRPr kumimoji="0" lang="en-US" sz="1200" b="0" i="0" u="none" strike="noStrike" kern="1200" cap="none" spc="0" normalizeH="0" baseline="0" noProof="0">
                        <a:ln>
                          <a:noFill/>
                        </a:ln>
                        <a:solidFill>
                          <a:schemeClr val="tx1"/>
                        </a:solidFill>
                        <a:effectLst/>
                        <a:uLnTx/>
                        <a:uFillTx/>
                        <a:latin typeface="Arial" panose="020B0604020202020204"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3760" rtl="0" eaLnBrk="1" fontAlgn="t"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cs typeface="Arial" panose="020B060402020202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97127176"/>
                  </a:ext>
                </a:extLst>
              </a:tr>
              <a:tr h="352802">
                <a:tc>
                  <a:txBody>
                    <a:bodyPr/>
                    <a:lstStyle/>
                    <a:p>
                      <a:pPr marL="0" marR="0" lvl="0" indent="0" algn="l" rtl="0" eaLnBrk="1" fontAlgn="t" latinLnBrk="0" hangingPunct="1">
                        <a:lnSpc>
                          <a:spcPct val="100000"/>
                        </a:lnSpc>
                        <a:spcBef>
                          <a:spcPts val="0"/>
                        </a:spcBef>
                        <a:spcAft>
                          <a:spcPts val="0"/>
                        </a:spcAft>
                        <a:buClrTx/>
                        <a:buSzTx/>
                        <a:buFontTx/>
                        <a:buNone/>
                      </a:pPr>
                      <a:r>
                        <a:rPr kumimoji="0" lang="en-US" sz="1200" b="0" i="0" u="none" strike="noStrike" kern="1200" cap="none" spc="0" normalizeH="0" baseline="0" noProof="0">
                          <a:ln>
                            <a:noFill/>
                          </a:ln>
                          <a:solidFill>
                            <a:schemeClr val="tx1"/>
                          </a:solidFill>
                          <a:effectLst/>
                          <a:uLnTx/>
                          <a:uFillTx/>
                          <a:latin typeface="Arial" panose="020B0604020202020204" pitchFamily="34" charset="0"/>
                          <a:cs typeface="Arial" panose="020B0604020202020204" pitchFamily="34" charset="0"/>
                        </a:rPr>
                        <a:t>Team members openly admit their weaknesses and mistakes.</a:t>
                      </a:r>
                      <a:r>
                        <a:rPr lang="en-US" sz="1200" b="0" i="0" u="none" strike="noStrike" kern="1200" cap="none" spc="0" normalizeH="0" baseline="0" noProof="0">
                          <a:ln>
                            <a:noFill/>
                          </a:ln>
                          <a:solidFill>
                            <a:schemeClr val="tx1"/>
                          </a:solidFill>
                          <a:effectLst/>
                          <a:uLnTx/>
                          <a:uFillTx/>
                          <a:latin typeface="Arial" panose="020B0604020202020204" pitchFamily="34" charset="0"/>
                          <a:cs typeface="Arial" panose="020B0604020202020204" pitchFamily="34" charset="0"/>
                        </a:rPr>
                        <a:t> </a:t>
                      </a:r>
                      <a:endParaRPr kumimoji="0" lang="en-US" sz="1200" b="0" i="0" u="none" strike="noStrike" kern="1200" cap="none" spc="0" normalizeH="0" baseline="0" noProof="0">
                        <a:ln>
                          <a:noFill/>
                        </a:ln>
                        <a:solidFill>
                          <a:schemeClr val="tx1"/>
                        </a:solidFill>
                        <a:effectLst/>
                        <a:uLnTx/>
                        <a:uFillTx/>
                        <a:latin typeface="Arial" panose="020B0604020202020204"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3760" rtl="0" eaLnBrk="1" fontAlgn="t"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cs typeface="Arial" panose="020B060402020202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05836976"/>
                  </a:ext>
                </a:extLst>
              </a:tr>
              <a:tr h="352802">
                <a:tc>
                  <a:txBody>
                    <a:bodyPr/>
                    <a:lstStyle/>
                    <a:p>
                      <a:pPr marL="0" marR="0" lvl="0" indent="0" algn="l" rtl="0" eaLnBrk="1" fontAlgn="t" latinLnBrk="0" hangingPunct="1">
                        <a:lnSpc>
                          <a:spcPct val="100000"/>
                        </a:lnSpc>
                        <a:spcBef>
                          <a:spcPts val="0"/>
                        </a:spcBef>
                        <a:spcAft>
                          <a:spcPts val="0"/>
                        </a:spcAft>
                        <a:buClrTx/>
                        <a:buSzTx/>
                        <a:buFontTx/>
                        <a:buNone/>
                      </a:pPr>
                      <a:r>
                        <a:rPr kumimoji="0" lang="en-US" sz="1200" b="0" i="0" u="none" strike="noStrike" kern="1200" cap="none" spc="0" normalizeH="0" baseline="0" noProof="0">
                          <a:ln>
                            <a:noFill/>
                          </a:ln>
                          <a:solidFill>
                            <a:schemeClr val="tx1"/>
                          </a:solidFill>
                          <a:effectLst/>
                          <a:uLnTx/>
                          <a:uFillTx/>
                          <a:latin typeface="Arial" panose="020B0604020202020204" pitchFamily="34" charset="0"/>
                          <a:cs typeface="Arial" panose="020B0604020202020204" pitchFamily="34" charset="0"/>
                        </a:rPr>
                        <a:t>Team members are compelling and not boring.</a:t>
                      </a:r>
                      <a:r>
                        <a:rPr lang="en-US" sz="1200" b="0" i="0" u="none" strike="noStrike" kern="1200" cap="none" spc="0" normalizeH="0" baseline="0" noProof="0">
                          <a:ln>
                            <a:noFill/>
                          </a:ln>
                          <a:solidFill>
                            <a:schemeClr val="tx1"/>
                          </a:solidFill>
                          <a:effectLst/>
                          <a:uLnTx/>
                          <a:uFillTx/>
                          <a:latin typeface="Arial" panose="020B0604020202020204" pitchFamily="34" charset="0"/>
                          <a:cs typeface="Arial" panose="020B0604020202020204" pitchFamily="34" charset="0"/>
                        </a:rPr>
                        <a:t> </a:t>
                      </a:r>
                      <a:endParaRPr kumimoji="0" lang="en-US" sz="1200" b="0" i="0" u="none" strike="noStrike" kern="1200" cap="none" spc="0" normalizeH="0" baseline="0" noProof="0">
                        <a:ln>
                          <a:noFill/>
                        </a:ln>
                        <a:solidFill>
                          <a:schemeClr val="tx1"/>
                        </a:solidFill>
                        <a:effectLst/>
                        <a:uLnTx/>
                        <a:uFillTx/>
                        <a:latin typeface="Arial" panose="020B0604020202020204"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3760" rtl="0" eaLnBrk="1" fontAlgn="t"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cs typeface="Arial" panose="020B060402020202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44910896"/>
                  </a:ext>
                </a:extLst>
              </a:tr>
              <a:tr h="441284">
                <a:tc>
                  <a:txBody>
                    <a:bodyPr/>
                    <a:lstStyle/>
                    <a:p>
                      <a:pPr marL="0" marR="0" lvl="0" indent="0" algn="l" rtl="0" eaLnBrk="1" fontAlgn="t" latinLnBrk="0" hangingPunct="1">
                        <a:lnSpc>
                          <a:spcPct val="100000"/>
                        </a:lnSpc>
                        <a:spcBef>
                          <a:spcPts val="0"/>
                        </a:spcBef>
                        <a:spcAft>
                          <a:spcPts val="0"/>
                        </a:spcAft>
                        <a:buClrTx/>
                        <a:buSzTx/>
                        <a:buFontTx/>
                        <a:buNone/>
                      </a:pPr>
                      <a:r>
                        <a:rPr kumimoji="0" lang="en-US" sz="1200" b="0" i="0" u="none" strike="noStrike" kern="1200" cap="none" spc="0" normalizeH="0" baseline="0" noProof="0">
                          <a:ln>
                            <a:noFill/>
                          </a:ln>
                          <a:solidFill>
                            <a:schemeClr val="tx1"/>
                          </a:solidFill>
                          <a:effectLst/>
                          <a:uLnTx/>
                          <a:uFillTx/>
                          <a:latin typeface="Arial" panose="020B0604020202020204" pitchFamily="34" charset="0"/>
                          <a:cs typeface="Arial" panose="020B0604020202020204" pitchFamily="34" charset="0"/>
                        </a:rPr>
                        <a:t>Team members leave meetings confident that their peers are completely committed to the decisions that were agreed on, even if there was initial disagreement.</a:t>
                      </a:r>
                      <a:r>
                        <a:rPr lang="en-US" sz="1200" b="0" i="0" u="none" strike="noStrike" kern="1200" cap="none" spc="0" normalizeH="0" baseline="0" noProof="0">
                          <a:ln>
                            <a:noFill/>
                          </a:ln>
                          <a:solidFill>
                            <a:schemeClr val="tx1"/>
                          </a:solidFill>
                          <a:effectLst/>
                          <a:uLnTx/>
                          <a:uFillTx/>
                          <a:latin typeface="Arial" panose="020B0604020202020204" pitchFamily="34" charset="0"/>
                          <a:cs typeface="Arial" panose="020B0604020202020204" pitchFamily="34" charset="0"/>
                        </a:rPr>
                        <a:t> </a:t>
                      </a:r>
                      <a:endParaRPr kumimoji="0" lang="en-US" sz="1200" b="0" i="0" u="none" strike="noStrike" kern="1200" cap="none" spc="0" normalizeH="0" baseline="0" noProof="0">
                        <a:ln>
                          <a:noFill/>
                        </a:ln>
                        <a:solidFill>
                          <a:schemeClr val="tx1"/>
                        </a:solidFill>
                        <a:effectLst/>
                        <a:uLnTx/>
                        <a:uFillTx/>
                        <a:latin typeface="Arial" panose="020B0604020202020204"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3760" rtl="0" eaLnBrk="1" fontAlgn="t"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cs typeface="Arial" panose="020B060402020202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72850822"/>
                  </a:ext>
                </a:extLst>
              </a:tr>
              <a:tr h="352802">
                <a:tc>
                  <a:txBody>
                    <a:bodyPr/>
                    <a:lstStyle/>
                    <a:p>
                      <a:pPr marL="0" marR="0" lvl="0" indent="0" algn="l" rtl="0" eaLnBrk="1" fontAlgn="t" latinLnBrk="0" hangingPunct="1">
                        <a:lnSpc>
                          <a:spcPct val="100000"/>
                        </a:lnSpc>
                        <a:spcBef>
                          <a:spcPts val="0"/>
                        </a:spcBef>
                        <a:spcAft>
                          <a:spcPts val="0"/>
                        </a:spcAft>
                        <a:buClrTx/>
                        <a:buSzTx/>
                        <a:buFontTx/>
                        <a:buNone/>
                      </a:pPr>
                      <a:r>
                        <a:rPr kumimoji="0" lang="en-US" sz="1200" b="0" i="0" u="none" strike="noStrike" kern="1200" cap="none" spc="0" normalizeH="0" baseline="0" noProof="0">
                          <a:ln>
                            <a:noFill/>
                          </a:ln>
                          <a:solidFill>
                            <a:schemeClr val="tx1"/>
                          </a:solidFill>
                          <a:effectLst/>
                          <a:uLnTx/>
                          <a:uFillTx/>
                          <a:latin typeface="Arial" panose="020B0604020202020204" pitchFamily="34" charset="0"/>
                          <a:cs typeface="Arial" panose="020B0604020202020204" pitchFamily="34" charset="0"/>
                        </a:rPr>
                        <a:t>Morale is significantly affected by the failure to achieve team goals.</a:t>
                      </a:r>
                      <a:r>
                        <a:rPr lang="en-US" sz="1200" b="0" i="0" u="none" strike="noStrike" kern="1200" cap="none" spc="0" normalizeH="0" baseline="0" noProof="0">
                          <a:ln>
                            <a:noFill/>
                          </a:ln>
                          <a:solidFill>
                            <a:schemeClr val="tx1"/>
                          </a:solidFill>
                          <a:effectLst/>
                          <a:uLnTx/>
                          <a:uFillTx/>
                          <a:latin typeface="Arial" panose="020B0604020202020204" pitchFamily="34" charset="0"/>
                          <a:cs typeface="Arial" panose="020B0604020202020204" pitchFamily="34" charset="0"/>
                        </a:rPr>
                        <a:t> </a:t>
                      </a:r>
                      <a:endParaRPr kumimoji="0" lang="en-US" sz="1200" b="0" i="0" u="none" strike="noStrike" kern="1200" cap="none" spc="0" normalizeH="0" baseline="0" noProof="0">
                        <a:ln>
                          <a:noFill/>
                        </a:ln>
                        <a:solidFill>
                          <a:schemeClr val="tx1"/>
                        </a:solidFill>
                        <a:effectLst/>
                        <a:uLnTx/>
                        <a:uFillTx/>
                        <a:latin typeface="Arial" panose="020B0604020202020204"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3760" rtl="0" eaLnBrk="1" fontAlgn="t"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cs typeface="Arial" panose="020B060402020202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7614542"/>
                  </a:ext>
                </a:extLst>
              </a:tr>
              <a:tr h="352802">
                <a:tc>
                  <a:txBody>
                    <a:bodyPr/>
                    <a:lstStyle/>
                    <a:p>
                      <a:pPr marL="0" marR="0" lvl="0" indent="0" algn="l" rtl="0" eaLnBrk="1" fontAlgn="t" latinLnBrk="0" hangingPunct="1">
                        <a:lnSpc>
                          <a:spcPct val="100000"/>
                        </a:lnSpc>
                        <a:spcBef>
                          <a:spcPts val="0"/>
                        </a:spcBef>
                        <a:spcAft>
                          <a:spcPts val="0"/>
                        </a:spcAft>
                        <a:buClrTx/>
                        <a:buSzTx/>
                        <a:buFontTx/>
                        <a:buNone/>
                      </a:pPr>
                      <a:r>
                        <a:rPr kumimoji="0" lang="en-US" sz="1200" b="0" i="0" u="none" strike="noStrike" kern="1200" cap="none" spc="0" normalizeH="0" baseline="0" noProof="0">
                          <a:ln>
                            <a:noFill/>
                          </a:ln>
                          <a:solidFill>
                            <a:schemeClr val="tx1"/>
                          </a:solidFill>
                          <a:effectLst/>
                          <a:uLnTx/>
                          <a:uFillTx/>
                          <a:latin typeface="Arial" panose="020B0604020202020204" pitchFamily="34" charset="0"/>
                          <a:cs typeface="Arial" panose="020B0604020202020204" pitchFamily="34" charset="0"/>
                        </a:rPr>
                        <a:t>During team meetings, the most important and difficult issues are put on the table to be resolved.</a:t>
                      </a:r>
                      <a:r>
                        <a:rPr lang="en-US" sz="1200" b="0" i="0" u="none" strike="noStrike" kern="1200" cap="none" spc="0" normalizeH="0" baseline="0" noProof="0">
                          <a:ln>
                            <a:noFill/>
                          </a:ln>
                          <a:solidFill>
                            <a:schemeClr val="tx1"/>
                          </a:solidFill>
                          <a:effectLst/>
                          <a:uLnTx/>
                          <a:uFillTx/>
                          <a:latin typeface="Arial" panose="020B0604020202020204" pitchFamily="34" charset="0"/>
                          <a:cs typeface="Arial" panose="020B0604020202020204" pitchFamily="34" charset="0"/>
                        </a:rPr>
                        <a:t> </a:t>
                      </a:r>
                      <a:endParaRPr kumimoji="0" lang="en-US" sz="1200" b="0" i="0" u="none" strike="noStrike" kern="1200" cap="none" spc="0" normalizeH="0" baseline="0" noProof="0">
                        <a:ln>
                          <a:noFill/>
                        </a:ln>
                        <a:solidFill>
                          <a:schemeClr val="tx1"/>
                        </a:solidFill>
                        <a:effectLst/>
                        <a:uLnTx/>
                        <a:uFillTx/>
                        <a:latin typeface="Arial" panose="020B0604020202020204"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3760" rtl="0" eaLnBrk="1" fontAlgn="t"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cs typeface="Arial" panose="020B060402020202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08535567"/>
                  </a:ext>
                </a:extLst>
              </a:tr>
              <a:tr h="352802">
                <a:tc>
                  <a:txBody>
                    <a:bodyPr/>
                    <a:lstStyle/>
                    <a:p>
                      <a:pPr marL="0" marR="0" lvl="0" indent="0" algn="l" rtl="0" eaLnBrk="1" fontAlgn="t" latinLnBrk="0" hangingPunct="1">
                        <a:lnSpc>
                          <a:spcPct val="100000"/>
                        </a:lnSpc>
                        <a:spcBef>
                          <a:spcPts val="0"/>
                        </a:spcBef>
                        <a:spcAft>
                          <a:spcPts val="0"/>
                        </a:spcAft>
                        <a:buClrTx/>
                        <a:buSzTx/>
                        <a:buFontTx/>
                        <a:buNone/>
                      </a:pPr>
                      <a:r>
                        <a:rPr kumimoji="0" lang="en-US" sz="1200" b="0" i="0" u="none" strike="noStrike" kern="1200" cap="none" spc="0" normalizeH="0" baseline="0" noProof="0">
                          <a:ln>
                            <a:noFill/>
                          </a:ln>
                          <a:solidFill>
                            <a:schemeClr val="tx1"/>
                          </a:solidFill>
                          <a:effectLst/>
                          <a:uLnTx/>
                          <a:uFillTx/>
                          <a:latin typeface="Arial" panose="020B0604020202020204" pitchFamily="34" charset="0"/>
                          <a:cs typeface="Arial" panose="020B0604020202020204" pitchFamily="34" charset="0"/>
                        </a:rPr>
                        <a:t>Team members are deeply concerned about the prospect of letting down their peers.</a:t>
                      </a:r>
                      <a:r>
                        <a:rPr lang="en-US" sz="1200" b="0" i="0" u="none" strike="noStrike" kern="1200" cap="none" spc="0" normalizeH="0" baseline="0" noProof="0">
                          <a:ln>
                            <a:noFill/>
                          </a:ln>
                          <a:solidFill>
                            <a:schemeClr val="tx1"/>
                          </a:solidFill>
                          <a:effectLst/>
                          <a:uLnTx/>
                          <a:uFillTx/>
                          <a:latin typeface="Arial" panose="020B0604020202020204" pitchFamily="34" charset="0"/>
                          <a:cs typeface="Arial" panose="020B0604020202020204" pitchFamily="34" charset="0"/>
                        </a:rPr>
                        <a:t> </a:t>
                      </a:r>
                      <a:endParaRPr kumimoji="0" lang="en-US" sz="1200" b="0" i="0" u="none" strike="noStrike" kern="1200" cap="none" spc="0" normalizeH="0" baseline="0" noProof="0">
                        <a:ln>
                          <a:noFill/>
                        </a:ln>
                        <a:solidFill>
                          <a:schemeClr val="tx1"/>
                        </a:solidFill>
                        <a:effectLst/>
                        <a:uLnTx/>
                        <a:uFillTx/>
                        <a:latin typeface="Arial" panose="020B0604020202020204"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3760" rtl="0" eaLnBrk="1" fontAlgn="t"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cs typeface="Arial" panose="020B060402020202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53114384"/>
                  </a:ext>
                </a:extLst>
              </a:tr>
              <a:tr h="352802">
                <a:tc>
                  <a:txBody>
                    <a:bodyPr/>
                    <a:lstStyle/>
                    <a:p>
                      <a:pPr marL="0" marR="0" lvl="0" indent="0" algn="l" rtl="0" eaLnBrk="1" fontAlgn="t" latinLnBrk="0" hangingPunct="1">
                        <a:lnSpc>
                          <a:spcPct val="100000"/>
                        </a:lnSpc>
                        <a:spcBef>
                          <a:spcPts val="0"/>
                        </a:spcBef>
                        <a:spcAft>
                          <a:spcPts val="0"/>
                        </a:spcAft>
                        <a:buClrTx/>
                        <a:buSzTx/>
                        <a:buFontTx/>
                        <a:buNone/>
                      </a:pPr>
                      <a:r>
                        <a:rPr kumimoji="0" lang="en-US" sz="1200" b="0" i="0" u="none" strike="noStrike" kern="1200" cap="none" spc="0" normalizeH="0" baseline="0" noProof="0">
                          <a:ln>
                            <a:noFill/>
                          </a:ln>
                          <a:solidFill>
                            <a:schemeClr val="tx1"/>
                          </a:solidFill>
                          <a:effectLst/>
                          <a:uLnTx/>
                          <a:uFillTx/>
                          <a:latin typeface="Arial" panose="020B0604020202020204" pitchFamily="34" charset="0"/>
                          <a:cs typeface="Arial" panose="020B0604020202020204" pitchFamily="34" charset="0"/>
                        </a:rPr>
                        <a:t>Team members know about one another's personal lives and are comfortable discussing them.</a:t>
                      </a:r>
                      <a:r>
                        <a:rPr lang="en-US" sz="1200" b="0" i="0" u="none" strike="noStrike" kern="1200" cap="none" spc="0" normalizeH="0" baseline="0" noProof="0">
                          <a:ln>
                            <a:noFill/>
                          </a:ln>
                          <a:solidFill>
                            <a:schemeClr val="tx1"/>
                          </a:solidFill>
                          <a:effectLst/>
                          <a:uLnTx/>
                          <a:uFillTx/>
                          <a:latin typeface="Arial" panose="020B0604020202020204" pitchFamily="34" charset="0"/>
                          <a:cs typeface="Arial" panose="020B0604020202020204" pitchFamily="34" charset="0"/>
                        </a:rPr>
                        <a:t> </a:t>
                      </a:r>
                      <a:endParaRPr kumimoji="0" lang="en-US" sz="1200" b="0" i="0" u="none" strike="noStrike" kern="1200" cap="none" spc="0" normalizeH="0" baseline="0" noProof="0">
                        <a:ln>
                          <a:noFill/>
                        </a:ln>
                        <a:solidFill>
                          <a:schemeClr val="tx1"/>
                        </a:solidFill>
                        <a:effectLst/>
                        <a:uLnTx/>
                        <a:uFillTx/>
                        <a:latin typeface="Arial" panose="020B0604020202020204"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3760" rtl="0" eaLnBrk="1" fontAlgn="t"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cs typeface="Arial" panose="020B060402020202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998219"/>
                  </a:ext>
                </a:extLst>
              </a:tr>
              <a:tr h="352802">
                <a:tc>
                  <a:txBody>
                    <a:bodyPr/>
                    <a:lstStyle/>
                    <a:p>
                      <a:pPr marL="0" marR="0" lvl="0" indent="0" algn="l" rtl="0" eaLnBrk="1" fontAlgn="t" latinLnBrk="0" hangingPunct="1">
                        <a:lnSpc>
                          <a:spcPct val="100000"/>
                        </a:lnSpc>
                        <a:spcBef>
                          <a:spcPts val="0"/>
                        </a:spcBef>
                        <a:spcAft>
                          <a:spcPts val="0"/>
                        </a:spcAft>
                        <a:buClrTx/>
                        <a:buSzTx/>
                        <a:buFontTx/>
                        <a:buNone/>
                      </a:pPr>
                      <a:r>
                        <a:rPr kumimoji="0" lang="en-US" sz="1200" b="0" i="0" u="none" strike="noStrike" kern="1200" cap="none" spc="0" normalizeH="0" baseline="0" noProof="0">
                          <a:ln>
                            <a:noFill/>
                          </a:ln>
                          <a:solidFill>
                            <a:schemeClr val="tx1"/>
                          </a:solidFill>
                          <a:effectLst/>
                          <a:uLnTx/>
                          <a:uFillTx/>
                          <a:latin typeface="Arial" panose="020B0604020202020204" pitchFamily="34" charset="0"/>
                          <a:cs typeface="Arial" panose="020B0604020202020204" pitchFamily="34" charset="0"/>
                        </a:rPr>
                        <a:t>Team members end discussions with clear and specific resolutions and call to action.</a:t>
                      </a:r>
                      <a:r>
                        <a:rPr lang="en-US" sz="1200" b="0" i="0" u="none" strike="noStrike" kern="1200" cap="none" spc="0" normalizeH="0" baseline="0" noProof="0">
                          <a:ln>
                            <a:noFill/>
                          </a:ln>
                          <a:solidFill>
                            <a:schemeClr val="tx1"/>
                          </a:solidFill>
                          <a:effectLst/>
                          <a:uLnTx/>
                          <a:uFillTx/>
                          <a:latin typeface="Arial" panose="020B0604020202020204" pitchFamily="34" charset="0"/>
                          <a:cs typeface="Arial" panose="020B0604020202020204" pitchFamily="34" charset="0"/>
                        </a:rPr>
                        <a:t> </a:t>
                      </a:r>
                      <a:endParaRPr kumimoji="0" lang="en-US" sz="1200" b="0" i="0" u="none" strike="noStrike" kern="1200" cap="none" spc="0" normalizeH="0" baseline="0" noProof="0">
                        <a:ln>
                          <a:noFill/>
                        </a:ln>
                        <a:solidFill>
                          <a:schemeClr val="tx1"/>
                        </a:solidFill>
                        <a:effectLst/>
                        <a:uLnTx/>
                        <a:uFillTx/>
                        <a:latin typeface="Arial" panose="020B0604020202020204"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3760" rtl="0" eaLnBrk="1" fontAlgn="t"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cs typeface="Arial" panose="020B060402020202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68715253"/>
                  </a:ext>
                </a:extLst>
              </a:tr>
              <a:tr h="352802">
                <a:tc>
                  <a:txBody>
                    <a:bodyPr/>
                    <a:lstStyle/>
                    <a:p>
                      <a:pPr marL="0" marR="0" lvl="0" indent="0" algn="l" rtl="0" eaLnBrk="1" fontAlgn="t" latinLnBrk="0" hangingPunct="1">
                        <a:lnSpc>
                          <a:spcPct val="100000"/>
                        </a:lnSpc>
                        <a:spcBef>
                          <a:spcPts val="0"/>
                        </a:spcBef>
                        <a:spcAft>
                          <a:spcPts val="0"/>
                        </a:spcAft>
                        <a:buClrTx/>
                        <a:buSzTx/>
                        <a:buFontTx/>
                        <a:buNone/>
                      </a:pPr>
                      <a:r>
                        <a:rPr kumimoji="0" lang="en-US" sz="1200" b="0" i="0" u="none" strike="noStrike" kern="1200" cap="none" spc="0" normalizeH="0" baseline="0" noProof="0">
                          <a:ln>
                            <a:noFill/>
                          </a:ln>
                          <a:solidFill>
                            <a:schemeClr val="tx1"/>
                          </a:solidFill>
                          <a:effectLst/>
                          <a:uLnTx/>
                          <a:uFillTx/>
                          <a:latin typeface="Arial" panose="020B0604020202020204" pitchFamily="34" charset="0"/>
                          <a:cs typeface="Arial" panose="020B0604020202020204" pitchFamily="34" charset="0"/>
                        </a:rPr>
                        <a:t>Team members challenge one another about their plans and approaches.</a:t>
                      </a:r>
                      <a:r>
                        <a:rPr lang="en-US" sz="1200" b="0" i="0" u="none" strike="noStrike" kern="1200" cap="none" spc="0" normalizeH="0" baseline="0" noProof="0">
                          <a:ln>
                            <a:noFill/>
                          </a:ln>
                          <a:solidFill>
                            <a:schemeClr val="tx1"/>
                          </a:solidFill>
                          <a:effectLst/>
                          <a:uLnTx/>
                          <a:uFillTx/>
                          <a:latin typeface="Arial" panose="020B0604020202020204" pitchFamily="34" charset="0"/>
                          <a:cs typeface="Arial" panose="020B0604020202020204" pitchFamily="34" charset="0"/>
                        </a:rPr>
                        <a:t> </a:t>
                      </a:r>
                      <a:endParaRPr kumimoji="0" lang="en-US" sz="1200" b="0" i="0" u="none" strike="noStrike" kern="1200" cap="none" spc="0" normalizeH="0" baseline="0" noProof="0">
                        <a:ln>
                          <a:noFill/>
                        </a:ln>
                        <a:solidFill>
                          <a:schemeClr val="tx1"/>
                        </a:solidFill>
                        <a:effectLst/>
                        <a:uLnTx/>
                        <a:uFillTx/>
                        <a:latin typeface="Arial" panose="020B0604020202020204"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3760" rtl="0" eaLnBrk="1" fontAlgn="t"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cs typeface="Arial" panose="020B060402020202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98810404"/>
                  </a:ext>
                </a:extLst>
              </a:tr>
              <a:tr h="352802">
                <a:tc>
                  <a:txBody>
                    <a:bodyPr/>
                    <a:lstStyle/>
                    <a:p>
                      <a:pPr marL="0" marR="0" lvl="0" indent="0" algn="l" rtl="0" eaLnBrk="1" fontAlgn="t" latinLnBrk="0" hangingPunct="1">
                        <a:lnSpc>
                          <a:spcPct val="100000"/>
                        </a:lnSpc>
                        <a:spcBef>
                          <a:spcPts val="0"/>
                        </a:spcBef>
                        <a:spcAft>
                          <a:spcPts val="0"/>
                        </a:spcAft>
                        <a:buClrTx/>
                        <a:buSzTx/>
                        <a:buFontTx/>
                        <a:buNone/>
                      </a:pPr>
                      <a:r>
                        <a:rPr kumimoji="0" lang="en-US" sz="1200" b="0" i="0" u="none" strike="noStrike" kern="1200" cap="none" spc="0" normalizeH="0" baseline="0" noProof="0">
                          <a:ln>
                            <a:noFill/>
                          </a:ln>
                          <a:solidFill>
                            <a:schemeClr val="tx1"/>
                          </a:solidFill>
                          <a:effectLst/>
                          <a:uLnTx/>
                          <a:uFillTx/>
                          <a:latin typeface="Arial" panose="020B0604020202020204" pitchFamily="34" charset="0"/>
                          <a:cs typeface="Arial" panose="020B0604020202020204" pitchFamily="34" charset="0"/>
                        </a:rPr>
                        <a:t>Team members are slow to seek credit for their own contributions but quick to point out those of others.</a:t>
                      </a:r>
                      <a:r>
                        <a:rPr lang="en-US" sz="1200" b="0" i="0" u="none" strike="noStrike" kern="1200" cap="none" spc="0" normalizeH="0" baseline="0" noProof="0">
                          <a:ln>
                            <a:noFill/>
                          </a:ln>
                          <a:solidFill>
                            <a:schemeClr val="tx1"/>
                          </a:solidFill>
                          <a:effectLst/>
                          <a:uLnTx/>
                          <a:uFillTx/>
                          <a:latin typeface="Arial" panose="020B0604020202020204" pitchFamily="34" charset="0"/>
                          <a:cs typeface="Arial" panose="020B0604020202020204" pitchFamily="34" charset="0"/>
                        </a:rPr>
                        <a:t> </a:t>
                      </a:r>
                      <a:endParaRPr kumimoji="0" lang="en-US" sz="1200" b="0" i="0" u="none" strike="noStrike" kern="1200" cap="none" spc="0" normalizeH="0" baseline="0" noProof="0">
                        <a:ln>
                          <a:noFill/>
                        </a:ln>
                        <a:solidFill>
                          <a:schemeClr val="tx1"/>
                        </a:solidFill>
                        <a:effectLst/>
                        <a:uLnTx/>
                        <a:uFillTx/>
                        <a:latin typeface="Arial" panose="020B0604020202020204"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3760" rtl="0" eaLnBrk="1" fontAlgn="t"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cs typeface="Arial" panose="020B060402020202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63664186"/>
                  </a:ext>
                </a:extLst>
              </a:tr>
            </a:tbl>
          </a:graphicData>
        </a:graphic>
      </p:graphicFrame>
      <p:pic>
        <p:nvPicPr>
          <p:cNvPr id="5" name="Picture 4">
            <a:extLst>
              <a:ext uri="{FF2B5EF4-FFF2-40B4-BE49-F238E27FC236}">
                <a16:creationId xmlns:a16="http://schemas.microsoft.com/office/drawing/2014/main" id="{B0ABCB30-8567-2448-7617-67EA44D81A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86122"/>
            <a:ext cx="6503484" cy="597524"/>
          </a:xfrm>
          <a:prstGeom prst="rect">
            <a:avLst/>
          </a:prstGeom>
        </p:spPr>
      </p:pic>
      <p:pic>
        <p:nvPicPr>
          <p:cNvPr id="6" name="Picture 5">
            <a:extLst>
              <a:ext uri="{FF2B5EF4-FFF2-40B4-BE49-F238E27FC236}">
                <a16:creationId xmlns:a16="http://schemas.microsoft.com/office/drawing/2014/main" id="{3E3D3BF5-7001-9B59-9FFF-F46C83437D8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03483" y="262418"/>
            <a:ext cx="3645889" cy="272440"/>
          </a:xfrm>
          <a:prstGeom prst="rect">
            <a:avLst/>
          </a:prstGeom>
        </p:spPr>
      </p:pic>
      <p:cxnSp>
        <p:nvCxnSpPr>
          <p:cNvPr id="7" name="Straight Connector 6">
            <a:extLst>
              <a:ext uri="{FF2B5EF4-FFF2-40B4-BE49-F238E27FC236}">
                <a16:creationId xmlns:a16="http://schemas.microsoft.com/office/drawing/2014/main" id="{734A025F-DA09-F19C-3CF4-9E5C5928D76F}"/>
              </a:ext>
            </a:extLst>
          </p:cNvPr>
          <p:cNvCxnSpPr>
            <a:cxnSpLocks/>
          </p:cNvCxnSpPr>
          <p:nvPr/>
        </p:nvCxnSpPr>
        <p:spPr>
          <a:xfrm flipH="1">
            <a:off x="0" y="540000"/>
            <a:ext cx="101493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37D5F7B5-03C1-BE5F-9380-8D979A69FC21}"/>
              </a:ext>
            </a:extLst>
          </p:cNvPr>
          <p:cNvSpPr txBox="1"/>
          <p:nvPr/>
        </p:nvSpPr>
        <p:spPr>
          <a:xfrm>
            <a:off x="174067" y="655984"/>
            <a:ext cx="9778092" cy="646331"/>
          </a:xfrm>
          <a:prstGeom prst="rect">
            <a:avLst/>
          </a:prstGeom>
          <a:solidFill>
            <a:schemeClr val="bg2"/>
          </a:solidFill>
        </p:spPr>
        <p:txBody>
          <a:bodyPr wrap="square" rtlCol="0">
            <a:spAutoFit/>
          </a:bodyPr>
          <a:lstStyle/>
          <a:p>
            <a:r>
              <a:rPr lang="en-GB" sz="1200" b="0" i="0" u="none" strike="noStrike">
                <a:solidFill>
                  <a:schemeClr val="tx1"/>
                </a:solidFill>
                <a:effectLst/>
                <a:latin typeface="Arial" panose="020B0604020202020204" pitchFamily="34" charset="0"/>
                <a:cs typeface="Arial" panose="020B0604020202020204" pitchFamily="34" charset="0"/>
              </a:rPr>
              <a:t>Evaluate each statement, considering how it applies to your team’s current dynamics. </a:t>
            </a:r>
          </a:p>
          <a:p>
            <a:r>
              <a:rPr lang="en-GB" sz="1200" b="0" i="0" u="none" strike="noStrike">
                <a:solidFill>
                  <a:schemeClr val="tx1"/>
                </a:solidFill>
                <a:effectLst/>
                <a:latin typeface="Arial" panose="020B0604020202020204" pitchFamily="34" charset="0"/>
                <a:cs typeface="Arial" panose="020B0604020202020204" pitchFamily="34" charset="0"/>
              </a:rPr>
              <a:t>Utilize a scale of 1-3 for your responses:</a:t>
            </a:r>
          </a:p>
          <a:p>
            <a:r>
              <a:rPr lang="en-GB" sz="1200" b="0" i="0" u="none" strike="noStrike">
                <a:solidFill>
                  <a:schemeClr val="tx1"/>
                </a:solidFill>
                <a:effectLst/>
                <a:latin typeface="Arial" panose="020B0604020202020204" pitchFamily="34" charset="0"/>
                <a:cs typeface="Arial" panose="020B0604020202020204" pitchFamily="34" charset="0"/>
              </a:rPr>
              <a:t>3 = Usually (This happens most of the time); 2 = Sometimes (This happens occasionally); 1 = Rarely (This hardly ever happens)</a:t>
            </a:r>
          </a:p>
        </p:txBody>
      </p:sp>
    </p:spTree>
    <p:extLst>
      <p:ext uri="{BB962C8B-B14F-4D97-AF65-F5344CB8AC3E}">
        <p14:creationId xmlns:p14="http://schemas.microsoft.com/office/powerpoint/2010/main" val="8540445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D5AB1F6C-C39D-2919-A946-05CA775DE313}"/>
              </a:ext>
            </a:extLst>
          </p:cNvPr>
          <p:cNvGraphicFramePr>
            <a:graphicFrameLocks noGrp="1"/>
          </p:cNvGraphicFramePr>
          <p:nvPr>
            <p:extLst>
              <p:ext uri="{D42A27DB-BD31-4B8C-83A1-F6EECF244321}">
                <p14:modId xmlns:p14="http://schemas.microsoft.com/office/powerpoint/2010/main" val="2313717701"/>
              </p:ext>
            </p:extLst>
          </p:nvPr>
        </p:nvGraphicFramePr>
        <p:xfrm>
          <a:off x="181245" y="1400238"/>
          <a:ext cx="9707739" cy="5869199"/>
        </p:xfrm>
        <a:graphic>
          <a:graphicData uri="http://schemas.openxmlformats.org/drawingml/2006/table">
            <a:tbl>
              <a:tblPr firstRow="1" bandRow="1">
                <a:tableStyleId>{2D5ABB26-0587-4C30-8999-92F81FD0307C}</a:tableStyleId>
              </a:tblPr>
              <a:tblGrid>
                <a:gridCol w="1890907">
                  <a:extLst>
                    <a:ext uri="{9D8B030D-6E8A-4147-A177-3AD203B41FA5}">
                      <a16:colId xmlns:a16="http://schemas.microsoft.com/office/drawing/2014/main" val="1435361538"/>
                    </a:ext>
                  </a:extLst>
                </a:gridCol>
                <a:gridCol w="2005263">
                  <a:extLst>
                    <a:ext uri="{9D8B030D-6E8A-4147-A177-3AD203B41FA5}">
                      <a16:colId xmlns:a16="http://schemas.microsoft.com/office/drawing/2014/main" val="3691210030"/>
                    </a:ext>
                  </a:extLst>
                </a:gridCol>
                <a:gridCol w="1876927">
                  <a:extLst>
                    <a:ext uri="{9D8B030D-6E8A-4147-A177-3AD203B41FA5}">
                      <a16:colId xmlns:a16="http://schemas.microsoft.com/office/drawing/2014/main" val="3917548566"/>
                    </a:ext>
                  </a:extLst>
                </a:gridCol>
                <a:gridCol w="2005263">
                  <a:extLst>
                    <a:ext uri="{9D8B030D-6E8A-4147-A177-3AD203B41FA5}">
                      <a16:colId xmlns:a16="http://schemas.microsoft.com/office/drawing/2014/main" val="14683607"/>
                    </a:ext>
                  </a:extLst>
                </a:gridCol>
                <a:gridCol w="1929379">
                  <a:extLst>
                    <a:ext uri="{9D8B030D-6E8A-4147-A177-3AD203B41FA5}">
                      <a16:colId xmlns:a16="http://schemas.microsoft.com/office/drawing/2014/main" val="2403508123"/>
                    </a:ext>
                  </a:extLst>
                </a:gridCol>
              </a:tblGrid>
              <a:tr h="847888">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a:solidFill>
                            <a:schemeClr val="bg1"/>
                          </a:solidFill>
                          <a:latin typeface="Arial" panose="020B0604020202020204" pitchFamily="34" charset="0"/>
                          <a:cs typeface="Arial" panose="020B0604020202020204" pitchFamily="34" charset="0"/>
                        </a:rPr>
                        <a:t>Dysfunction 1:</a:t>
                      </a:r>
                    </a:p>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a:solidFill>
                            <a:schemeClr val="bg1"/>
                          </a:solidFill>
                          <a:latin typeface="Arial" panose="020B0604020202020204" pitchFamily="34" charset="0"/>
                          <a:cs typeface="Arial" panose="020B0604020202020204" pitchFamily="34" charset="0"/>
                        </a:rPr>
                        <a:t>Absence of trust</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a:solidFill>
                            <a:schemeClr val="bg1"/>
                          </a:solidFill>
                          <a:latin typeface="Arial" panose="020B0604020202020204" pitchFamily="34" charset="0"/>
                          <a:cs typeface="Arial" panose="020B0604020202020204" pitchFamily="34" charset="0"/>
                        </a:rPr>
                        <a:t>Dysfunction 2:</a:t>
                      </a:r>
                    </a:p>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a:solidFill>
                            <a:schemeClr val="bg1"/>
                          </a:solidFill>
                          <a:latin typeface="Arial" panose="020B0604020202020204" pitchFamily="34" charset="0"/>
                          <a:cs typeface="Arial" panose="020B0604020202020204" pitchFamily="34" charset="0"/>
                        </a:rPr>
                        <a:t>Fear of conflict</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a:solidFill>
                            <a:schemeClr val="bg1"/>
                          </a:solidFill>
                          <a:latin typeface="Arial" panose="020B0604020202020204" pitchFamily="34" charset="0"/>
                          <a:cs typeface="Arial" panose="020B0604020202020204" pitchFamily="34" charset="0"/>
                        </a:rPr>
                        <a:t>Dysfunction 3:</a:t>
                      </a:r>
                    </a:p>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a:solidFill>
                            <a:schemeClr val="bg1"/>
                          </a:solidFill>
                          <a:latin typeface="Arial" panose="020B0604020202020204" pitchFamily="34" charset="0"/>
                          <a:cs typeface="Arial" panose="020B0604020202020204" pitchFamily="34" charset="0"/>
                        </a:rPr>
                        <a:t>Lack of commitment</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a:solidFill>
                            <a:schemeClr val="bg1"/>
                          </a:solidFill>
                          <a:latin typeface="Arial" panose="020B0604020202020204" pitchFamily="34" charset="0"/>
                          <a:cs typeface="Arial" panose="020B0604020202020204" pitchFamily="34" charset="0"/>
                        </a:rPr>
                        <a:t>Dysfunction 4:</a:t>
                      </a:r>
                    </a:p>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a:solidFill>
                            <a:schemeClr val="bg1"/>
                          </a:solidFill>
                          <a:latin typeface="Arial" panose="020B0604020202020204" pitchFamily="34" charset="0"/>
                          <a:cs typeface="Arial" panose="020B0604020202020204" pitchFamily="34" charset="0"/>
                        </a:rPr>
                        <a:t>Avoidance of accountability</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a:solidFill>
                            <a:schemeClr val="bg1"/>
                          </a:solidFill>
                          <a:latin typeface="Arial" panose="020B0604020202020204" pitchFamily="34" charset="0"/>
                          <a:cs typeface="Arial" panose="020B0604020202020204" pitchFamily="34" charset="0"/>
                        </a:rPr>
                        <a:t>Dysfunction 5:</a:t>
                      </a:r>
                    </a:p>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a:solidFill>
                            <a:schemeClr val="bg1"/>
                          </a:solidFill>
                          <a:latin typeface="Arial" panose="020B0604020202020204" pitchFamily="34" charset="0"/>
                          <a:cs typeface="Arial" panose="020B0604020202020204" pitchFamily="34" charset="0"/>
                        </a:rPr>
                        <a:t>Inattention to results</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813697056"/>
                  </a:ext>
                </a:extLst>
              </a:tr>
              <a:tr h="583075">
                <a:tc>
                  <a:txBody>
                    <a:bodyPr/>
                    <a:lstStyle/>
                    <a:p>
                      <a:pPr lvl="1" algn="l" fontAlgn="t"/>
                      <a:r>
                        <a:rPr lang="en-GB" sz="1400" b="0" i="0" u="none" strike="noStrike">
                          <a:solidFill>
                            <a:schemeClr val="tx1"/>
                          </a:solidFill>
                          <a:effectLst/>
                          <a:latin typeface="Arial" panose="020B0604020202020204" pitchFamily="34" charset="0"/>
                          <a:ea typeface="Riforma LL" panose="020B0504020101020102" pitchFamily="34" charset="0"/>
                          <a:cs typeface="Arial" panose="020B0604020202020204" pitchFamily="34" charset="0"/>
                        </a:rPr>
                        <a:t>Statement 4</a:t>
                      </a: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tc>
                  <a:txBody>
                    <a:bodyPr/>
                    <a:lstStyle/>
                    <a:p>
                      <a:pPr lvl="1" algn="l" fontAlgn="t"/>
                      <a:r>
                        <a:rPr lang="en-GB" sz="1400" b="0" i="0" u="none" strike="noStrike">
                          <a:solidFill>
                            <a:schemeClr val="tx1"/>
                          </a:solidFill>
                          <a:effectLst/>
                          <a:latin typeface="Arial" panose="020B0604020202020204" pitchFamily="34" charset="0"/>
                          <a:ea typeface="Riforma LL" panose="020B0504020101020102" pitchFamily="34" charset="0"/>
                          <a:cs typeface="Arial" panose="020B0604020202020204" pitchFamily="34" charset="0"/>
                        </a:rPr>
                        <a:t>Statement 1</a:t>
                      </a: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tc>
                  <a:txBody>
                    <a:bodyPr/>
                    <a:lstStyle/>
                    <a:p>
                      <a:pPr lvl="1" algn="l" fontAlgn="t"/>
                      <a:r>
                        <a:rPr lang="en-GB" sz="1400" b="0" i="0" u="none" strike="noStrike">
                          <a:solidFill>
                            <a:schemeClr val="tx1"/>
                          </a:solidFill>
                          <a:effectLst/>
                          <a:latin typeface="Arial" panose="020B0604020202020204" pitchFamily="34" charset="0"/>
                          <a:ea typeface="Riforma LL" panose="020B0504020101020102" pitchFamily="34" charset="0"/>
                          <a:cs typeface="Arial" panose="020B0604020202020204" pitchFamily="34" charset="0"/>
                        </a:rPr>
                        <a:t>Statement 3</a:t>
                      </a: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tc>
                  <a:txBody>
                    <a:bodyPr/>
                    <a:lstStyle/>
                    <a:p>
                      <a:pPr lvl="1" algn="l" fontAlgn="t"/>
                      <a:r>
                        <a:rPr lang="en-GB" sz="1400" b="0" i="0" u="none" strike="noStrike">
                          <a:solidFill>
                            <a:schemeClr val="tx1"/>
                          </a:solidFill>
                          <a:effectLst/>
                          <a:latin typeface="Arial" panose="020B0604020202020204" pitchFamily="34" charset="0"/>
                          <a:ea typeface="Riforma LL" panose="020B0504020101020102" pitchFamily="34" charset="0"/>
                          <a:cs typeface="Arial" panose="020B0604020202020204" pitchFamily="34" charset="0"/>
                        </a:rPr>
                        <a:t>Statement 2</a:t>
                      </a: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tc>
                  <a:txBody>
                    <a:bodyPr/>
                    <a:lstStyle/>
                    <a:p>
                      <a:pPr lvl="1" algn="l" fontAlgn="t"/>
                      <a:r>
                        <a:rPr lang="en-GB" sz="1400" b="0" i="0" u="none" strike="noStrike">
                          <a:solidFill>
                            <a:schemeClr val="tx1"/>
                          </a:solidFill>
                          <a:effectLst/>
                          <a:latin typeface="Arial" panose="020B0604020202020204" pitchFamily="34" charset="0"/>
                          <a:ea typeface="Riforma LL" panose="020B0504020101020102" pitchFamily="34" charset="0"/>
                          <a:cs typeface="Arial" panose="020B0604020202020204" pitchFamily="34" charset="0"/>
                        </a:rPr>
                        <a:t>Statement 5</a:t>
                      </a: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467901036"/>
                  </a:ext>
                </a:extLst>
              </a:tr>
              <a:tr h="583075">
                <a:tc>
                  <a:txBody>
                    <a:bodyPr/>
                    <a:lstStyle/>
                    <a:p>
                      <a:pPr algn="ctr" fontAlgn="t"/>
                      <a:endParaRPr lang="en-GB" sz="1200" b="0" i="0" u="none" strike="noStrike">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fontAlgn="t"/>
                      <a:endParaRPr lang="en-GB" sz="1200" b="0" i="0" u="none" strike="noStrike">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fontAlgn="t"/>
                      <a:endParaRPr lang="en-GB" sz="1200" b="0" i="0" u="none" strike="noStrike">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fontAlgn="t"/>
                      <a:endParaRPr lang="en-GB" sz="1200" b="0" i="0" u="none" strike="noStrike">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fontAlgn="t"/>
                      <a:endParaRPr lang="en-GB" sz="1200" b="0" i="0" u="none" strike="noStrike">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03407893"/>
                  </a:ext>
                </a:extLst>
              </a:tr>
              <a:tr h="583075">
                <a:tc>
                  <a:txBody>
                    <a:bodyPr/>
                    <a:lstStyle/>
                    <a:p>
                      <a:pPr marL="456880" marR="0" lvl="1" indent="0" algn="l" defTabSz="913760" rtl="0" eaLnBrk="1" fontAlgn="t" latinLnBrk="0" hangingPunct="1">
                        <a:lnSpc>
                          <a:spcPct val="100000"/>
                        </a:lnSpc>
                        <a:spcBef>
                          <a:spcPts val="0"/>
                        </a:spcBef>
                        <a:spcAft>
                          <a:spcPts val="0"/>
                        </a:spcAft>
                        <a:buClrTx/>
                        <a:buSzTx/>
                        <a:buFontTx/>
                        <a:buNone/>
                        <a:tabLst/>
                        <a:defRPr/>
                      </a:pPr>
                      <a:r>
                        <a:rPr lang="en-GB" sz="1400" b="0" i="0" u="none" strike="noStrike">
                          <a:solidFill>
                            <a:schemeClr val="tx1"/>
                          </a:solidFill>
                          <a:effectLst/>
                          <a:latin typeface="Arial" panose="020B0604020202020204" pitchFamily="34" charset="0"/>
                          <a:ea typeface="Riforma LL" panose="020B0504020101020102" pitchFamily="34" charset="0"/>
                          <a:cs typeface="Arial" panose="020B0604020202020204" pitchFamily="34" charset="0"/>
                        </a:rPr>
                        <a:t>Statement 6</a:t>
                      </a: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tc>
                  <a:txBody>
                    <a:bodyPr/>
                    <a:lstStyle/>
                    <a:p>
                      <a:pPr marL="456880" marR="0" lvl="1" indent="0" algn="l" defTabSz="913760" rtl="0" eaLnBrk="1" fontAlgn="t" latinLnBrk="0" hangingPunct="1">
                        <a:lnSpc>
                          <a:spcPct val="100000"/>
                        </a:lnSpc>
                        <a:spcBef>
                          <a:spcPts val="0"/>
                        </a:spcBef>
                        <a:spcAft>
                          <a:spcPts val="0"/>
                        </a:spcAft>
                        <a:buClrTx/>
                        <a:buSzTx/>
                        <a:buFontTx/>
                        <a:buNone/>
                        <a:tabLst/>
                        <a:defRPr/>
                      </a:pPr>
                      <a:r>
                        <a:rPr lang="en-GB" sz="1400" b="0" i="0" u="none" strike="noStrike">
                          <a:solidFill>
                            <a:schemeClr val="tx1"/>
                          </a:solidFill>
                          <a:effectLst/>
                          <a:latin typeface="Arial" panose="020B0604020202020204" pitchFamily="34" charset="0"/>
                          <a:ea typeface="Riforma LL" panose="020B0504020101020102" pitchFamily="34" charset="0"/>
                          <a:cs typeface="Arial" panose="020B0604020202020204" pitchFamily="34" charset="0"/>
                        </a:rPr>
                        <a:t>Statement 7</a:t>
                      </a: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tc>
                  <a:txBody>
                    <a:bodyPr/>
                    <a:lstStyle/>
                    <a:p>
                      <a:pPr marL="456880" marR="0" lvl="1" indent="0" algn="l" defTabSz="913760" rtl="0" eaLnBrk="1" fontAlgn="t" latinLnBrk="0" hangingPunct="1">
                        <a:lnSpc>
                          <a:spcPct val="100000"/>
                        </a:lnSpc>
                        <a:spcBef>
                          <a:spcPts val="0"/>
                        </a:spcBef>
                        <a:spcAft>
                          <a:spcPts val="0"/>
                        </a:spcAft>
                        <a:buClrTx/>
                        <a:buSzTx/>
                        <a:buFontTx/>
                        <a:buNone/>
                        <a:tabLst/>
                        <a:defRPr/>
                      </a:pPr>
                      <a:r>
                        <a:rPr lang="en-GB" sz="1400" b="0" i="0" u="none" strike="noStrike">
                          <a:solidFill>
                            <a:schemeClr val="tx1"/>
                          </a:solidFill>
                          <a:effectLst/>
                          <a:latin typeface="Arial" panose="020B0604020202020204" pitchFamily="34" charset="0"/>
                          <a:ea typeface="Riforma LL" panose="020B0504020101020102" pitchFamily="34" charset="0"/>
                          <a:cs typeface="Arial" panose="020B0604020202020204" pitchFamily="34" charset="0"/>
                        </a:rPr>
                        <a:t>Statement 8</a:t>
                      </a: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tc>
                  <a:txBody>
                    <a:bodyPr/>
                    <a:lstStyle/>
                    <a:p>
                      <a:pPr marL="456880" marR="0" lvl="1" indent="0" algn="l" defTabSz="913760" rtl="0" eaLnBrk="1" fontAlgn="t" latinLnBrk="0" hangingPunct="1">
                        <a:lnSpc>
                          <a:spcPct val="100000"/>
                        </a:lnSpc>
                        <a:spcBef>
                          <a:spcPts val="0"/>
                        </a:spcBef>
                        <a:spcAft>
                          <a:spcPts val="0"/>
                        </a:spcAft>
                        <a:buClrTx/>
                        <a:buSzTx/>
                        <a:buFontTx/>
                        <a:buNone/>
                        <a:tabLst/>
                        <a:defRPr/>
                      </a:pPr>
                      <a:r>
                        <a:rPr lang="en-GB" sz="1400" b="0" i="0" u="none" strike="noStrike">
                          <a:solidFill>
                            <a:schemeClr val="tx1"/>
                          </a:solidFill>
                          <a:effectLst/>
                          <a:latin typeface="Arial" panose="020B0604020202020204" pitchFamily="34" charset="0"/>
                          <a:ea typeface="Riforma LL" panose="020B0504020101020102" pitchFamily="34" charset="0"/>
                          <a:cs typeface="Arial" panose="020B0604020202020204" pitchFamily="34" charset="0"/>
                        </a:rPr>
                        <a:t>Statement 11</a:t>
                      </a: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tc>
                  <a:txBody>
                    <a:bodyPr/>
                    <a:lstStyle/>
                    <a:p>
                      <a:pPr marL="456880" marR="0" lvl="1" indent="0" algn="l" defTabSz="913760" rtl="0" eaLnBrk="1" fontAlgn="t" latinLnBrk="0" hangingPunct="1">
                        <a:lnSpc>
                          <a:spcPct val="100000"/>
                        </a:lnSpc>
                        <a:spcBef>
                          <a:spcPts val="0"/>
                        </a:spcBef>
                        <a:spcAft>
                          <a:spcPts val="0"/>
                        </a:spcAft>
                        <a:buClrTx/>
                        <a:buSzTx/>
                        <a:buFontTx/>
                        <a:buNone/>
                        <a:tabLst/>
                        <a:defRPr/>
                      </a:pPr>
                      <a:r>
                        <a:rPr lang="en-GB" sz="1400" b="0" i="0" u="none" strike="noStrike">
                          <a:solidFill>
                            <a:schemeClr val="tx1"/>
                          </a:solidFill>
                          <a:effectLst/>
                          <a:latin typeface="Arial" panose="020B0604020202020204" pitchFamily="34" charset="0"/>
                          <a:ea typeface="Riforma LL" panose="020B0504020101020102" pitchFamily="34" charset="0"/>
                          <a:cs typeface="Arial" panose="020B0604020202020204" pitchFamily="34" charset="0"/>
                        </a:rPr>
                        <a:t>Statement 9</a:t>
                      </a: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2604860994"/>
                  </a:ext>
                </a:extLst>
              </a:tr>
              <a:tr h="583075">
                <a:tc>
                  <a:txBody>
                    <a:bodyPr/>
                    <a:lstStyle/>
                    <a:p>
                      <a:pPr algn="ctr" fontAlgn="t"/>
                      <a:endParaRPr lang="en-GB" sz="1200" b="0" i="0" u="none" strike="noStrike">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fontAlgn="t"/>
                      <a:endParaRPr lang="en-GB" sz="1200" b="0" i="0" u="none" strike="noStrike">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fontAlgn="t"/>
                      <a:endParaRPr lang="en-GB" sz="1200" b="0" i="0" u="none" strike="noStrike">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fontAlgn="t"/>
                      <a:endParaRPr lang="en-GB" sz="1200" b="0" i="0" u="none" strike="noStrike">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fontAlgn="t"/>
                      <a:endParaRPr lang="en-GB" sz="1200" b="0" i="0" u="none" strike="noStrike">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01631666"/>
                  </a:ext>
                </a:extLst>
              </a:tr>
              <a:tr h="583075">
                <a:tc>
                  <a:txBody>
                    <a:bodyPr/>
                    <a:lstStyle/>
                    <a:p>
                      <a:pPr marL="456880" marR="0" lvl="1" indent="0" algn="l" defTabSz="913760" rtl="0" eaLnBrk="1" fontAlgn="t" latinLnBrk="0" hangingPunct="1">
                        <a:lnSpc>
                          <a:spcPct val="100000"/>
                        </a:lnSpc>
                        <a:spcBef>
                          <a:spcPts val="0"/>
                        </a:spcBef>
                        <a:spcAft>
                          <a:spcPts val="0"/>
                        </a:spcAft>
                        <a:buClrTx/>
                        <a:buSzTx/>
                        <a:buFontTx/>
                        <a:buNone/>
                        <a:tabLst/>
                        <a:defRPr/>
                      </a:pPr>
                      <a:r>
                        <a:rPr lang="en-GB" sz="1400" b="0" i="0" u="none" strike="noStrike">
                          <a:solidFill>
                            <a:schemeClr val="tx1"/>
                          </a:solidFill>
                          <a:effectLst/>
                          <a:latin typeface="Arial" panose="020B0604020202020204" pitchFamily="34" charset="0"/>
                          <a:ea typeface="Riforma LL" panose="020B0504020101020102" pitchFamily="34" charset="0"/>
                          <a:cs typeface="Arial" panose="020B0604020202020204" pitchFamily="34" charset="0"/>
                        </a:rPr>
                        <a:t>Statement 12</a:t>
                      </a: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tc>
                  <a:txBody>
                    <a:bodyPr/>
                    <a:lstStyle/>
                    <a:p>
                      <a:pPr marL="456880" marR="0" lvl="1" indent="0" algn="l" defTabSz="913760" rtl="0" eaLnBrk="1" fontAlgn="t" latinLnBrk="0" hangingPunct="1">
                        <a:lnSpc>
                          <a:spcPct val="100000"/>
                        </a:lnSpc>
                        <a:spcBef>
                          <a:spcPts val="0"/>
                        </a:spcBef>
                        <a:spcAft>
                          <a:spcPts val="0"/>
                        </a:spcAft>
                        <a:buClrTx/>
                        <a:buSzTx/>
                        <a:buFontTx/>
                        <a:buNone/>
                        <a:tabLst/>
                        <a:defRPr/>
                      </a:pPr>
                      <a:r>
                        <a:rPr lang="en-GB" sz="1400" b="0" i="0" u="none" strike="noStrike">
                          <a:solidFill>
                            <a:schemeClr val="tx1"/>
                          </a:solidFill>
                          <a:effectLst/>
                          <a:latin typeface="Arial" panose="020B0604020202020204" pitchFamily="34" charset="0"/>
                          <a:ea typeface="Riforma LL" panose="020B0504020101020102" pitchFamily="34" charset="0"/>
                          <a:cs typeface="Arial" panose="020B0604020202020204" pitchFamily="34" charset="0"/>
                        </a:rPr>
                        <a:t>Statement 10</a:t>
                      </a: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tc>
                  <a:txBody>
                    <a:bodyPr/>
                    <a:lstStyle/>
                    <a:p>
                      <a:pPr marL="456880" marR="0" lvl="1" indent="0" algn="l" defTabSz="913760" rtl="0" eaLnBrk="1" fontAlgn="t" latinLnBrk="0" hangingPunct="1">
                        <a:lnSpc>
                          <a:spcPct val="100000"/>
                        </a:lnSpc>
                        <a:spcBef>
                          <a:spcPts val="0"/>
                        </a:spcBef>
                        <a:spcAft>
                          <a:spcPts val="0"/>
                        </a:spcAft>
                        <a:buClrTx/>
                        <a:buSzTx/>
                        <a:buFontTx/>
                        <a:buNone/>
                        <a:tabLst/>
                        <a:defRPr/>
                      </a:pPr>
                      <a:r>
                        <a:rPr lang="en-GB" sz="1400" b="0" i="0" u="none" strike="noStrike">
                          <a:solidFill>
                            <a:schemeClr val="tx1"/>
                          </a:solidFill>
                          <a:effectLst/>
                          <a:latin typeface="Arial" panose="020B0604020202020204" pitchFamily="34" charset="0"/>
                          <a:ea typeface="Riforma LL" panose="020B0504020101020102" pitchFamily="34" charset="0"/>
                          <a:cs typeface="Arial" panose="020B0604020202020204" pitchFamily="34" charset="0"/>
                        </a:rPr>
                        <a:t>Statement 13</a:t>
                      </a: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tc>
                  <a:txBody>
                    <a:bodyPr/>
                    <a:lstStyle/>
                    <a:p>
                      <a:pPr marL="456880" marR="0" lvl="1" indent="0" algn="l" defTabSz="913760" rtl="0" eaLnBrk="1" fontAlgn="t" latinLnBrk="0" hangingPunct="1">
                        <a:lnSpc>
                          <a:spcPct val="100000"/>
                        </a:lnSpc>
                        <a:spcBef>
                          <a:spcPts val="0"/>
                        </a:spcBef>
                        <a:spcAft>
                          <a:spcPts val="0"/>
                        </a:spcAft>
                        <a:buClrTx/>
                        <a:buSzTx/>
                        <a:buFontTx/>
                        <a:buNone/>
                        <a:tabLst/>
                        <a:defRPr/>
                      </a:pPr>
                      <a:r>
                        <a:rPr lang="en-GB" sz="1400" b="0" i="0" u="none" strike="noStrike">
                          <a:solidFill>
                            <a:schemeClr val="tx1"/>
                          </a:solidFill>
                          <a:effectLst/>
                          <a:latin typeface="Arial" panose="020B0604020202020204" pitchFamily="34" charset="0"/>
                          <a:ea typeface="Riforma LL" panose="020B0504020101020102" pitchFamily="34" charset="0"/>
                          <a:cs typeface="Arial" panose="020B0604020202020204" pitchFamily="34" charset="0"/>
                        </a:rPr>
                        <a:t>Statement 14</a:t>
                      </a: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tc>
                  <a:txBody>
                    <a:bodyPr/>
                    <a:lstStyle/>
                    <a:p>
                      <a:pPr marL="456880" marR="0" lvl="1" indent="0" algn="l" defTabSz="913760" rtl="0" eaLnBrk="1" fontAlgn="t" latinLnBrk="0" hangingPunct="1">
                        <a:lnSpc>
                          <a:spcPct val="100000"/>
                        </a:lnSpc>
                        <a:spcBef>
                          <a:spcPts val="0"/>
                        </a:spcBef>
                        <a:spcAft>
                          <a:spcPts val="0"/>
                        </a:spcAft>
                        <a:buClrTx/>
                        <a:buSzTx/>
                        <a:buFontTx/>
                        <a:buNone/>
                        <a:tabLst/>
                        <a:defRPr/>
                      </a:pPr>
                      <a:r>
                        <a:rPr lang="en-GB" sz="1400" b="0" i="0" u="none" strike="noStrike">
                          <a:solidFill>
                            <a:schemeClr val="tx1"/>
                          </a:solidFill>
                          <a:effectLst/>
                          <a:latin typeface="Arial" panose="020B0604020202020204" pitchFamily="34" charset="0"/>
                          <a:ea typeface="Riforma LL" panose="020B0504020101020102" pitchFamily="34" charset="0"/>
                          <a:cs typeface="Arial" panose="020B0604020202020204" pitchFamily="34" charset="0"/>
                        </a:rPr>
                        <a:t>Statement 15</a:t>
                      </a: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997127176"/>
                  </a:ext>
                </a:extLst>
              </a:tr>
              <a:tr h="583075">
                <a:tc>
                  <a:txBody>
                    <a:bodyPr/>
                    <a:lstStyle/>
                    <a:p>
                      <a:pPr algn="ctr" fontAlgn="t"/>
                      <a:endParaRPr lang="en-GB" sz="1200" b="0" i="0" u="none" strike="noStrike">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fontAlgn="t"/>
                      <a:endParaRPr lang="en-GB" sz="1200" b="0" i="0" u="none" strike="noStrike">
                        <a:solidFill>
                          <a:schemeClr val="bg1"/>
                        </a:solidFill>
                        <a:effectLst/>
                        <a:latin typeface="Arial" panose="020B0604020202020204" pitchFamily="34" charset="0"/>
                        <a:ea typeface="Riforma LL" panose="020B0504020101020102" pitchFamily="34" charset="0"/>
                        <a:cs typeface="Arial" panose="020B060402020202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fontAlgn="t"/>
                      <a:endParaRPr lang="en-GB" sz="1200" b="0" i="0" u="none" strike="noStrike">
                        <a:solidFill>
                          <a:schemeClr val="bg1"/>
                        </a:solidFill>
                        <a:effectLst/>
                        <a:latin typeface="Arial" panose="020B0604020202020204" pitchFamily="34" charset="0"/>
                        <a:ea typeface="Riforma LL" panose="020B0504020101020102" pitchFamily="34" charset="0"/>
                        <a:cs typeface="Arial" panose="020B060402020202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fontAlgn="t"/>
                      <a:endParaRPr lang="en-GB" sz="1200" b="0" i="0" u="none" strike="noStrike">
                        <a:solidFill>
                          <a:schemeClr val="bg1"/>
                        </a:solidFill>
                        <a:effectLst/>
                        <a:latin typeface="Arial" panose="020B0604020202020204" pitchFamily="34" charset="0"/>
                        <a:ea typeface="Riforma LL" panose="020B0504020101020102" pitchFamily="34" charset="0"/>
                        <a:cs typeface="Arial" panose="020B060402020202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fontAlgn="t"/>
                      <a:endParaRPr lang="en-GB" sz="1200" b="0" i="0" u="none" strike="noStrike">
                        <a:solidFill>
                          <a:schemeClr val="bg1"/>
                        </a:solidFill>
                        <a:effectLst/>
                        <a:latin typeface="Arial" panose="020B0604020202020204" pitchFamily="34" charset="0"/>
                        <a:ea typeface="Riforma LL" panose="020B0504020101020102" pitchFamily="34" charset="0"/>
                        <a:cs typeface="Arial" panose="020B060402020202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05836976"/>
                  </a:ext>
                </a:extLst>
              </a:tr>
              <a:tr h="583075">
                <a:tc>
                  <a:txBody>
                    <a:bodyPr/>
                    <a:lstStyle/>
                    <a:p>
                      <a:pPr lvl="0" algn="ctr" fontAlgn="t"/>
                      <a:r>
                        <a:rPr lang="en-GB" sz="1400" b="0" i="0" u="none" strike="noStrike">
                          <a:solidFill>
                            <a:schemeClr val="bg1"/>
                          </a:solidFill>
                          <a:effectLst/>
                          <a:latin typeface="Arial" panose="020B0604020202020204" pitchFamily="34" charset="0"/>
                          <a:ea typeface="Riforma LL" panose="020B0504020101020102" pitchFamily="34" charset="0"/>
                          <a:cs typeface="Arial" panose="020B0604020202020204" pitchFamily="34" charset="0"/>
                        </a:rPr>
                        <a:t>Sum (total score for dysfunction 1)</a:t>
                      </a: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tc>
                  <a:txBody>
                    <a:bodyPr/>
                    <a:lstStyle/>
                    <a:p>
                      <a:pPr marL="0" marR="0" lvl="0" indent="0" algn="ctr" defTabSz="913760" rtl="0" eaLnBrk="1" fontAlgn="t"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white"/>
                          </a:solidFill>
                          <a:effectLst/>
                          <a:uLnTx/>
                          <a:uFillTx/>
                          <a:latin typeface="Arial" panose="020B0604020202020204" pitchFamily="34" charset="0"/>
                          <a:ea typeface="Riforma LL" panose="020B0504020101020102" pitchFamily="34" charset="0"/>
                          <a:cs typeface="Arial" panose="020B0604020202020204" pitchFamily="34" charset="0"/>
                        </a:rPr>
                        <a:t>Sum (total score for dysfunction 2)</a:t>
                      </a: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tc>
                  <a:txBody>
                    <a:bodyPr/>
                    <a:lstStyle/>
                    <a:p>
                      <a:pPr marL="0" marR="0" lvl="0" indent="0" algn="ctr" defTabSz="913760" rtl="0" eaLnBrk="1" fontAlgn="t"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white"/>
                          </a:solidFill>
                          <a:effectLst/>
                          <a:uLnTx/>
                          <a:uFillTx/>
                          <a:latin typeface="Arial" panose="020B0604020202020204" pitchFamily="34" charset="0"/>
                          <a:ea typeface="Riforma LL" panose="020B0504020101020102" pitchFamily="34" charset="0"/>
                          <a:cs typeface="Arial" panose="020B0604020202020204" pitchFamily="34" charset="0"/>
                        </a:rPr>
                        <a:t>Sum (total score for dysfunction 3)</a:t>
                      </a: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tc>
                  <a:txBody>
                    <a:bodyPr/>
                    <a:lstStyle/>
                    <a:p>
                      <a:pPr marL="0" marR="0" lvl="0" indent="0" algn="ctr" defTabSz="913760" rtl="0" eaLnBrk="1" fontAlgn="t"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white"/>
                          </a:solidFill>
                          <a:effectLst/>
                          <a:uLnTx/>
                          <a:uFillTx/>
                          <a:latin typeface="Arial" panose="020B0604020202020204" pitchFamily="34" charset="0"/>
                          <a:ea typeface="Riforma LL" panose="020B0504020101020102" pitchFamily="34" charset="0"/>
                          <a:cs typeface="Arial" panose="020B0604020202020204" pitchFamily="34" charset="0"/>
                        </a:rPr>
                        <a:t>Sum (total score for dysfunction 4)</a:t>
                      </a: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tc>
                  <a:txBody>
                    <a:bodyPr/>
                    <a:lstStyle/>
                    <a:p>
                      <a:pPr marL="0" marR="0" lvl="0" indent="0" algn="ctr" defTabSz="913760" rtl="0" eaLnBrk="1" fontAlgn="t"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white"/>
                          </a:solidFill>
                          <a:effectLst/>
                          <a:uLnTx/>
                          <a:uFillTx/>
                          <a:latin typeface="Arial" panose="020B0604020202020204" pitchFamily="34" charset="0"/>
                          <a:ea typeface="Riforma LL" panose="020B0504020101020102" pitchFamily="34" charset="0"/>
                          <a:cs typeface="Arial" panose="020B0604020202020204" pitchFamily="34" charset="0"/>
                        </a:rPr>
                        <a:t>Sum (total score for dysfunction 5)</a:t>
                      </a: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217614542"/>
                  </a:ext>
                </a:extLst>
              </a:tr>
              <a:tr h="939786">
                <a:tc>
                  <a:txBody>
                    <a:bodyPr/>
                    <a:lstStyle/>
                    <a:p>
                      <a:pPr algn="ctr" fontAlgn="t"/>
                      <a:endParaRPr lang="en-GB" sz="1200" b="0" i="0" u="none" strike="noStrike">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fontAlgn="t"/>
                      <a:endParaRPr lang="en-GB" sz="1200" b="0" i="0" u="none" strike="noStrike">
                        <a:solidFill>
                          <a:schemeClr val="bg1"/>
                        </a:solidFill>
                        <a:effectLst/>
                        <a:latin typeface="Arial" panose="020B0604020202020204" pitchFamily="34" charset="0"/>
                        <a:ea typeface="Riforma LL" panose="020B0504020101020102" pitchFamily="34" charset="0"/>
                        <a:cs typeface="Arial" panose="020B060402020202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fontAlgn="t"/>
                      <a:endParaRPr lang="en-GB" sz="1200" b="0" i="0" u="none" strike="noStrike">
                        <a:solidFill>
                          <a:schemeClr val="bg1"/>
                        </a:solidFill>
                        <a:effectLst/>
                        <a:latin typeface="Arial" panose="020B0604020202020204" pitchFamily="34" charset="0"/>
                        <a:ea typeface="Riforma LL" panose="020B0504020101020102" pitchFamily="34" charset="0"/>
                        <a:cs typeface="Arial" panose="020B060402020202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fontAlgn="t"/>
                      <a:endParaRPr lang="en-GB" sz="1200" b="0" i="0" u="none" strike="noStrike">
                        <a:solidFill>
                          <a:schemeClr val="bg1"/>
                        </a:solidFill>
                        <a:effectLst/>
                        <a:latin typeface="Arial" panose="020B0604020202020204" pitchFamily="34" charset="0"/>
                        <a:ea typeface="Riforma LL" panose="020B0504020101020102" pitchFamily="34" charset="0"/>
                        <a:cs typeface="Arial" panose="020B060402020202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fontAlgn="t"/>
                      <a:endParaRPr lang="en-GB" sz="1200" b="0" i="0" u="none" strike="noStrike">
                        <a:solidFill>
                          <a:schemeClr val="bg1"/>
                        </a:solidFill>
                        <a:effectLst/>
                        <a:latin typeface="Arial" panose="020B0604020202020204" pitchFamily="34" charset="0"/>
                        <a:ea typeface="Riforma LL" panose="020B0504020101020102" pitchFamily="34" charset="0"/>
                        <a:cs typeface="Arial" panose="020B060402020202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38304135"/>
                  </a:ext>
                </a:extLst>
              </a:tr>
            </a:tbl>
          </a:graphicData>
        </a:graphic>
      </p:graphicFrame>
      <p:pic>
        <p:nvPicPr>
          <p:cNvPr id="6" name="Picture 5">
            <a:extLst>
              <a:ext uri="{FF2B5EF4-FFF2-40B4-BE49-F238E27FC236}">
                <a16:creationId xmlns:a16="http://schemas.microsoft.com/office/drawing/2014/main" id="{A1C45C8A-FF8D-B098-31DF-B26A6F5560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03483" y="262418"/>
            <a:ext cx="3645889" cy="272440"/>
          </a:xfrm>
          <a:prstGeom prst="rect">
            <a:avLst/>
          </a:prstGeom>
        </p:spPr>
      </p:pic>
      <p:pic>
        <p:nvPicPr>
          <p:cNvPr id="8" name="Picture 7">
            <a:extLst>
              <a:ext uri="{FF2B5EF4-FFF2-40B4-BE49-F238E27FC236}">
                <a16:creationId xmlns:a16="http://schemas.microsoft.com/office/drawing/2014/main" id="{08C9E639-E532-5FAA-4DF9-A18C5F14D23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86122"/>
            <a:ext cx="6503484" cy="597524"/>
          </a:xfrm>
          <a:prstGeom prst="rect">
            <a:avLst/>
          </a:prstGeom>
        </p:spPr>
      </p:pic>
      <p:cxnSp>
        <p:nvCxnSpPr>
          <p:cNvPr id="9" name="Straight Connector 8">
            <a:extLst>
              <a:ext uri="{FF2B5EF4-FFF2-40B4-BE49-F238E27FC236}">
                <a16:creationId xmlns:a16="http://schemas.microsoft.com/office/drawing/2014/main" id="{4A67A95A-263E-268F-E31A-FC452192E8BE}"/>
              </a:ext>
            </a:extLst>
          </p:cNvPr>
          <p:cNvCxnSpPr>
            <a:cxnSpLocks/>
          </p:cNvCxnSpPr>
          <p:nvPr/>
        </p:nvCxnSpPr>
        <p:spPr>
          <a:xfrm flipH="1">
            <a:off x="0" y="540000"/>
            <a:ext cx="101493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8E1F5DB7-DC75-5B42-79EF-F4C52B3D546C}"/>
              </a:ext>
            </a:extLst>
          </p:cNvPr>
          <p:cNvSpPr txBox="1"/>
          <p:nvPr/>
        </p:nvSpPr>
        <p:spPr>
          <a:xfrm>
            <a:off x="181244" y="640485"/>
            <a:ext cx="9707740" cy="576000"/>
          </a:xfrm>
          <a:prstGeom prst="rect">
            <a:avLst/>
          </a:prstGeom>
          <a:solidFill>
            <a:schemeClr val="bg2"/>
          </a:solidFill>
        </p:spPr>
        <p:txBody>
          <a:bodyPr wrap="square" rtlCol="0" anchor="ctr">
            <a:spAutoFit/>
          </a:bodyPr>
          <a:lstStyle/>
          <a:p>
            <a:pPr algn="l"/>
            <a:r>
              <a:rPr lang="en-GB" sz="1200">
                <a:solidFill>
                  <a:schemeClr val="tx1"/>
                </a:solidFill>
                <a:latin typeface="Arial" panose="020B0604020202020204" pitchFamily="34" charset="0"/>
                <a:cs typeface="Arial" panose="020B0604020202020204" pitchFamily="34" charset="0"/>
              </a:rPr>
              <a:t>Calculate the total scores for each dysfunction based on the inputs. </a:t>
            </a:r>
          </a:p>
          <a:p>
            <a:pPr algn="l"/>
            <a:r>
              <a:rPr lang="en-GB" sz="1200">
                <a:solidFill>
                  <a:schemeClr val="tx1"/>
                </a:solidFill>
                <a:latin typeface="Arial" panose="020B0604020202020204" pitchFamily="34" charset="0"/>
                <a:cs typeface="Arial" panose="020B0604020202020204" pitchFamily="34" charset="0"/>
              </a:rPr>
              <a:t>Each row represents an individual team member’s responses</a:t>
            </a:r>
            <a:r>
              <a:rPr lang="en-GB" sz="1200">
                <a:latin typeface="Arial" panose="020B0604020202020204" pitchFamily="34" charset="0"/>
                <a:cs typeface="Arial" panose="020B0604020202020204" pitchFamily="34" charset="0"/>
              </a:rPr>
              <a:t>. In </a:t>
            </a:r>
            <a:r>
              <a:rPr lang="en-GB" sz="1200">
                <a:solidFill>
                  <a:schemeClr val="tx1"/>
                </a:solidFill>
                <a:latin typeface="Arial" panose="020B0604020202020204" pitchFamily="34" charset="0"/>
                <a:cs typeface="Arial" panose="020B0604020202020204" pitchFamily="34" charset="0"/>
              </a:rPr>
              <a:t>the final row, calculate the total score for each dysfunction.</a:t>
            </a:r>
          </a:p>
        </p:txBody>
      </p:sp>
    </p:spTree>
    <p:extLst>
      <p:ext uri="{BB962C8B-B14F-4D97-AF65-F5344CB8AC3E}">
        <p14:creationId xmlns:p14="http://schemas.microsoft.com/office/powerpoint/2010/main" val="14713734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C1738ED5-E9D1-73F8-82EA-74F27AC84D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5185" y="110784"/>
            <a:ext cx="5586388" cy="506266"/>
          </a:xfrm>
          <a:prstGeom prst="rect">
            <a:avLst/>
          </a:prstGeom>
        </p:spPr>
      </p:pic>
      <p:graphicFrame>
        <p:nvGraphicFramePr>
          <p:cNvPr id="2" name="Table 1">
            <a:extLst>
              <a:ext uri="{FF2B5EF4-FFF2-40B4-BE49-F238E27FC236}">
                <a16:creationId xmlns:a16="http://schemas.microsoft.com/office/drawing/2014/main" id="{D5AB1F6C-C39D-2919-A946-05CA775DE313}"/>
              </a:ext>
            </a:extLst>
          </p:cNvPr>
          <p:cNvGraphicFramePr>
            <a:graphicFrameLocks noGrp="1"/>
          </p:cNvGraphicFramePr>
          <p:nvPr>
            <p:extLst>
              <p:ext uri="{D42A27DB-BD31-4B8C-83A1-F6EECF244321}">
                <p14:modId xmlns:p14="http://schemas.microsoft.com/office/powerpoint/2010/main" val="2148099708"/>
              </p:ext>
            </p:extLst>
          </p:nvPr>
        </p:nvGraphicFramePr>
        <p:xfrm>
          <a:off x="258734" y="1859905"/>
          <a:ext cx="9707739" cy="5574745"/>
        </p:xfrm>
        <a:graphic>
          <a:graphicData uri="http://schemas.openxmlformats.org/drawingml/2006/table">
            <a:tbl>
              <a:tblPr firstRow="1" bandRow="1">
                <a:tableStyleId>{2D5ABB26-0587-4C30-8999-92F81FD0307C}</a:tableStyleId>
              </a:tblPr>
              <a:tblGrid>
                <a:gridCol w="1582636">
                  <a:extLst>
                    <a:ext uri="{9D8B030D-6E8A-4147-A177-3AD203B41FA5}">
                      <a16:colId xmlns:a16="http://schemas.microsoft.com/office/drawing/2014/main" val="1341437967"/>
                    </a:ext>
                  </a:extLst>
                </a:gridCol>
                <a:gridCol w="1582636">
                  <a:extLst>
                    <a:ext uri="{9D8B030D-6E8A-4147-A177-3AD203B41FA5}">
                      <a16:colId xmlns:a16="http://schemas.microsoft.com/office/drawing/2014/main" val="1435361538"/>
                    </a:ext>
                  </a:extLst>
                </a:gridCol>
                <a:gridCol w="1678348">
                  <a:extLst>
                    <a:ext uri="{9D8B030D-6E8A-4147-A177-3AD203B41FA5}">
                      <a16:colId xmlns:a16="http://schemas.microsoft.com/office/drawing/2014/main" val="3691210030"/>
                    </a:ext>
                  </a:extLst>
                </a:gridCol>
                <a:gridCol w="1570935">
                  <a:extLst>
                    <a:ext uri="{9D8B030D-6E8A-4147-A177-3AD203B41FA5}">
                      <a16:colId xmlns:a16="http://schemas.microsoft.com/office/drawing/2014/main" val="3917548566"/>
                    </a:ext>
                  </a:extLst>
                </a:gridCol>
                <a:gridCol w="1678348">
                  <a:extLst>
                    <a:ext uri="{9D8B030D-6E8A-4147-A177-3AD203B41FA5}">
                      <a16:colId xmlns:a16="http://schemas.microsoft.com/office/drawing/2014/main" val="14683607"/>
                    </a:ext>
                  </a:extLst>
                </a:gridCol>
                <a:gridCol w="1614836">
                  <a:extLst>
                    <a:ext uri="{9D8B030D-6E8A-4147-A177-3AD203B41FA5}">
                      <a16:colId xmlns:a16="http://schemas.microsoft.com/office/drawing/2014/main" val="2403508123"/>
                    </a:ext>
                  </a:extLst>
                </a:gridCol>
              </a:tblGrid>
              <a:tr h="611833">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a:solidFill>
                            <a:schemeClr val="bg1"/>
                          </a:solidFill>
                          <a:latin typeface="Arial" panose="020B0604020202020204" pitchFamily="34" charset="0"/>
                          <a:cs typeface="Arial" panose="020B0604020202020204" pitchFamily="34" charset="0"/>
                        </a:rPr>
                        <a:t>Team member 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a:solidFill>
                            <a:schemeClr val="bg1"/>
                          </a:solidFill>
                          <a:latin typeface="Arial" panose="020B0604020202020204" pitchFamily="34" charset="0"/>
                          <a:cs typeface="Arial" panose="020B0604020202020204" pitchFamily="34" charset="0"/>
                        </a:rPr>
                        <a:t>Dysfunction 1:</a:t>
                      </a:r>
                    </a:p>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a:solidFill>
                            <a:schemeClr val="bg1"/>
                          </a:solidFill>
                          <a:latin typeface="Arial" panose="020B0604020202020204" pitchFamily="34" charset="0"/>
                          <a:cs typeface="Arial" panose="020B0604020202020204" pitchFamily="34" charset="0"/>
                        </a:rPr>
                        <a:t>Absence of trust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a:solidFill>
                            <a:schemeClr val="bg1"/>
                          </a:solidFill>
                          <a:latin typeface="Arial" panose="020B0604020202020204" pitchFamily="34" charset="0"/>
                          <a:cs typeface="Arial" panose="020B0604020202020204" pitchFamily="34" charset="0"/>
                        </a:rPr>
                        <a:t>Dysfunction 2:</a:t>
                      </a:r>
                    </a:p>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a:solidFill>
                            <a:schemeClr val="bg1"/>
                          </a:solidFill>
                          <a:latin typeface="Arial" panose="020B0604020202020204" pitchFamily="34" charset="0"/>
                          <a:cs typeface="Arial" panose="020B0604020202020204" pitchFamily="34" charset="0"/>
                        </a:rPr>
                        <a:t>Fear of conflict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a:solidFill>
                            <a:schemeClr val="bg1"/>
                          </a:solidFill>
                          <a:latin typeface="Arial" panose="020B0604020202020204" pitchFamily="34" charset="0"/>
                          <a:cs typeface="Arial" panose="020B0604020202020204" pitchFamily="34" charset="0"/>
                        </a:rPr>
                        <a:t>Dysfunction 3:</a:t>
                      </a:r>
                    </a:p>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a:solidFill>
                            <a:schemeClr val="bg1"/>
                          </a:solidFill>
                          <a:latin typeface="Arial" panose="020B0604020202020204" pitchFamily="34" charset="0"/>
                          <a:cs typeface="Arial" panose="020B0604020202020204" pitchFamily="34" charset="0"/>
                        </a:rPr>
                        <a:t>Lack of commitment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a:solidFill>
                            <a:schemeClr val="bg1"/>
                          </a:solidFill>
                          <a:latin typeface="Arial" panose="020B0604020202020204" pitchFamily="34" charset="0"/>
                          <a:cs typeface="Arial" panose="020B0604020202020204" pitchFamily="34" charset="0"/>
                        </a:rPr>
                        <a:t>Dysfunction 4:</a:t>
                      </a:r>
                    </a:p>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a:solidFill>
                            <a:schemeClr val="bg1"/>
                          </a:solidFill>
                          <a:latin typeface="Arial" panose="020B0604020202020204" pitchFamily="34" charset="0"/>
                          <a:cs typeface="Arial" panose="020B0604020202020204" pitchFamily="34" charset="0"/>
                        </a:rPr>
                        <a:t>Avoidance of accountability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a:solidFill>
                            <a:schemeClr val="bg1"/>
                          </a:solidFill>
                          <a:latin typeface="Arial" panose="020B0604020202020204" pitchFamily="34" charset="0"/>
                          <a:cs typeface="Arial" panose="020B0604020202020204" pitchFamily="34" charset="0"/>
                        </a:rPr>
                        <a:t>Dysfunction 5:</a:t>
                      </a:r>
                    </a:p>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a:solidFill>
                            <a:schemeClr val="bg1"/>
                          </a:solidFill>
                          <a:latin typeface="Arial" panose="020B0604020202020204" pitchFamily="34" charset="0"/>
                          <a:cs typeface="Arial" panose="020B0604020202020204" pitchFamily="34" charset="0"/>
                        </a:rPr>
                        <a:t>Inattention to results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813697056"/>
                  </a:ext>
                </a:extLst>
              </a:tr>
              <a:tr h="168146">
                <a:tc>
                  <a:txBody>
                    <a:bodyPr/>
                    <a:lstStyle/>
                    <a:p>
                      <a:pPr algn="l" fontAlgn="t"/>
                      <a:endParaRPr lang="en-GB" sz="1200" b="0" i="0" u="none" strike="noStrike">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05836976"/>
                  </a:ext>
                </a:extLst>
              </a:tr>
              <a:tr h="168146">
                <a:tc>
                  <a:txBody>
                    <a:bodyPr/>
                    <a:lstStyle/>
                    <a:p>
                      <a:pPr lvl="0" algn="l">
                        <a:buNone/>
                      </a:pPr>
                      <a:endParaRPr lang="en-GB" sz="1200" b="0" i="0" u="none" strike="noStrike">
                        <a:solidFill>
                          <a:schemeClr val="tx1"/>
                        </a:solidFill>
                        <a:effectLst/>
                        <a:latin typeface="Arial"/>
                        <a:ea typeface="Riforma LL" panose="020B0504020101020102" pitchFamily="34" charset="0"/>
                        <a:cs typeface="Arial"/>
                      </a:endParaRPr>
                    </a:p>
                  </a:txBody>
                  <a:tcPr anchor="ctr">
                    <a:lnL w="12700">
                      <a:solidFill>
                        <a:schemeClr val="tx1"/>
                      </a:solidFill>
                    </a:lnL>
                    <a:lnR w="12700">
                      <a:solidFill>
                        <a:schemeClr val="tx1"/>
                      </a:solidFill>
                    </a:lnR>
                    <a:lnT w="12700">
                      <a:solidFill>
                        <a:schemeClr val="tx1"/>
                      </a:solidFill>
                    </a:lnT>
                    <a:lnB w="12700">
                      <a:solidFill>
                        <a:schemeClr val="tx1"/>
                      </a:solidFill>
                    </a:lnB>
                    <a:lnTlToBr w="0">
                      <a:noFill/>
                    </a:lnTlToBr>
                    <a:lnBlToTr w="0">
                      <a:noFill/>
                    </a:lnBlToTr>
                    <a:solidFill>
                      <a:schemeClr val="bg1">
                        <a:lumMod val="95000"/>
                      </a:schemeClr>
                    </a:solidFill>
                  </a:tcPr>
                </a:tc>
                <a:tc>
                  <a:txBody>
                    <a:bodyPr/>
                    <a:lstStyle/>
                    <a:p>
                      <a:pPr lvl="0" algn="ctr">
                        <a:buNone/>
                      </a:pPr>
                      <a:endParaRPr lang="de-DE" sz="1200" b="0">
                        <a:latin typeface="Arial"/>
                        <a:cs typeface="Arial"/>
                      </a:endParaRPr>
                    </a:p>
                  </a:txBody>
                  <a:tcPr anchor="ctr">
                    <a:lnL w="12700">
                      <a:solidFill>
                        <a:schemeClr val="tx1"/>
                      </a:solidFill>
                    </a:lnL>
                    <a:lnR w="12700">
                      <a:solidFill>
                        <a:schemeClr val="tx1"/>
                      </a:solidFill>
                    </a:lnR>
                    <a:lnT w="12700">
                      <a:solidFill>
                        <a:schemeClr val="tx1"/>
                      </a:solidFill>
                    </a:lnT>
                    <a:lnB w="12700">
                      <a:solidFill>
                        <a:schemeClr val="tx1"/>
                      </a:solidFill>
                    </a:lnB>
                    <a:lnTlToBr w="0">
                      <a:noFill/>
                    </a:lnTlToBr>
                    <a:lnBlToTr w="0">
                      <a:noFill/>
                    </a:lnBlToTr>
                    <a:solidFill>
                      <a:schemeClr val="bg1"/>
                    </a:solidFill>
                  </a:tcPr>
                </a:tc>
                <a:tc>
                  <a:txBody>
                    <a:bodyPr/>
                    <a:lstStyle/>
                    <a:p>
                      <a:pPr lvl="0" algn="ctr">
                        <a:buNone/>
                      </a:pPr>
                      <a:endParaRPr lang="de-DE" sz="1200" b="0">
                        <a:latin typeface="Arial"/>
                        <a:cs typeface="Arial"/>
                      </a:endParaRPr>
                    </a:p>
                  </a:txBody>
                  <a:tcPr anchor="ctr">
                    <a:lnL w="12700">
                      <a:solidFill>
                        <a:schemeClr val="tx1"/>
                      </a:solidFill>
                    </a:lnL>
                    <a:lnR w="12700">
                      <a:solidFill>
                        <a:schemeClr val="tx1"/>
                      </a:solidFill>
                    </a:lnR>
                    <a:lnT w="12700">
                      <a:solidFill>
                        <a:schemeClr val="tx1"/>
                      </a:solidFill>
                    </a:lnT>
                    <a:lnB w="12700">
                      <a:solidFill>
                        <a:schemeClr val="tx1"/>
                      </a:solidFill>
                    </a:lnB>
                    <a:lnTlToBr w="0">
                      <a:noFill/>
                    </a:lnTlToBr>
                    <a:lnBlToTr w="0">
                      <a:noFill/>
                    </a:lnBlToTr>
                    <a:solidFill>
                      <a:schemeClr val="bg1"/>
                    </a:solidFill>
                  </a:tcPr>
                </a:tc>
                <a:tc>
                  <a:txBody>
                    <a:bodyPr/>
                    <a:lstStyle/>
                    <a:p>
                      <a:pPr lvl="0" algn="ctr">
                        <a:buNone/>
                      </a:pPr>
                      <a:endParaRPr lang="de-DE" sz="1200" b="0">
                        <a:latin typeface="Arial"/>
                        <a:cs typeface="Arial"/>
                      </a:endParaRPr>
                    </a:p>
                  </a:txBody>
                  <a:tcPr anchor="ctr">
                    <a:lnL w="12700">
                      <a:solidFill>
                        <a:schemeClr val="tx1"/>
                      </a:solidFill>
                    </a:lnL>
                    <a:lnR w="12700">
                      <a:solidFill>
                        <a:schemeClr val="tx1"/>
                      </a:solidFill>
                    </a:lnR>
                    <a:lnT w="12700">
                      <a:solidFill>
                        <a:schemeClr val="tx1"/>
                      </a:solidFill>
                    </a:lnT>
                    <a:lnB w="12700">
                      <a:solidFill>
                        <a:schemeClr val="tx1"/>
                      </a:solidFill>
                    </a:lnB>
                    <a:lnTlToBr w="0">
                      <a:noFill/>
                    </a:lnTlToBr>
                    <a:lnBlToTr w="0">
                      <a:noFill/>
                    </a:lnBlToTr>
                    <a:solidFill>
                      <a:schemeClr val="bg1"/>
                    </a:solidFill>
                  </a:tcPr>
                </a:tc>
                <a:tc>
                  <a:txBody>
                    <a:bodyPr/>
                    <a:lstStyle/>
                    <a:p>
                      <a:pPr lvl="0" algn="ctr">
                        <a:buNone/>
                      </a:pPr>
                      <a:endParaRPr lang="de-DE" sz="1200" b="0">
                        <a:latin typeface="Arial"/>
                        <a:cs typeface="Arial"/>
                      </a:endParaRPr>
                    </a:p>
                  </a:txBody>
                  <a:tcPr anchor="ctr">
                    <a:lnL w="12700">
                      <a:solidFill>
                        <a:schemeClr val="tx1"/>
                      </a:solidFill>
                    </a:lnL>
                    <a:lnR w="12700">
                      <a:solidFill>
                        <a:schemeClr val="tx1"/>
                      </a:solidFill>
                    </a:lnR>
                    <a:lnT w="12700">
                      <a:solidFill>
                        <a:schemeClr val="tx1"/>
                      </a:solidFill>
                    </a:lnT>
                    <a:lnB w="12700">
                      <a:solidFill>
                        <a:schemeClr val="tx1"/>
                      </a:solidFill>
                    </a:lnB>
                    <a:lnTlToBr w="0">
                      <a:noFill/>
                    </a:lnTlToBr>
                    <a:lnBlToTr w="0">
                      <a:noFill/>
                    </a:lnBlToTr>
                    <a:solidFill>
                      <a:schemeClr val="bg1"/>
                    </a:solidFill>
                  </a:tcPr>
                </a:tc>
                <a:tc>
                  <a:txBody>
                    <a:bodyPr/>
                    <a:lstStyle/>
                    <a:p>
                      <a:pPr lvl="0" algn="ctr">
                        <a:buNone/>
                      </a:pPr>
                      <a:endParaRPr lang="de-DE" sz="1200" b="0">
                        <a:latin typeface="Arial"/>
                        <a:cs typeface="Arial"/>
                      </a:endParaRPr>
                    </a:p>
                  </a:txBody>
                  <a:tcPr anchor="ctr">
                    <a:lnL w="12700">
                      <a:solidFill>
                        <a:schemeClr val="tx1"/>
                      </a:solidFill>
                    </a:lnL>
                    <a:lnR w="12700">
                      <a:solidFill>
                        <a:schemeClr val="tx1"/>
                      </a:solidFill>
                    </a:lnR>
                    <a:lnT w="12700">
                      <a:solidFill>
                        <a:schemeClr val="tx1"/>
                      </a:solidFill>
                    </a:lnT>
                    <a:lnB w="12700">
                      <a:solidFill>
                        <a:schemeClr val="tx1"/>
                      </a:solidFill>
                    </a:lnB>
                    <a:lnTlToBr w="0">
                      <a:noFill/>
                    </a:lnTlToBr>
                    <a:lnBlToTr w="0">
                      <a:noFill/>
                    </a:lnBlToTr>
                    <a:solidFill>
                      <a:schemeClr val="bg1"/>
                    </a:solidFill>
                  </a:tcPr>
                </a:tc>
                <a:extLst>
                  <a:ext uri="{0D108BD9-81ED-4DB2-BD59-A6C34878D82A}">
                    <a16:rowId xmlns:a16="http://schemas.microsoft.com/office/drawing/2014/main" val="166062031"/>
                  </a:ext>
                </a:extLst>
              </a:tr>
              <a:tr h="168146">
                <a:tc>
                  <a:txBody>
                    <a:bodyPr/>
                    <a:lstStyle/>
                    <a:p>
                      <a:pPr algn="l" fontAlgn="t"/>
                      <a:endParaRPr lang="en-GB" sz="1200" b="0" i="0" u="none" strike="noStrike">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50553704"/>
                  </a:ext>
                </a:extLst>
              </a:tr>
              <a:tr h="168146">
                <a:tc>
                  <a:txBody>
                    <a:bodyPr/>
                    <a:lstStyle/>
                    <a:p>
                      <a:pPr lvl="0" algn="l">
                        <a:buNone/>
                      </a:pPr>
                      <a:endParaRPr lang="en-GB" sz="1200" b="0" i="0" u="none" strike="noStrike">
                        <a:solidFill>
                          <a:schemeClr val="tx1"/>
                        </a:solidFill>
                        <a:effectLst/>
                        <a:latin typeface="Arial"/>
                        <a:ea typeface="Riforma LL" panose="020B0504020101020102" pitchFamily="34" charset="0"/>
                        <a:cs typeface="Arial"/>
                      </a:endParaRPr>
                    </a:p>
                  </a:txBody>
                  <a:tcPr anchor="ctr">
                    <a:lnL w="12700">
                      <a:solidFill>
                        <a:schemeClr val="tx1"/>
                      </a:solidFill>
                    </a:lnL>
                    <a:lnR w="12700">
                      <a:solidFill>
                        <a:schemeClr val="tx1"/>
                      </a:solidFill>
                    </a:lnR>
                    <a:lnT w="12700">
                      <a:solidFill>
                        <a:schemeClr val="tx1"/>
                      </a:solidFill>
                    </a:lnT>
                    <a:lnB w="12700">
                      <a:solidFill>
                        <a:schemeClr val="tx1"/>
                      </a:solidFill>
                    </a:lnB>
                    <a:lnTlToBr w="0">
                      <a:noFill/>
                    </a:lnTlToBr>
                    <a:lnBlToTr w="0">
                      <a:noFill/>
                    </a:lnBlToTr>
                    <a:solidFill>
                      <a:schemeClr val="bg1">
                        <a:lumMod val="95000"/>
                      </a:schemeClr>
                    </a:solidFill>
                  </a:tcPr>
                </a:tc>
                <a:tc>
                  <a:txBody>
                    <a:bodyPr/>
                    <a:lstStyle/>
                    <a:p>
                      <a:pPr lvl="0" algn="ctr">
                        <a:buNone/>
                      </a:pPr>
                      <a:endParaRPr lang="de-DE" sz="1200" b="0">
                        <a:latin typeface="Arial"/>
                        <a:cs typeface="Arial"/>
                      </a:endParaRPr>
                    </a:p>
                  </a:txBody>
                  <a:tcPr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a:latin typeface="Arial"/>
                        <a:cs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a:latin typeface="Arial"/>
                        <a:cs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a:latin typeface="Arial"/>
                        <a:cs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a:latin typeface="Arial"/>
                        <a:cs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71878898"/>
                  </a:ext>
                </a:extLst>
              </a:tr>
              <a:tr h="338161">
                <a:tc>
                  <a:txBody>
                    <a:bodyPr/>
                    <a:lstStyle/>
                    <a:p>
                      <a:pPr algn="l" fontAlgn="t"/>
                      <a:endParaRPr lang="en-GB" sz="1200" b="0" i="0" u="none" strike="noStrike">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t"/>
                      <a:endParaRPr lang="en-GB" sz="1200" b="0" i="0" u="none" strike="noStrike">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91303769"/>
                  </a:ext>
                </a:extLst>
              </a:tr>
              <a:tr h="338161">
                <a:tc>
                  <a:txBody>
                    <a:bodyPr/>
                    <a:lstStyle/>
                    <a:p>
                      <a:pPr algn="l" fontAlgn="t"/>
                      <a:endParaRPr lang="en-GB" sz="1200" b="0" i="0" u="none" strike="noStrike">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t"/>
                      <a:endParaRPr lang="en-GB" sz="1200" b="0" i="0" u="none" strike="noStrike">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en-GB" sz="1200" b="0" i="0" u="none" strike="noStrike">
                        <a:solidFill>
                          <a:schemeClr val="bg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09675350"/>
                  </a:ext>
                </a:extLst>
              </a:tr>
              <a:tr h="338161">
                <a:tc>
                  <a:txBody>
                    <a:bodyPr/>
                    <a:lstStyle/>
                    <a:p>
                      <a:pPr algn="l" fontAlgn="t"/>
                      <a:endParaRPr lang="en-GB" sz="1200" b="0" i="0" u="none" strike="noStrike">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t"/>
                      <a:endParaRPr lang="en-GB" sz="1200" b="0" i="0" u="none" strike="noStrike">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2572780"/>
                  </a:ext>
                </a:extLst>
              </a:tr>
              <a:tr h="338161">
                <a:tc>
                  <a:txBody>
                    <a:bodyPr/>
                    <a:lstStyle/>
                    <a:p>
                      <a:pPr algn="l" fontAlgn="t"/>
                      <a:endParaRPr lang="en-GB" sz="1200" b="0" i="0" u="none" strike="noStrike">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74705117"/>
                  </a:ext>
                </a:extLst>
              </a:tr>
              <a:tr h="338161">
                <a:tc>
                  <a:txBody>
                    <a:bodyPr/>
                    <a:lstStyle/>
                    <a:p>
                      <a:pPr algn="l" fontAlgn="t"/>
                      <a:endParaRPr lang="en-GB" sz="1200" b="0" i="0" u="none" strike="noStrike">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18149056"/>
                  </a:ext>
                </a:extLst>
              </a:tr>
              <a:tr h="338161">
                <a:tc>
                  <a:txBody>
                    <a:bodyPr/>
                    <a:lstStyle/>
                    <a:p>
                      <a:pPr algn="l" fontAlgn="t"/>
                      <a:endParaRPr lang="en-GB" sz="1200" b="0" i="0" u="none" strike="noStrike">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70126311"/>
                  </a:ext>
                </a:extLst>
              </a:tr>
              <a:tr h="338161">
                <a:tc>
                  <a:txBody>
                    <a:bodyPr/>
                    <a:lstStyle/>
                    <a:p>
                      <a:pPr algn="l" fontAlgn="t"/>
                      <a:endParaRPr lang="en-GB" sz="1200" b="0" i="0" u="none" strike="noStrike">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2311506"/>
                  </a:ext>
                </a:extLst>
              </a:tr>
              <a:tr h="338161">
                <a:tc>
                  <a:txBody>
                    <a:bodyPr/>
                    <a:lstStyle/>
                    <a:p>
                      <a:pPr algn="l" fontAlgn="t"/>
                      <a:endParaRPr lang="en-GB" sz="1200" b="0" i="0" u="none" strike="noStrike">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lvl="0" algn="ctr">
                        <a:buNone/>
                      </a:pPr>
                      <a:endParaRPr lang="de-DE" sz="120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70979690"/>
                  </a:ext>
                </a:extLst>
              </a:tr>
              <a:tr h="478036">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GB" sz="1200" b="0" i="0" kern="1200" err="1">
                          <a:solidFill>
                            <a:schemeClr val="bg1"/>
                          </a:solidFill>
                          <a:latin typeface="Arial"/>
                          <a:ea typeface="+mn-ea"/>
                          <a:cs typeface="Arial"/>
                        </a:rPr>
                        <a:t>Avg</a:t>
                      </a:r>
                      <a:r>
                        <a:rPr lang="en-GB" sz="1200" b="0" i="0" kern="1200">
                          <a:solidFill>
                            <a:schemeClr val="bg1"/>
                          </a:solidFill>
                          <a:latin typeface="Arial"/>
                          <a:ea typeface="+mn-ea"/>
                          <a:cs typeface="Arial"/>
                        </a:rPr>
                        <a:t> team scores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lvl="0" algn="ctr" fontAlgn="t"/>
                      <a:r>
                        <a:rPr lang="en-GB" sz="1200" b="0" i="0" u="none" strike="noStrike">
                          <a:solidFill>
                            <a:schemeClr val="bg1"/>
                          </a:solidFill>
                          <a:effectLst/>
                          <a:latin typeface="Arial" panose="020B0604020202020204" pitchFamily="34" charset="0"/>
                          <a:ea typeface="Riforma LL" panose="020B0504020101020102" pitchFamily="34" charset="0"/>
                          <a:cs typeface="Arial" panose="020B0604020202020204" pitchFamily="34" charset="0"/>
                        </a:rPr>
                        <a:t>Absence of Trust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ctr" defTabSz="913760" rtl="0" eaLnBrk="1" fontAlgn="t" latinLnBrk="0" hangingPunct="1">
                        <a:lnSpc>
                          <a:spcPct val="100000"/>
                        </a:lnSpc>
                        <a:spcBef>
                          <a:spcPts val="0"/>
                        </a:spcBef>
                        <a:spcAft>
                          <a:spcPts val="0"/>
                        </a:spcAft>
                        <a:buClrTx/>
                        <a:buSzTx/>
                        <a:buFontTx/>
                        <a:buNone/>
                        <a:tabLst/>
                        <a:defRPr/>
                      </a:pPr>
                      <a:r>
                        <a:rPr lang="en-GB" sz="1200" b="0" i="0" u="none" strike="noStrike">
                          <a:solidFill>
                            <a:schemeClr val="bg1"/>
                          </a:solidFill>
                          <a:effectLst/>
                          <a:latin typeface="Arial"/>
                          <a:ea typeface="Riforma LL" panose="020B0504020101020102" pitchFamily="34" charset="0"/>
                          <a:cs typeface="Arial"/>
                        </a:rPr>
                        <a:t>Absence of Trust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ctr" defTabSz="913760" rtl="0" eaLnBrk="1" fontAlgn="t" latinLnBrk="0" hangingPunct="1">
                        <a:lnSpc>
                          <a:spcPct val="100000"/>
                        </a:lnSpc>
                        <a:spcBef>
                          <a:spcPts val="0"/>
                        </a:spcBef>
                        <a:spcAft>
                          <a:spcPts val="0"/>
                        </a:spcAft>
                        <a:buClrTx/>
                        <a:buSzTx/>
                        <a:buFontTx/>
                        <a:buNone/>
                        <a:tabLst/>
                        <a:defRPr/>
                      </a:pPr>
                      <a:r>
                        <a:rPr lang="en-GB" sz="1200" b="0" i="0" u="none" strike="noStrike" kern="1200">
                          <a:solidFill>
                            <a:schemeClr val="bg1"/>
                          </a:solidFill>
                          <a:effectLst/>
                          <a:latin typeface="Arial"/>
                          <a:ea typeface="Riforma LL" panose="020B0504020101020102" pitchFamily="34" charset="0"/>
                          <a:cs typeface="Arial"/>
                        </a:rPr>
                        <a:t>Lack of commitment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ctr" defTabSz="913760" rtl="0" eaLnBrk="1" fontAlgn="t" latinLnBrk="0" hangingPunct="1">
                        <a:lnSpc>
                          <a:spcPct val="100000"/>
                        </a:lnSpc>
                        <a:spcBef>
                          <a:spcPts val="0"/>
                        </a:spcBef>
                        <a:spcAft>
                          <a:spcPts val="0"/>
                        </a:spcAft>
                        <a:buClrTx/>
                        <a:buSzTx/>
                        <a:buFontTx/>
                        <a:buNone/>
                        <a:tabLst/>
                        <a:defRPr/>
                      </a:pPr>
                      <a:r>
                        <a:rPr lang="en-GB" sz="1200" b="0" i="0" u="none" strike="noStrike" kern="1200">
                          <a:solidFill>
                            <a:schemeClr val="bg1"/>
                          </a:solidFill>
                          <a:effectLst/>
                          <a:latin typeface="Arial"/>
                          <a:ea typeface="Riforma LL" panose="020B0504020101020102" pitchFamily="34" charset="0"/>
                          <a:cs typeface="Arial"/>
                        </a:rPr>
                        <a:t>Avoidance of accountability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ctr" rtl="0" eaLnBrk="1" fontAlgn="t" latinLnBrk="0" hangingPunct="1">
                        <a:lnSpc>
                          <a:spcPct val="100000"/>
                        </a:lnSpc>
                        <a:spcBef>
                          <a:spcPts val="0"/>
                        </a:spcBef>
                        <a:spcAft>
                          <a:spcPts val="0"/>
                        </a:spcAft>
                        <a:buClrTx/>
                        <a:buSzTx/>
                        <a:buFontTx/>
                        <a:buNone/>
                      </a:pPr>
                      <a:r>
                        <a:rPr lang="en-GB" sz="1200" b="0" i="0" u="none" strike="noStrike" kern="1200">
                          <a:solidFill>
                            <a:schemeClr val="bg1"/>
                          </a:solidFill>
                          <a:effectLst/>
                          <a:latin typeface="Arial" panose="020B0604020202020204" pitchFamily="34" charset="0"/>
                          <a:ea typeface="Riforma LL" panose="020B0504020101020102" pitchFamily="34" charset="0"/>
                          <a:cs typeface="Arial" panose="020B0604020202020204" pitchFamily="34" charset="0"/>
                        </a:rPr>
                        <a:t>Inattention to results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217614542"/>
                  </a:ext>
                </a:extLst>
              </a:tr>
              <a:tr h="654061">
                <a:tc>
                  <a:txBody>
                    <a:bodyPr/>
                    <a:lstStyle/>
                    <a:p>
                      <a:pPr algn="ctr" fontAlgn="t"/>
                      <a:endParaRPr lang="en-GB" sz="1200" b="0" i="0" u="none" strike="noStrike">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t"/>
                      <a:endParaRPr lang="en-GB" sz="1200" b="0" i="0" u="none" strike="noStrike">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en-GB" sz="1200" b="0" i="0" u="none" strike="noStrike">
                        <a:solidFill>
                          <a:schemeClr val="bg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38304135"/>
                  </a:ext>
                </a:extLst>
              </a:tr>
            </a:tbl>
          </a:graphicData>
        </a:graphic>
      </p:graphicFrame>
      <p:pic>
        <p:nvPicPr>
          <p:cNvPr id="6" name="Picture 5">
            <a:extLst>
              <a:ext uri="{FF2B5EF4-FFF2-40B4-BE49-F238E27FC236}">
                <a16:creationId xmlns:a16="http://schemas.microsoft.com/office/drawing/2014/main" id="{54A37B33-B3BC-A3E0-A178-8230A0D3C3D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03483" y="262418"/>
            <a:ext cx="3645889" cy="272440"/>
          </a:xfrm>
          <a:prstGeom prst="rect">
            <a:avLst/>
          </a:prstGeom>
        </p:spPr>
      </p:pic>
      <p:sp>
        <p:nvSpPr>
          <p:cNvPr id="4" name="TextBox 3">
            <a:extLst>
              <a:ext uri="{FF2B5EF4-FFF2-40B4-BE49-F238E27FC236}">
                <a16:creationId xmlns:a16="http://schemas.microsoft.com/office/drawing/2014/main" id="{8E1F5DB7-DC75-5B42-79EF-F4C52B3D546C}"/>
              </a:ext>
            </a:extLst>
          </p:cNvPr>
          <p:cNvSpPr txBox="1"/>
          <p:nvPr/>
        </p:nvSpPr>
        <p:spPr>
          <a:xfrm>
            <a:off x="258734" y="655984"/>
            <a:ext cx="9707740" cy="1015663"/>
          </a:xfrm>
          <a:prstGeom prst="rect">
            <a:avLst/>
          </a:prstGeom>
          <a:solidFill>
            <a:schemeClr val="bg2"/>
          </a:solidFill>
        </p:spPr>
        <p:txBody>
          <a:bodyPr wrap="square" lIns="91440" tIns="45720" rIns="91440" bIns="45720" rtlCol="0" anchor="t">
            <a:spAutoFit/>
          </a:bodyPr>
          <a:lstStyle/>
          <a:p>
            <a:r>
              <a:rPr lang="en-GB" sz="1200">
                <a:latin typeface="Arial" panose="020B0604020202020204" pitchFamily="34" charset="0"/>
                <a:ea typeface="Calibri"/>
                <a:cs typeface="Arial" panose="020B0604020202020204" pitchFamily="34" charset="0"/>
              </a:rPr>
              <a:t>Compile all team members’ scores together to have a comprehensive view of the team’s perceptions (done by the module guru).</a:t>
            </a:r>
          </a:p>
          <a:p>
            <a:r>
              <a:rPr lang="en-GB" sz="1200" b="1" err="1">
                <a:latin typeface="Arial" panose="020B0604020202020204" pitchFamily="34" charset="0"/>
                <a:ea typeface="Calibri"/>
                <a:cs typeface="Arial" panose="020B0604020202020204" pitchFamily="34" charset="0"/>
              </a:rPr>
              <a:t>Analyze</a:t>
            </a:r>
            <a:r>
              <a:rPr lang="en-GB" sz="1200" b="1">
                <a:latin typeface="Arial" panose="020B0604020202020204" pitchFamily="34" charset="0"/>
                <a:ea typeface="Calibri"/>
                <a:cs typeface="Arial" panose="020B0604020202020204" pitchFamily="34" charset="0"/>
              </a:rPr>
              <a:t> </a:t>
            </a:r>
            <a:r>
              <a:rPr lang="en-GB" sz="1200" b="1" i="0" u="none" strike="noStrike">
                <a:effectLst/>
                <a:latin typeface="Arial" panose="020B0604020202020204" pitchFamily="34" charset="0"/>
                <a:ea typeface="Calibri"/>
                <a:cs typeface="Arial" panose="020B0604020202020204" pitchFamily="34" charset="0"/>
              </a:rPr>
              <a:t>the total scores for each dysfunction</a:t>
            </a:r>
            <a:r>
              <a:rPr lang="en-GB" sz="1200" b="1">
                <a:latin typeface="Arial" panose="020B0604020202020204" pitchFamily="34" charset="0"/>
                <a:ea typeface="Calibri"/>
                <a:cs typeface="Arial" panose="020B0604020202020204" pitchFamily="34" charset="0"/>
              </a:rPr>
              <a:t> </a:t>
            </a:r>
            <a:endParaRPr lang="en-GB" sz="1200" b="1" i="0" u="none" strike="noStrike">
              <a:effectLst/>
              <a:latin typeface="Arial" panose="020B0604020202020204" pitchFamily="34" charset="0"/>
              <a:ea typeface="Calibri"/>
              <a:cs typeface="Arial" panose="020B0604020202020204" pitchFamily="34" charset="0"/>
            </a:endParaRPr>
          </a:p>
          <a:p>
            <a:pPr marL="171450" indent="-171450">
              <a:buFont typeface="Arial"/>
              <a:buChar char="•"/>
            </a:pPr>
            <a:r>
              <a:rPr lang="en-GB" sz="1200">
                <a:latin typeface="Arial" panose="020B0604020202020204" pitchFamily="34" charset="0"/>
                <a:cs typeface="Arial" panose="020B0604020202020204" pitchFamily="34" charset="0"/>
              </a:rPr>
              <a:t>A score between 9-8 indicates no problem</a:t>
            </a:r>
          </a:p>
          <a:p>
            <a:pPr marL="171450" indent="-171450">
              <a:buFont typeface="Arial"/>
              <a:buChar char="•"/>
            </a:pPr>
            <a:r>
              <a:rPr lang="en-GB" sz="1200">
                <a:latin typeface="Arial" panose="020B0604020202020204" pitchFamily="34" charset="0"/>
                <a:cs typeface="Arial" panose="020B0604020202020204" pitchFamily="34" charset="0"/>
              </a:rPr>
              <a:t>7-6 indicates </a:t>
            </a:r>
            <a:r>
              <a:rPr lang="en-GB" sz="1200" b="0" i="0" u="none" strike="noStrike">
                <a:effectLst/>
                <a:latin typeface="Arial" panose="020B0604020202020204" pitchFamily="34" charset="0"/>
                <a:cs typeface="Arial" panose="020B0604020202020204" pitchFamily="34" charset="0"/>
              </a:rPr>
              <a:t>a </a:t>
            </a:r>
            <a:r>
              <a:rPr lang="en-GB" sz="1200">
                <a:latin typeface="Arial" panose="020B0604020202020204" pitchFamily="34" charset="0"/>
                <a:cs typeface="Arial" panose="020B0604020202020204" pitchFamily="34" charset="0"/>
              </a:rPr>
              <a:t>possible problem</a:t>
            </a:r>
          </a:p>
          <a:p>
            <a:pPr marL="171450" indent="-171450">
              <a:buFont typeface="Arial"/>
              <a:buChar char="•"/>
            </a:pPr>
            <a:r>
              <a:rPr lang="en-GB" sz="1200">
                <a:latin typeface="Arial" panose="020B0604020202020204" pitchFamily="34" charset="0"/>
                <a:cs typeface="Arial" panose="020B0604020202020204" pitchFamily="34" charset="0"/>
              </a:rPr>
              <a:t>3-5 indicates </a:t>
            </a:r>
            <a:r>
              <a:rPr lang="en-GB" sz="1200" b="0" i="0" u="none" strike="noStrike">
                <a:effectLst/>
                <a:latin typeface="Arial" panose="020B0604020202020204" pitchFamily="34" charset="0"/>
                <a:cs typeface="Arial" panose="020B0604020202020204" pitchFamily="34" charset="0"/>
              </a:rPr>
              <a:t>a </a:t>
            </a:r>
            <a:r>
              <a:rPr lang="en-GB" sz="1200">
                <a:latin typeface="Arial" panose="020B0604020202020204" pitchFamily="34" charset="0"/>
                <a:cs typeface="Arial" panose="020B0604020202020204" pitchFamily="34" charset="0"/>
              </a:rPr>
              <a:t>serious problem</a:t>
            </a:r>
            <a:r>
              <a:rPr lang="en-GB" sz="1200" b="0" i="0" u="none" strike="noStrike">
                <a:effectLst/>
                <a:latin typeface="Arial" panose="020B0604020202020204" pitchFamily="34" charset="0"/>
                <a:cs typeface="Arial" panose="020B0604020202020204" pitchFamily="34" charset="0"/>
              </a:rPr>
              <a:t>.</a:t>
            </a:r>
            <a:endParaRPr lang="en-GB" sz="1200">
              <a:latin typeface="Arial" panose="020B0604020202020204" pitchFamily="34" charset="0"/>
              <a:cs typeface="Arial" panose="020B0604020202020204" pitchFamily="34" charset="0"/>
            </a:endParaRPr>
          </a:p>
        </p:txBody>
      </p:sp>
      <p:cxnSp>
        <p:nvCxnSpPr>
          <p:cNvPr id="9" name="Straight Connector 8">
            <a:extLst>
              <a:ext uri="{FF2B5EF4-FFF2-40B4-BE49-F238E27FC236}">
                <a16:creationId xmlns:a16="http://schemas.microsoft.com/office/drawing/2014/main" id="{2111E4B7-C7EA-E5AE-8076-90D038889129}"/>
              </a:ext>
            </a:extLst>
          </p:cNvPr>
          <p:cNvCxnSpPr>
            <a:cxnSpLocks/>
          </p:cNvCxnSpPr>
          <p:nvPr/>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58279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B89E5E8-C3DB-3314-84F3-89C2C53E93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193" y="66962"/>
            <a:ext cx="6157913" cy="555302"/>
          </a:xfrm>
          <a:prstGeom prst="rect">
            <a:avLst/>
          </a:prstGeom>
        </p:spPr>
      </p:pic>
      <p:graphicFrame>
        <p:nvGraphicFramePr>
          <p:cNvPr id="4" name="Table 3">
            <a:extLst>
              <a:ext uri="{FF2B5EF4-FFF2-40B4-BE49-F238E27FC236}">
                <a16:creationId xmlns:a16="http://schemas.microsoft.com/office/drawing/2014/main" id="{C7B4E9FB-F0E9-A518-DC6D-E19ABF645AD4}"/>
              </a:ext>
            </a:extLst>
          </p:cNvPr>
          <p:cNvGraphicFramePr>
            <a:graphicFrameLocks noGrp="1"/>
          </p:cNvGraphicFramePr>
          <p:nvPr>
            <p:extLst>
              <p:ext uri="{D42A27DB-BD31-4B8C-83A1-F6EECF244321}">
                <p14:modId xmlns:p14="http://schemas.microsoft.com/office/powerpoint/2010/main" val="1711452625"/>
              </p:ext>
            </p:extLst>
          </p:nvPr>
        </p:nvGraphicFramePr>
        <p:xfrm>
          <a:off x="162482" y="1550732"/>
          <a:ext cx="9707740" cy="4172403"/>
        </p:xfrm>
        <a:graphic>
          <a:graphicData uri="http://schemas.openxmlformats.org/drawingml/2006/table">
            <a:tbl>
              <a:tblPr firstRow="1" bandRow="1">
                <a:tableStyleId>{2D5ABB26-0587-4C30-8999-92F81FD0307C}</a:tableStyleId>
              </a:tblPr>
              <a:tblGrid>
                <a:gridCol w="1817369">
                  <a:extLst>
                    <a:ext uri="{9D8B030D-6E8A-4147-A177-3AD203B41FA5}">
                      <a16:colId xmlns:a16="http://schemas.microsoft.com/office/drawing/2014/main" val="107519044"/>
                    </a:ext>
                  </a:extLst>
                </a:gridCol>
                <a:gridCol w="1181447">
                  <a:extLst>
                    <a:ext uri="{9D8B030D-6E8A-4147-A177-3AD203B41FA5}">
                      <a16:colId xmlns:a16="http://schemas.microsoft.com/office/drawing/2014/main" val="3128123737"/>
                    </a:ext>
                  </a:extLst>
                </a:gridCol>
                <a:gridCol w="6708924">
                  <a:extLst>
                    <a:ext uri="{9D8B030D-6E8A-4147-A177-3AD203B41FA5}">
                      <a16:colId xmlns:a16="http://schemas.microsoft.com/office/drawing/2014/main" val="1435361538"/>
                    </a:ext>
                  </a:extLst>
                </a:gridCol>
              </a:tblGrid>
              <a:tr h="371753">
                <a:tc>
                  <a:txBody>
                    <a:bodyPr/>
                    <a:lstStyle/>
                    <a:p>
                      <a:pPr marL="0" marR="0" lvl="0" indent="0" algn="l" rtl="0" eaLnBrk="1" fontAlgn="auto" latinLnBrk="0" hangingPunct="1">
                        <a:lnSpc>
                          <a:spcPct val="100000"/>
                        </a:lnSpc>
                        <a:spcBef>
                          <a:spcPts val="0"/>
                        </a:spcBef>
                        <a:spcAft>
                          <a:spcPts val="0"/>
                        </a:spcAft>
                        <a:buClrTx/>
                        <a:buSzTx/>
                        <a:buFontTx/>
                        <a:buNone/>
                      </a:pPr>
                      <a:r>
                        <a:rPr lang="en-US" sz="1400" b="0" i="0">
                          <a:solidFill>
                            <a:schemeClr val="bg1"/>
                          </a:solidFill>
                          <a:latin typeface="Arial" panose="020B0604020202020204" pitchFamily="34" charset="0"/>
                          <a:cs typeface="Arial" panose="020B0604020202020204" pitchFamily="34" charset="0"/>
                        </a:rPr>
                        <a:t>Dysfunction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400" b="0" i="0">
                          <a:solidFill>
                            <a:schemeClr val="bg1"/>
                          </a:solidFill>
                          <a:latin typeface="Arial" panose="020B0604020202020204" pitchFamily="34" charset="0"/>
                          <a:cs typeface="Arial" panose="020B0604020202020204" pitchFamily="34" charset="0"/>
                        </a:rPr>
                        <a:t>Team score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400" b="0" i="0">
                          <a:solidFill>
                            <a:schemeClr val="bg1"/>
                          </a:solidFill>
                          <a:latin typeface="Arial" panose="020B0604020202020204" pitchFamily="34" charset="0"/>
                          <a:cs typeface="Arial" panose="020B0604020202020204" pitchFamily="34" charset="0"/>
                        </a:rPr>
                        <a:t>How can it be addressed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813697056"/>
                  </a:ext>
                </a:extLst>
              </a:tr>
              <a:tr h="380065">
                <a:tc rowSpan="2">
                  <a:txBody>
                    <a:bodyPr/>
                    <a:lstStyle/>
                    <a:p>
                      <a:pPr lvl="0" algn="l" fontAlgn="t"/>
                      <a:r>
                        <a:rPr lang="en-GB" sz="1200" b="0" i="0" u="none" strike="noStrike">
                          <a:solidFill>
                            <a:schemeClr val="tx1"/>
                          </a:solidFill>
                          <a:effectLst/>
                          <a:latin typeface="Arial" panose="020B0604020202020204" pitchFamily="34" charset="0"/>
                          <a:ea typeface="Riforma LL" panose="020B0504020101020102" pitchFamily="34" charset="0"/>
                          <a:cs typeface="Arial" panose="020B0604020202020204" pitchFamily="34" charset="0"/>
                        </a:rPr>
                        <a:t>ABSENCE OF TRUST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l" fontAlgn="t"/>
                      <a:endParaRPr lang="en-GB" sz="1200" b="0" i="0" u="none" strike="noStrike">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r>
                        <a:rPr lang="en-GB" sz="1200" b="0" i="0" u="none" strike="noStrike">
                          <a:solidFill>
                            <a:schemeClr val="tx1"/>
                          </a:solidFill>
                          <a:effectLst/>
                          <a:latin typeface="Arial" panose="020B0604020202020204" pitchFamily="34" charset="0"/>
                          <a:ea typeface="Riforma LL" panose="020B0504020101020102" pitchFamily="34" charset="0"/>
                          <a:cs typeface="Arial" panose="020B0604020202020204" pitchFamily="34" charset="0"/>
                        </a:rPr>
                        <a:t>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67901036"/>
                  </a:ext>
                </a:extLst>
              </a:tr>
              <a:tr h="380065">
                <a:tc vMerge="1">
                  <a:txBody>
                    <a:bodyPr/>
                    <a:lstStyle/>
                    <a:p>
                      <a:pPr algn="l" fontAlgn="t"/>
                      <a:endParaRPr lang="en-GB" sz="1200" b="0" i="0" u="none" strike="noStrike">
                        <a:solidFill>
                          <a:schemeClr val="tx1"/>
                        </a:solidFill>
                        <a:effectLst/>
                        <a:latin typeface="Calibri" panose="020F0502020204030204" pitchFamily="34" charset="0"/>
                        <a:ea typeface="Riforma LL" panose="020B0504020101020102" pitchFamily="34" charset="0"/>
                        <a:cs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vMerge="1">
                  <a:txBody>
                    <a:bodyPr/>
                    <a:lstStyle/>
                    <a:p>
                      <a:pPr algn="l" fontAlgn="t"/>
                      <a:endParaRPr lang="en-GB" sz="1200" b="0" i="0" u="none" strike="noStrike">
                        <a:solidFill>
                          <a:schemeClr val="tx1"/>
                        </a:solidFill>
                        <a:effectLst/>
                        <a:latin typeface="Calibri" panose="020F0502020204030204" pitchFamily="34" charset="0"/>
                        <a:ea typeface="Riforma LL" panose="020B0504020101020102" pitchFamily="34" charset="0"/>
                        <a:cs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endParaRPr lang="en-GB" sz="1200" b="0" i="0" u="none" strike="noStrike">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03407893"/>
                  </a:ext>
                </a:extLst>
              </a:tr>
              <a:tr h="380065">
                <a:tc rowSpan="2">
                  <a:txBody>
                    <a:bodyPr/>
                    <a:lstStyle/>
                    <a:p>
                      <a:pPr lvl="0" algn="l" fontAlgn="t"/>
                      <a:r>
                        <a:rPr lang="en-GB" sz="1200" b="0" i="0" u="none" strike="noStrike">
                          <a:solidFill>
                            <a:schemeClr val="tx1"/>
                          </a:solidFill>
                          <a:effectLst/>
                          <a:latin typeface="Arial" panose="020B0604020202020204" pitchFamily="34" charset="0"/>
                          <a:ea typeface="Riforma LL" panose="020B0504020101020102" pitchFamily="34" charset="0"/>
                          <a:cs typeface="Arial" panose="020B0604020202020204" pitchFamily="34" charset="0"/>
                        </a:rPr>
                        <a:t>FEAR OF CONFLICT</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l" fontAlgn="t"/>
                      <a:endParaRPr lang="en-GB" sz="1200" b="0" i="0" u="none" strike="noStrike">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endParaRPr lang="en-GB" sz="1200" b="0" i="0" u="none" strike="noStrike">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4860994"/>
                  </a:ext>
                </a:extLst>
              </a:tr>
              <a:tr h="380065">
                <a:tc vMerge="1">
                  <a:txBody>
                    <a:bodyPr/>
                    <a:lstStyle/>
                    <a:p>
                      <a:pPr algn="l" fontAlgn="t"/>
                      <a:endParaRPr lang="en-GB" sz="1200" b="0" i="0" u="none" strike="noStrike">
                        <a:solidFill>
                          <a:schemeClr val="tx1"/>
                        </a:solidFill>
                        <a:effectLst/>
                        <a:latin typeface="Calibri" panose="020F0502020204030204" pitchFamily="34" charset="0"/>
                        <a:ea typeface="Riforma LL" panose="020B0504020101020102" pitchFamily="34" charset="0"/>
                        <a:cs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vMerge="1">
                  <a:txBody>
                    <a:bodyPr/>
                    <a:lstStyle/>
                    <a:p>
                      <a:pPr algn="l" fontAlgn="t"/>
                      <a:endParaRPr lang="en-GB" sz="1200" b="0" i="0" u="none" strike="noStrike">
                        <a:solidFill>
                          <a:schemeClr val="tx1"/>
                        </a:solidFill>
                        <a:effectLst/>
                        <a:latin typeface="Calibri" panose="020F0502020204030204" pitchFamily="34" charset="0"/>
                        <a:ea typeface="Riforma LL" panose="020B0504020101020102" pitchFamily="34" charset="0"/>
                        <a:cs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endParaRPr lang="en-GB" sz="1200" b="0" i="0" u="none" strike="noStrike">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01631666"/>
                  </a:ext>
                </a:extLst>
              </a:tr>
              <a:tr h="380065">
                <a:tc rowSpan="2">
                  <a:txBody>
                    <a:bodyPr/>
                    <a:lstStyle/>
                    <a:p>
                      <a:pPr lvl="0" algn="l" fontAlgn="t"/>
                      <a:r>
                        <a:rPr lang="en-GB" sz="1200" b="0" i="0" u="none" strike="noStrike">
                          <a:solidFill>
                            <a:schemeClr val="tx1"/>
                          </a:solidFill>
                          <a:effectLst/>
                          <a:latin typeface="Arial" panose="020B0604020202020204" pitchFamily="34" charset="0"/>
                          <a:ea typeface="Riforma LL" panose="020B0504020101020102" pitchFamily="34" charset="0"/>
                          <a:cs typeface="Arial" panose="020B0604020202020204" pitchFamily="34" charset="0"/>
                        </a:rPr>
                        <a:t>LACK OF COMMITMENT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l" fontAlgn="t"/>
                      <a:endParaRPr lang="en-GB" sz="1200" b="0" i="0" u="none" strike="noStrike">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endParaRPr lang="en-GB" sz="1200" b="0" i="0" u="none" strike="noStrike">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97127176"/>
                  </a:ext>
                </a:extLst>
              </a:tr>
              <a:tr h="380065">
                <a:tc vMerge="1">
                  <a:txBody>
                    <a:bodyPr/>
                    <a:lstStyle/>
                    <a:p>
                      <a:pPr algn="l" fontAlgn="t"/>
                      <a:endParaRPr lang="en-GB" sz="1200" b="0" i="0" u="none" strike="noStrike">
                        <a:solidFill>
                          <a:schemeClr val="tx1"/>
                        </a:solidFill>
                        <a:effectLst/>
                        <a:latin typeface="Calibri" panose="020F0502020204030204" pitchFamily="34" charset="0"/>
                        <a:ea typeface="Riforma LL" panose="020B0504020101020102" pitchFamily="34" charset="0"/>
                        <a:cs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vMerge="1">
                  <a:txBody>
                    <a:bodyPr/>
                    <a:lstStyle/>
                    <a:p>
                      <a:pPr algn="l" fontAlgn="t"/>
                      <a:endParaRPr lang="en-GB" sz="1200" b="0" i="0" u="none" strike="noStrike">
                        <a:solidFill>
                          <a:schemeClr val="tx1"/>
                        </a:solidFill>
                        <a:effectLst/>
                        <a:latin typeface="Calibri" panose="020F0502020204030204" pitchFamily="34" charset="0"/>
                        <a:ea typeface="Riforma LL" panose="020B0504020101020102" pitchFamily="34" charset="0"/>
                        <a:cs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endParaRPr lang="en-GB" sz="1200" b="0" i="0" u="none" strike="noStrike">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05836976"/>
                  </a:ext>
                </a:extLst>
              </a:tr>
              <a:tr h="380065">
                <a:tc rowSpan="2">
                  <a:txBody>
                    <a:bodyPr/>
                    <a:lstStyle/>
                    <a:p>
                      <a:pPr lvl="0" algn="l" fontAlgn="t"/>
                      <a:r>
                        <a:rPr lang="en-GB" sz="1200" b="0" i="0" u="none" strike="noStrike">
                          <a:solidFill>
                            <a:schemeClr val="tx1"/>
                          </a:solidFill>
                          <a:effectLst/>
                          <a:latin typeface="Arial" panose="020B0604020202020204" pitchFamily="34" charset="0"/>
                          <a:ea typeface="Riforma LL" panose="020B0504020101020102" pitchFamily="34" charset="0"/>
                          <a:cs typeface="Arial" panose="020B0604020202020204" pitchFamily="34" charset="0"/>
                        </a:rPr>
                        <a:t>FEAR OF AVOIDANCE OF ACCOUNTABILITY</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l" fontAlgn="t"/>
                      <a:endParaRPr lang="en-GB" sz="1200" b="0" i="0" u="none" strike="noStrike">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endParaRPr lang="en-GB" sz="1200" b="0" i="0" u="none" strike="noStrike">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83902349"/>
                  </a:ext>
                </a:extLst>
              </a:tr>
              <a:tr h="380065">
                <a:tc vMerge="1">
                  <a:txBody>
                    <a:bodyPr/>
                    <a:lstStyle/>
                    <a:p>
                      <a:pPr algn="l" fontAlgn="t"/>
                      <a:endParaRPr lang="en-GB" sz="1200" b="0" i="0" u="none" strike="noStrike">
                        <a:solidFill>
                          <a:schemeClr val="tx1"/>
                        </a:solidFill>
                        <a:effectLst/>
                        <a:latin typeface="Calibri" panose="020F0502020204030204" pitchFamily="34" charset="0"/>
                        <a:ea typeface="Riforma LL" panose="020B0504020101020102" pitchFamily="34" charset="0"/>
                        <a:cs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vMerge="1">
                  <a:txBody>
                    <a:bodyPr/>
                    <a:lstStyle/>
                    <a:p>
                      <a:pPr algn="l" fontAlgn="t"/>
                      <a:endParaRPr lang="en-GB" sz="1200" b="0" i="0" u="none" strike="noStrike">
                        <a:solidFill>
                          <a:schemeClr val="tx1"/>
                        </a:solidFill>
                        <a:effectLst/>
                        <a:latin typeface="Calibri" panose="020F0502020204030204" pitchFamily="34" charset="0"/>
                        <a:ea typeface="Riforma LL" panose="020B0504020101020102" pitchFamily="34" charset="0"/>
                        <a:cs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endParaRPr lang="en-GB" sz="1200" b="0" i="0" u="none" strike="noStrike">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44910896"/>
                  </a:ext>
                </a:extLst>
              </a:tr>
              <a:tr h="380065">
                <a:tc rowSpan="2">
                  <a:txBody>
                    <a:bodyPr/>
                    <a:lstStyle/>
                    <a:p>
                      <a:pPr lvl="0" algn="l" fontAlgn="t"/>
                      <a:r>
                        <a:rPr lang="en-GB" sz="1200" b="0" i="0" u="none" strike="noStrike">
                          <a:solidFill>
                            <a:schemeClr val="tx1"/>
                          </a:solidFill>
                          <a:effectLst/>
                          <a:latin typeface="Arial" panose="020B0604020202020204" pitchFamily="34" charset="0"/>
                          <a:ea typeface="Riforma LL" panose="020B0504020101020102" pitchFamily="34" charset="0"/>
                          <a:cs typeface="Arial" panose="020B0604020202020204" pitchFamily="34" charset="0"/>
                        </a:rPr>
                        <a:t>INATTENTION TO RESULTS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l" fontAlgn="t"/>
                      <a:endParaRPr lang="en-GB" sz="1200" b="0" i="0" u="none" strike="noStrike">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endParaRPr lang="en-GB" sz="1200" b="0" i="0" u="none" strike="noStrike">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72850822"/>
                  </a:ext>
                </a:extLst>
              </a:tr>
              <a:tr h="380065">
                <a:tc vMerge="1">
                  <a:txBody>
                    <a:bodyPr/>
                    <a:lstStyle/>
                    <a:p>
                      <a:pPr algn="l" fontAlgn="t"/>
                      <a:endParaRPr lang="en-GB" sz="1200" b="0" i="0" u="none" strike="noStrike">
                        <a:solidFill>
                          <a:schemeClr val="tx1"/>
                        </a:solidFill>
                        <a:effectLst/>
                        <a:latin typeface="Calibri" panose="020F0502020204030204" pitchFamily="34" charset="0"/>
                        <a:ea typeface="Riforma LL" panose="020B0504020101020102" pitchFamily="34" charset="0"/>
                        <a:cs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vMerge="1">
                  <a:txBody>
                    <a:bodyPr/>
                    <a:lstStyle/>
                    <a:p>
                      <a:pPr algn="l" fontAlgn="t"/>
                      <a:endParaRPr lang="en-GB" sz="1200" b="0" i="0" u="none" strike="noStrike">
                        <a:solidFill>
                          <a:schemeClr val="tx1"/>
                        </a:solidFill>
                        <a:effectLst/>
                        <a:latin typeface="Calibri" panose="020F0502020204030204" pitchFamily="34" charset="0"/>
                        <a:ea typeface="Riforma LL" panose="020B0504020101020102" pitchFamily="34" charset="0"/>
                        <a:cs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endParaRPr lang="en-GB" sz="1200" b="0" i="0" u="none" strike="noStrike">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7614542"/>
                  </a:ext>
                </a:extLst>
              </a:tr>
            </a:tbl>
          </a:graphicData>
        </a:graphic>
      </p:graphicFrame>
      <p:graphicFrame>
        <p:nvGraphicFramePr>
          <p:cNvPr id="5" name="Table 4">
            <a:extLst>
              <a:ext uri="{FF2B5EF4-FFF2-40B4-BE49-F238E27FC236}">
                <a16:creationId xmlns:a16="http://schemas.microsoft.com/office/drawing/2014/main" id="{6299D935-5D86-5BBC-DFB2-D1461E84A089}"/>
              </a:ext>
            </a:extLst>
          </p:cNvPr>
          <p:cNvGraphicFramePr>
            <a:graphicFrameLocks noGrp="1"/>
          </p:cNvGraphicFramePr>
          <p:nvPr>
            <p:extLst>
              <p:ext uri="{D42A27DB-BD31-4B8C-83A1-F6EECF244321}">
                <p14:modId xmlns:p14="http://schemas.microsoft.com/office/powerpoint/2010/main" val="3704289808"/>
              </p:ext>
            </p:extLst>
          </p:nvPr>
        </p:nvGraphicFramePr>
        <p:xfrm>
          <a:off x="162482" y="5819151"/>
          <a:ext cx="9707740" cy="1364736"/>
        </p:xfrm>
        <a:graphic>
          <a:graphicData uri="http://schemas.openxmlformats.org/drawingml/2006/table">
            <a:tbl>
              <a:tblPr firstRow="1" bandRow="1">
                <a:tableStyleId>{2D5ABB26-0587-4C30-8999-92F81FD0307C}</a:tableStyleId>
              </a:tblPr>
              <a:tblGrid>
                <a:gridCol w="6770716">
                  <a:extLst>
                    <a:ext uri="{9D8B030D-6E8A-4147-A177-3AD203B41FA5}">
                      <a16:colId xmlns:a16="http://schemas.microsoft.com/office/drawing/2014/main" val="1435361538"/>
                    </a:ext>
                  </a:extLst>
                </a:gridCol>
                <a:gridCol w="1585913">
                  <a:extLst>
                    <a:ext uri="{9D8B030D-6E8A-4147-A177-3AD203B41FA5}">
                      <a16:colId xmlns:a16="http://schemas.microsoft.com/office/drawing/2014/main" val="3691210030"/>
                    </a:ext>
                  </a:extLst>
                </a:gridCol>
                <a:gridCol w="1351111">
                  <a:extLst>
                    <a:ext uri="{9D8B030D-6E8A-4147-A177-3AD203B41FA5}">
                      <a16:colId xmlns:a16="http://schemas.microsoft.com/office/drawing/2014/main" val="14683607"/>
                    </a:ext>
                  </a:extLst>
                </a:gridCol>
              </a:tblGrid>
              <a:tr h="290984">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600" b="0" i="0">
                          <a:solidFill>
                            <a:schemeClr val="bg1"/>
                          </a:solidFill>
                          <a:latin typeface="Calibri" panose="020F0502020204030204" pitchFamily="34" charset="0"/>
                        </a:rPr>
                        <a:t>What</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600" b="0" i="0">
                          <a:solidFill>
                            <a:schemeClr val="bg1"/>
                          </a:solidFill>
                          <a:latin typeface="Calibri" panose="020F0502020204030204" pitchFamily="34" charset="0"/>
                        </a:rPr>
                        <a:t>Who</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600" b="0" i="0">
                          <a:solidFill>
                            <a:schemeClr val="bg1"/>
                          </a:solidFill>
                          <a:latin typeface="Calibri" panose="020F0502020204030204" pitchFamily="34" charset="0"/>
                        </a:rPr>
                        <a:t>When</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813697056"/>
                  </a:ext>
                </a:extLst>
              </a:tr>
              <a:tr h="343152">
                <a:tc>
                  <a:txBody>
                    <a:bodyPr/>
                    <a:lstStyle/>
                    <a:p>
                      <a:pPr algn="l" fontAlgn="t"/>
                      <a:endParaRPr lang="en-GB" sz="1200" b="0" i="0" u="none" strike="noStrike">
                        <a:solidFill>
                          <a:schemeClr val="tx1"/>
                        </a:solidFill>
                        <a:effectLst/>
                        <a:latin typeface="Calibri" panose="020F0502020204030204" pitchFamily="34" charset="0"/>
                        <a:ea typeface="Riforma LL" panose="020B0504020101020102" pitchFamily="34" charset="0"/>
                        <a:cs typeface="Calibri" panose="020F050202020403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endParaRPr lang="en-GB" sz="1200" b="0" i="0" u="none" strike="noStrike">
                        <a:solidFill>
                          <a:schemeClr val="bg1"/>
                        </a:solidFill>
                        <a:effectLst/>
                        <a:latin typeface="Calibri" panose="020F0502020204030204" pitchFamily="34" charset="0"/>
                        <a:ea typeface="Riforma LL" panose="020B0504020101020102" pitchFamily="34" charset="0"/>
                        <a:cs typeface="Calibri" panose="020F050202020403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endParaRPr lang="en-GB" sz="1200" b="0" i="0" u="none" strike="noStrike">
                        <a:solidFill>
                          <a:schemeClr val="bg1"/>
                        </a:solidFill>
                        <a:effectLst/>
                        <a:latin typeface="Calibri" panose="020F0502020204030204" pitchFamily="34" charset="0"/>
                        <a:ea typeface="Riforma LL" panose="020B0504020101020102" pitchFamily="34" charset="0"/>
                        <a:cs typeface="Calibri" panose="020F050202020403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67901036"/>
                  </a:ext>
                </a:extLst>
              </a:tr>
              <a:tr h="343152">
                <a:tc>
                  <a:txBody>
                    <a:bodyPr/>
                    <a:lstStyle/>
                    <a:p>
                      <a:pPr algn="l" fontAlgn="t"/>
                      <a:endParaRPr lang="en-GB" sz="1200" b="0" i="0" u="none" strike="noStrike">
                        <a:solidFill>
                          <a:schemeClr val="tx1"/>
                        </a:solidFill>
                        <a:effectLst/>
                        <a:latin typeface="Calibri" panose="020F0502020204030204" pitchFamily="34" charset="0"/>
                        <a:ea typeface="Riforma LL" panose="020B0504020101020102" pitchFamily="34" charset="0"/>
                        <a:cs typeface="Calibri" panose="020F050202020403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endParaRPr lang="en-GB" sz="1200" b="0" i="0" u="none" strike="noStrike">
                        <a:solidFill>
                          <a:schemeClr val="bg1"/>
                        </a:solidFill>
                        <a:effectLst/>
                        <a:latin typeface="Calibri" panose="020F0502020204030204" pitchFamily="34" charset="0"/>
                        <a:ea typeface="Riforma LL" panose="020B0504020101020102" pitchFamily="34" charset="0"/>
                        <a:cs typeface="Calibri" panose="020F050202020403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endParaRPr lang="en-GB" sz="1200" b="0" i="0" u="none" strike="noStrike">
                        <a:solidFill>
                          <a:schemeClr val="bg1"/>
                        </a:solidFill>
                        <a:effectLst/>
                        <a:latin typeface="Calibri" panose="020F0502020204030204" pitchFamily="34" charset="0"/>
                        <a:ea typeface="Riforma LL" panose="020B0504020101020102" pitchFamily="34" charset="0"/>
                        <a:cs typeface="Calibri" panose="020F050202020403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03407893"/>
                  </a:ext>
                </a:extLst>
              </a:tr>
              <a:tr h="343152">
                <a:tc>
                  <a:txBody>
                    <a:bodyPr/>
                    <a:lstStyle/>
                    <a:p>
                      <a:pPr algn="l" fontAlgn="t"/>
                      <a:endParaRPr lang="en-GB" sz="1200" b="0" i="0" u="none" strike="noStrike">
                        <a:solidFill>
                          <a:schemeClr val="tx1"/>
                        </a:solidFill>
                        <a:effectLst/>
                        <a:latin typeface="Calibri" panose="020F0502020204030204" pitchFamily="34" charset="0"/>
                        <a:ea typeface="Riforma LL" panose="020B0504020101020102" pitchFamily="34" charset="0"/>
                        <a:cs typeface="Calibri" panose="020F050202020403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endParaRPr lang="en-GB" sz="1200" b="0" i="0" u="none" strike="noStrike">
                        <a:solidFill>
                          <a:schemeClr val="bg1"/>
                        </a:solidFill>
                        <a:effectLst/>
                        <a:latin typeface="Calibri" panose="020F0502020204030204" pitchFamily="34" charset="0"/>
                        <a:ea typeface="Riforma LL" panose="020B0504020101020102" pitchFamily="34" charset="0"/>
                        <a:cs typeface="Calibri" panose="020F050202020403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endParaRPr lang="en-GB" sz="1200" b="0" i="0" u="none" strike="noStrike">
                        <a:solidFill>
                          <a:schemeClr val="bg1"/>
                        </a:solidFill>
                        <a:effectLst/>
                        <a:latin typeface="Calibri" panose="020F0502020204030204" pitchFamily="34" charset="0"/>
                        <a:ea typeface="Riforma LL" panose="020B0504020101020102" pitchFamily="34" charset="0"/>
                        <a:cs typeface="Calibri" panose="020F050202020403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4860994"/>
                  </a:ext>
                </a:extLst>
              </a:tr>
            </a:tbl>
          </a:graphicData>
        </a:graphic>
      </p:graphicFrame>
      <p:pic>
        <p:nvPicPr>
          <p:cNvPr id="7" name="Picture 6">
            <a:extLst>
              <a:ext uri="{FF2B5EF4-FFF2-40B4-BE49-F238E27FC236}">
                <a16:creationId xmlns:a16="http://schemas.microsoft.com/office/drawing/2014/main" id="{618CE0F8-17FE-6C52-B4BD-45C20D34A24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03483" y="262418"/>
            <a:ext cx="3645889" cy="272440"/>
          </a:xfrm>
          <a:prstGeom prst="rect">
            <a:avLst/>
          </a:prstGeom>
        </p:spPr>
      </p:pic>
      <p:sp>
        <p:nvSpPr>
          <p:cNvPr id="6" name="TextBox 5">
            <a:extLst>
              <a:ext uri="{FF2B5EF4-FFF2-40B4-BE49-F238E27FC236}">
                <a16:creationId xmlns:a16="http://schemas.microsoft.com/office/drawing/2014/main" id="{2B9D2F5A-F904-B16E-20BD-22A4CA2C250A}"/>
              </a:ext>
            </a:extLst>
          </p:cNvPr>
          <p:cNvSpPr txBox="1"/>
          <p:nvPr/>
        </p:nvSpPr>
        <p:spPr>
          <a:xfrm>
            <a:off x="162482" y="655984"/>
            <a:ext cx="9707740" cy="646331"/>
          </a:xfrm>
          <a:prstGeom prst="rect">
            <a:avLst/>
          </a:prstGeom>
          <a:solidFill>
            <a:schemeClr val="bg2"/>
          </a:solidFill>
        </p:spPr>
        <p:txBody>
          <a:bodyPr wrap="square" rtlCol="0">
            <a:spAutoFit/>
          </a:bodyPr>
          <a:lstStyle/>
          <a:p>
            <a:pPr marL="0" marR="0" indent="0" defTabSz="914400" eaLnBrk="1" fontAlgn="auto" latinLnBrk="0" hangingPunct="1">
              <a:lnSpc>
                <a:spcPct val="100000"/>
              </a:lnSpc>
              <a:spcBef>
                <a:spcPts val="0"/>
              </a:spcBef>
              <a:spcAft>
                <a:spcPts val="0"/>
              </a:spcAft>
              <a:buClrTx/>
              <a:buSzTx/>
              <a:buFontTx/>
              <a:buNone/>
              <a:tabLst/>
              <a:defRPr/>
            </a:pPr>
            <a:r>
              <a:rPr lang="en-GB" sz="1200" b="0" i="0" u="none" strike="noStrike">
                <a:solidFill>
                  <a:schemeClr val="tx1"/>
                </a:solidFill>
                <a:effectLst/>
                <a:latin typeface="Arial" panose="020B0604020202020204" pitchFamily="34" charset="0"/>
                <a:cs typeface="Arial" panose="020B0604020202020204" pitchFamily="34" charset="0"/>
              </a:rPr>
              <a:t>With the scores at hand, initiate an open and honest discussion within the team (during the Fast Track hour). Talk about the areas of strength, acknowledge the challenges, and collectively brainstorm on actionable steps to overcome the dysfunctions. In the end, choose the most important 3 action points you want to implement first, assign a responsible person and a deadline.</a:t>
            </a:r>
          </a:p>
        </p:txBody>
      </p:sp>
      <p:cxnSp>
        <p:nvCxnSpPr>
          <p:cNvPr id="9" name="Straight Connector 8">
            <a:extLst>
              <a:ext uri="{FF2B5EF4-FFF2-40B4-BE49-F238E27FC236}">
                <a16:creationId xmlns:a16="http://schemas.microsoft.com/office/drawing/2014/main" id="{3C638621-3CD4-CC58-8D03-0981D8DB759F}"/>
              </a:ext>
            </a:extLst>
          </p:cNvPr>
          <p:cNvCxnSpPr>
            <a:cxnSpLocks/>
          </p:cNvCxnSpPr>
          <p:nvPr/>
        </p:nvCxnSpPr>
        <p:spPr>
          <a:xfrm flipH="1">
            <a:off x="0" y="540000"/>
            <a:ext cx="101493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8A76642-D343-493C-F922-4F49C5932654}"/>
              </a:ext>
            </a:extLst>
          </p:cNvPr>
          <p:cNvCxnSpPr>
            <a:cxnSpLocks/>
          </p:cNvCxnSpPr>
          <p:nvPr/>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807046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463303F-A64C-4156-FED0-8EF30C3304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60101"/>
            <a:ext cx="6503483" cy="465161"/>
          </a:xfrm>
          <a:prstGeom prst="rect">
            <a:avLst/>
          </a:prstGeom>
        </p:spPr>
      </p:pic>
      <p:pic>
        <p:nvPicPr>
          <p:cNvPr id="7" name="Picture 6">
            <a:extLst>
              <a:ext uri="{FF2B5EF4-FFF2-40B4-BE49-F238E27FC236}">
                <a16:creationId xmlns:a16="http://schemas.microsoft.com/office/drawing/2014/main" id="{328D056D-B237-9C25-C117-0D65A69AD5F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03483" y="262418"/>
            <a:ext cx="3645889" cy="272440"/>
          </a:xfrm>
          <a:prstGeom prst="rect">
            <a:avLst/>
          </a:prstGeom>
        </p:spPr>
      </p:pic>
      <p:graphicFrame>
        <p:nvGraphicFramePr>
          <p:cNvPr id="2" name="Table 1">
            <a:extLst>
              <a:ext uri="{FF2B5EF4-FFF2-40B4-BE49-F238E27FC236}">
                <a16:creationId xmlns:a16="http://schemas.microsoft.com/office/drawing/2014/main" id="{168CAB4A-D1FE-EC8A-DBBE-298C0CF2861D}"/>
              </a:ext>
            </a:extLst>
          </p:cNvPr>
          <p:cNvGraphicFramePr>
            <a:graphicFrameLocks noGrp="1"/>
          </p:cNvGraphicFramePr>
          <p:nvPr>
            <p:extLst>
              <p:ext uri="{D42A27DB-BD31-4B8C-83A1-F6EECF244321}">
                <p14:modId xmlns:p14="http://schemas.microsoft.com/office/powerpoint/2010/main" val="2973302771"/>
              </p:ext>
            </p:extLst>
          </p:nvPr>
        </p:nvGraphicFramePr>
        <p:xfrm>
          <a:off x="133922" y="727579"/>
          <a:ext cx="9910191" cy="6592471"/>
        </p:xfrm>
        <a:graphic>
          <a:graphicData uri="http://schemas.openxmlformats.org/drawingml/2006/table">
            <a:tbl>
              <a:tblPr>
                <a:tableStyleId>{2D5ABB26-0587-4C30-8999-92F81FD0307C}</a:tableStyleId>
              </a:tblPr>
              <a:tblGrid>
                <a:gridCol w="1600581">
                  <a:extLst>
                    <a:ext uri="{9D8B030D-6E8A-4147-A177-3AD203B41FA5}">
                      <a16:colId xmlns:a16="http://schemas.microsoft.com/office/drawing/2014/main" val="3396632856"/>
                    </a:ext>
                  </a:extLst>
                </a:gridCol>
                <a:gridCol w="1460028">
                  <a:extLst>
                    <a:ext uri="{9D8B030D-6E8A-4147-A177-3AD203B41FA5}">
                      <a16:colId xmlns:a16="http://schemas.microsoft.com/office/drawing/2014/main" val="1770714274"/>
                    </a:ext>
                  </a:extLst>
                </a:gridCol>
                <a:gridCol w="4372035">
                  <a:extLst>
                    <a:ext uri="{9D8B030D-6E8A-4147-A177-3AD203B41FA5}">
                      <a16:colId xmlns:a16="http://schemas.microsoft.com/office/drawing/2014/main" val="2054896753"/>
                    </a:ext>
                  </a:extLst>
                </a:gridCol>
                <a:gridCol w="2477547">
                  <a:extLst>
                    <a:ext uri="{9D8B030D-6E8A-4147-A177-3AD203B41FA5}">
                      <a16:colId xmlns:a16="http://schemas.microsoft.com/office/drawing/2014/main" val="37218262"/>
                    </a:ext>
                  </a:extLst>
                </a:gridCol>
              </a:tblGrid>
              <a:tr h="344802">
                <a:tc>
                  <a:txBody>
                    <a:bodyPr/>
                    <a:lstStyle/>
                    <a:p>
                      <a:pPr fontAlgn="b"/>
                      <a:r>
                        <a:rPr lang="en-GB" sz="1400" b="0">
                          <a:solidFill>
                            <a:schemeClr val="bg1"/>
                          </a:solidFill>
                          <a:effectLst/>
                          <a:latin typeface="Arial" panose="020B0604020202020204" pitchFamily="34" charset="0"/>
                          <a:cs typeface="Arial" panose="020B0604020202020204" pitchFamily="34" charset="0"/>
                        </a:rPr>
                        <a:t>Dysfunction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fontAlgn="b"/>
                      <a:r>
                        <a:rPr lang="en-GB" sz="1400" b="0">
                          <a:solidFill>
                            <a:schemeClr val="bg1"/>
                          </a:solidFill>
                          <a:effectLst/>
                          <a:latin typeface="Arial" panose="020B0604020202020204" pitchFamily="34" charset="0"/>
                          <a:cs typeface="Arial" panose="020B0604020202020204" pitchFamily="34" charset="0"/>
                        </a:rPr>
                        <a:t>Who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fontAlgn="b"/>
                      <a:r>
                        <a:rPr lang="en-GB" sz="1400" b="0">
                          <a:solidFill>
                            <a:schemeClr val="bg1"/>
                          </a:solidFill>
                          <a:effectLst/>
                          <a:latin typeface="Arial" panose="020B0604020202020204" pitchFamily="34" charset="0"/>
                          <a:cs typeface="Arial" panose="020B0604020202020204" pitchFamily="34" charset="0"/>
                        </a:rPr>
                        <a:t>What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fontAlgn="b"/>
                      <a:r>
                        <a:rPr lang="en-GB" sz="1400" b="0">
                          <a:solidFill>
                            <a:schemeClr val="bg1"/>
                          </a:solidFill>
                          <a:effectLst/>
                          <a:latin typeface="Arial" panose="020B0604020202020204" pitchFamily="34" charset="0"/>
                          <a:cs typeface="Arial" panose="020B0604020202020204" pitchFamily="34" charset="0"/>
                        </a:rPr>
                        <a:t>When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4081422586"/>
                  </a:ext>
                </a:extLst>
              </a:tr>
              <a:tr h="674503">
                <a:tc rowSpan="2">
                  <a:txBody>
                    <a:bodyPr/>
                    <a:lstStyle/>
                    <a:p>
                      <a:pPr lvl="0" fontAlgn="base"/>
                      <a:r>
                        <a:rPr lang="en-GB" sz="1200" b="1">
                          <a:effectLst/>
                          <a:latin typeface="Arial" panose="020B0604020202020204" pitchFamily="34" charset="0"/>
                          <a:cs typeface="Arial" panose="020B0604020202020204" pitchFamily="34" charset="0"/>
                        </a:rPr>
                        <a:t>ABSENCE</a:t>
                      </a:r>
                    </a:p>
                    <a:p>
                      <a:pPr lvl="0" fontAlgn="base"/>
                      <a:r>
                        <a:rPr lang="en-GB" sz="1200" b="1">
                          <a:effectLst/>
                          <a:latin typeface="Arial" panose="020B0604020202020204" pitchFamily="34" charset="0"/>
                          <a:cs typeface="Arial" panose="020B0604020202020204" pitchFamily="34" charset="0"/>
                        </a:rPr>
                        <a:t>OF TRUST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Team Leader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Begin team meetings by sharing a personal story or a significant past challenge, encouraging others to do the same.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First 10 minutes of each team meeting.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23334258"/>
                  </a:ext>
                </a:extLst>
              </a:tr>
              <a:tr h="617608">
                <a:tc vMerge="1">
                  <a:txBody>
                    <a:bodyPr/>
                    <a:lstStyle/>
                    <a:p>
                      <a:pPr fontAlgn="base"/>
                      <a:endParaRPr lang="en-BG" sz="1400">
                        <a:effectLst/>
                        <a:latin typeface="Calibri" panose="020F0502020204030204" pitchFamily="34" charset="0"/>
                        <a:cs typeface="Calibri" panose="020F0502020204030204" pitchFamily="34" charset="0"/>
                      </a:endParaRPr>
                    </a:p>
                  </a:txBody>
                  <a:tcPr marL="17220" marR="17220" marT="8610" marB="86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All Team Members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Participate in a scheduled workshop using r Thomas PPA to explore and discuss each person’s traits and how they impact team dynamics.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Schedule within the next 30 days, then bi-annual refresh sessions.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49234934"/>
                  </a:ext>
                </a:extLst>
              </a:tr>
              <a:tr h="617608">
                <a:tc rowSpan="2">
                  <a:txBody>
                    <a:bodyPr/>
                    <a:lstStyle/>
                    <a:p>
                      <a:pPr lvl="0" fontAlgn="base"/>
                      <a:r>
                        <a:rPr lang="en-GB" sz="1200" b="1">
                          <a:effectLst/>
                          <a:latin typeface="Arial" panose="020B0604020202020204" pitchFamily="34" charset="0"/>
                          <a:cs typeface="Arial" panose="020B0604020202020204" pitchFamily="34" charset="0"/>
                        </a:rPr>
                        <a:t>FEAR OF CONFLICT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Team Leader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Facilitate a session to discuss hypothetical sensitive issues that could arise in projects, guiding the team through structured debates.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During the next monthly strategic meeting.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58677706"/>
                  </a:ext>
                </a:extLst>
              </a:tr>
              <a:tr h="715501">
                <a:tc vMerge="1">
                  <a:txBody>
                    <a:bodyPr/>
                    <a:lstStyle/>
                    <a:p>
                      <a:pPr fontAlgn="base"/>
                      <a:endParaRPr lang="en-BG" sz="1400">
                        <a:effectLst/>
                        <a:latin typeface="Calibri" panose="020F0502020204030204" pitchFamily="34" charset="0"/>
                        <a:cs typeface="Calibri" panose="020F0502020204030204" pitchFamily="34" charset="0"/>
                      </a:endParaRPr>
                    </a:p>
                  </a:txBody>
                  <a:tcPr marL="17220" marR="17220" marT="8610" marB="86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All Team Members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Collaboratively develop and sign a conflict engagement charter using insights from the Thomas-Kilmann Instrument, outlining how to handle disagreements.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Implement in the next team meeting; annually review and update.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8315370"/>
                  </a:ext>
                </a:extLst>
              </a:tr>
              <a:tr h="715501">
                <a:tc>
                  <a:txBody>
                    <a:bodyPr/>
                    <a:lstStyle/>
                    <a:p>
                      <a:pPr lvl="0" fontAlgn="base"/>
                      <a:r>
                        <a:rPr lang="en-GB" sz="1200" b="1">
                          <a:effectLst/>
                          <a:latin typeface="Arial" panose="020B0604020202020204" pitchFamily="34" charset="0"/>
                          <a:cs typeface="Arial" panose="020B0604020202020204" pitchFamily="34" charset="0"/>
                        </a:rPr>
                        <a:t>LACK OF COMMITMENT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Team Leader and Members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Explicitly state commitments at the end of each meeting, requesting each member to verbally agree or express disagreements before committing.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Last 10 minutes of every team meeting.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50663678"/>
                  </a:ext>
                </a:extLst>
              </a:tr>
              <a:tr h="715501">
                <a:tc rowSpan="2">
                  <a:txBody>
                    <a:bodyPr/>
                    <a:lstStyle/>
                    <a:p>
                      <a:pPr lvl="0" fontAlgn="base"/>
                      <a:r>
                        <a:rPr lang="en-GB" sz="1200" b="1">
                          <a:effectLst/>
                          <a:latin typeface="Arial" panose="020B0604020202020204" pitchFamily="34" charset="0"/>
                          <a:cs typeface="Arial" panose="020B0604020202020204" pitchFamily="34" charset="0"/>
                        </a:rPr>
                        <a:t>AVOIDANCE OF ACCOUNTABILITY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Team Leader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At the start of each quarter, clearly outline individual and team goals, making these visible in the workplace and revisiting them in weekly updates.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First team meeting of each quarter.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63237145"/>
                  </a:ext>
                </a:extLst>
              </a:tr>
              <a:tr h="715501">
                <a:tc vMerge="1">
                  <a:txBody>
                    <a:bodyPr/>
                    <a:lstStyle/>
                    <a:p>
                      <a:pPr fontAlgn="base"/>
                      <a:endParaRPr lang="en-BG" sz="1400">
                        <a:effectLst/>
                        <a:latin typeface="Calibri" panose="020F0502020204030204" pitchFamily="34" charset="0"/>
                        <a:cs typeface="Calibri" panose="020F0502020204030204" pitchFamily="34" charset="0"/>
                      </a:endParaRPr>
                    </a:p>
                  </a:txBody>
                  <a:tcPr marL="17220" marR="17220" marT="8610" marB="86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All Team Members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Schedule peer-review sessions where team members provide specific feedback on each other’s contributions compared to the set goals.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Scheduled midway and at the end of each project phase.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96014976"/>
                  </a:ext>
                </a:extLst>
              </a:tr>
              <a:tr h="715501">
                <a:tc rowSpan="2">
                  <a:txBody>
                    <a:bodyPr/>
                    <a:lstStyle/>
                    <a:p>
                      <a:pPr marL="0" marR="0" lvl="0" indent="0" algn="l" defTabSz="913760" rtl="0" eaLnBrk="1" fontAlgn="base" latinLnBrk="0" hangingPunct="1">
                        <a:lnSpc>
                          <a:spcPct val="100000"/>
                        </a:lnSpc>
                        <a:spcBef>
                          <a:spcPts val="0"/>
                        </a:spcBef>
                        <a:spcAft>
                          <a:spcPts val="0"/>
                        </a:spcAft>
                        <a:buClrTx/>
                        <a:buSzTx/>
                        <a:buFontTx/>
                        <a:buNone/>
                        <a:tabLst/>
                        <a:defRPr/>
                      </a:pPr>
                      <a:r>
                        <a:rPr lang="en-GB" sz="1200" b="1">
                          <a:effectLst/>
                          <a:latin typeface="Arial" panose="020B0604020202020204" pitchFamily="34" charset="0"/>
                          <a:cs typeface="Arial" panose="020B0604020202020204" pitchFamily="34" charset="0"/>
                        </a:rPr>
                        <a:t>INATTENTION </a:t>
                      </a:r>
                    </a:p>
                    <a:p>
                      <a:pPr marL="0" marR="0" lvl="0" indent="0" algn="l" defTabSz="913760" rtl="0" eaLnBrk="1" fontAlgn="base" latinLnBrk="0" hangingPunct="1">
                        <a:lnSpc>
                          <a:spcPct val="100000"/>
                        </a:lnSpc>
                        <a:spcBef>
                          <a:spcPts val="0"/>
                        </a:spcBef>
                        <a:spcAft>
                          <a:spcPts val="0"/>
                        </a:spcAft>
                        <a:buClrTx/>
                        <a:buSzTx/>
                        <a:buFontTx/>
                        <a:buNone/>
                        <a:tabLst/>
                        <a:defRPr/>
                      </a:pPr>
                      <a:r>
                        <a:rPr lang="en-GB" sz="1200" b="1">
                          <a:effectLst/>
                          <a:latin typeface="Arial" panose="020B0604020202020204" pitchFamily="34" charset="0"/>
                          <a:cs typeface="Arial" panose="020B0604020202020204" pitchFamily="34" charset="0"/>
                        </a:rPr>
                        <a:t>TO RESULTS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CEO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Set up a scoreboard that tracks team progress against goals. Update and review this scoreboard in weekly team meetings.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Set up within the first week of the project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60172732"/>
                  </a:ext>
                </a:extLst>
              </a:tr>
              <a:tr h="715501">
                <a:tc vMerge="1">
                  <a:txBody>
                    <a:bodyPr/>
                    <a:lstStyle/>
                    <a:p>
                      <a:pPr fontAlgn="base"/>
                      <a:endParaRPr lang="en-GB" sz="1400">
                        <a:effectLst/>
                        <a:latin typeface="Calibri" panose="020F0502020204030204" pitchFamily="34" charset="0"/>
                        <a:cs typeface="Calibri" panose="020F0502020204030204" pitchFamily="34" charset="0"/>
                      </a:endParaRPr>
                    </a:p>
                  </a:txBody>
                  <a:tcPr marL="17220" marR="17220" marT="8610" marB="86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base" latinLnBrk="0" hangingPunct="1">
                        <a:lnSpc>
                          <a:spcPct val="100000"/>
                        </a:lnSpc>
                        <a:spcBef>
                          <a:spcPts val="0"/>
                        </a:spcBef>
                        <a:spcAft>
                          <a:spcPts val="0"/>
                        </a:spcAft>
                        <a:buClrTx/>
                        <a:buSzTx/>
                        <a:buFontTx/>
                        <a:buNone/>
                        <a:tabLst/>
                        <a:defRPr/>
                      </a:pPr>
                      <a:r>
                        <a:rPr lang="en-GB" sz="1200" kern="1200">
                          <a:solidFill>
                            <a:schemeClr val="tx1"/>
                          </a:solidFill>
                          <a:effectLst/>
                          <a:latin typeface="Arial" panose="020B0604020202020204" pitchFamily="34" charset="0"/>
                          <a:ea typeface="+mn-ea"/>
                          <a:cs typeface="Arial" panose="020B0604020202020204" pitchFamily="34" charset="0"/>
                        </a:rPr>
                        <a:t>Team Leader</a:t>
                      </a:r>
                    </a:p>
                    <a:p>
                      <a:pPr marL="0" algn="l" defTabSz="913760" rtl="0" eaLnBrk="1" fontAlgn="base" latinLnBrk="0" hangingPunct="1"/>
                      <a:endParaRPr lang="en-BG" sz="1200" kern="1200">
                        <a:solidFill>
                          <a:schemeClr val="tx1"/>
                        </a:solidFill>
                        <a:effectLst/>
                        <a:latin typeface="Arial" panose="020B0604020202020204" pitchFamily="34" charset="0"/>
                        <a:ea typeface="+mn-ea"/>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Hold end-of-project retrospectives to assess the achievement of goals and discuss lessons learned and strategies for future improvement.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At the end of each project or quarterly cycle.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24359858"/>
                  </a:ext>
                </a:extLst>
              </a:tr>
            </a:tbl>
          </a:graphicData>
        </a:graphic>
      </p:graphicFrame>
      <p:cxnSp>
        <p:nvCxnSpPr>
          <p:cNvPr id="3" name="Straight Connector 2">
            <a:extLst>
              <a:ext uri="{FF2B5EF4-FFF2-40B4-BE49-F238E27FC236}">
                <a16:creationId xmlns:a16="http://schemas.microsoft.com/office/drawing/2014/main" id="{7516FE52-CFCB-598E-060B-C9FA42991ECD}"/>
              </a:ext>
            </a:extLst>
          </p:cNvPr>
          <p:cNvCxnSpPr>
            <a:cxnSpLocks/>
          </p:cNvCxnSpPr>
          <p:nvPr/>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96549982"/>
      </p:ext>
    </p:extLst>
  </p:cSld>
  <p:clrMapOvr>
    <a:masterClrMapping/>
  </p:clrMapOvr>
</p:sld>
</file>

<file path=ppt/theme/theme1.xml><?xml version="1.0" encoding="utf-8"?>
<a:theme xmlns:a="http://schemas.openxmlformats.org/drawingml/2006/main" name="4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Fast Track PF Square Sans Pro">
      <a:majorFont>
        <a:latin typeface="PF Square Sans Pro Medium"/>
        <a:ea typeface=""/>
        <a:cs typeface=""/>
      </a:majorFont>
      <a:minorFont>
        <a:latin typeface="PF Square Sans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5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SOLID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Custom</PresentationFormat>
  <Slides>5</Slides>
  <Notes>5</Notes>
  <HiddenSlides>0</HiddenSlides>
  <ScaleCrop>false</ScaleCrop>
  <HeadingPairs>
    <vt:vector size="4" baseType="variant">
      <vt:variant>
        <vt:lpstr>Theme</vt:lpstr>
      </vt:variant>
      <vt:variant>
        <vt:i4>3</vt:i4>
      </vt:variant>
      <vt:variant>
        <vt:lpstr>Slide Titles</vt:lpstr>
      </vt:variant>
      <vt:variant>
        <vt:i4>5</vt:i4>
      </vt:variant>
    </vt:vector>
  </HeadingPairs>
  <TitlesOfParts>
    <vt:vector size="8" baseType="lpstr">
      <vt:lpstr>4_Custom Design</vt:lpstr>
      <vt:lpstr>5_Custom Design</vt:lpstr>
      <vt:lpstr>SOLIDS</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Company identity</dc:title>
  <dc:creator>Miroslav</dc:creator>
  <cp:revision>1</cp:revision>
  <cp:lastPrinted>2020-02-28T13:07:06Z</cp:lastPrinted>
  <dcterms:created xsi:type="dcterms:W3CDTF">2019-08-22T09:52:59Z</dcterms:created>
  <dcterms:modified xsi:type="dcterms:W3CDTF">2024-12-17T11:19:55Z</dcterms:modified>
</cp:coreProperties>
</file>