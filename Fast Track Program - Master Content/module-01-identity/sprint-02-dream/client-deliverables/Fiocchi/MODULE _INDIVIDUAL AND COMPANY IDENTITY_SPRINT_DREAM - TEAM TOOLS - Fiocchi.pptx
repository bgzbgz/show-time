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7" r:id="rId1"/>
    <p:sldMasterId id="2147484485" r:id="rId2"/>
    <p:sldMasterId id="2147484487" r:id="rId3"/>
  </p:sldMasterIdLst>
  <p:notesMasterIdLst>
    <p:notesMasterId r:id="rId9"/>
  </p:notesMasterIdLst>
  <p:handoutMasterIdLst>
    <p:handoutMasterId r:id="rId10"/>
  </p:handoutMasterIdLst>
  <p:sldIdLst>
    <p:sldId id="2465" r:id="rId4"/>
    <p:sldId id="2463" r:id="rId5"/>
    <p:sldId id="2467" r:id="rId6"/>
    <p:sldId id="2423" r:id="rId7"/>
    <p:sldId id="2466" r:id="rId8"/>
  </p:sldIdLst>
  <p:sldSz cx="10688638" cy="7562850"/>
  <p:notesSz cx="6954838" cy="9240838"/>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tanas" initials="AY" lastIdx="1" clrIdx="0">
    <p:extLst>
      <p:ext uri="{19B8F6BF-5375-455C-9EA6-DF929625EA0E}">
        <p15:presenceInfo xmlns:p15="http://schemas.microsoft.com/office/powerpoint/2012/main" userId="Atan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69"/>
    <a:srgbClr val="717272"/>
    <a:srgbClr val="3D233B"/>
    <a:srgbClr val="B2B2B2"/>
    <a:srgbClr val="FCC100"/>
    <a:srgbClr val="0D3272"/>
    <a:srgbClr val="B46F59"/>
    <a:srgbClr val="0F85CE"/>
    <a:srgbClr val="EEEDEE"/>
    <a:srgbClr val="89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presProps" Target="presProps.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commentAuthors" Target="commentAuthors.xml"/><Relationship Id="rId5" Type="http://schemas.openxmlformats.org/officeDocument/2006/relationships/slide" Target="slides/slide2.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notesMaster" Target="notesMasters/notesMaster1.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ść" userId="S::urn:spo:anon#2c5b6171c7db574fdf4723c21d3f6fcc15ff42d337a845411e8b6bcd85d523c0::" providerId="AD" clId="Web-{9EA908D2-709F-8E68-D21E-C363241A1A59}"/>
    <pc:docChg chg="modSld">
      <pc:chgData name="Gość" userId="S::urn:spo:anon#2c5b6171c7db574fdf4723c21d3f6fcc15ff42d337a845411e8b6bcd85d523c0::" providerId="AD" clId="Web-{9EA908D2-709F-8E68-D21E-C363241A1A59}" dt="2024-10-20T08:18:04.446" v="5"/>
      <pc:docMkLst>
        <pc:docMk/>
      </pc:docMkLst>
      <pc:sldChg chg="modSp">
        <pc:chgData name="Gość" userId="S::urn:spo:anon#2c5b6171c7db574fdf4723c21d3f6fcc15ff42d337a845411e8b6bcd85d523c0::" providerId="AD" clId="Web-{9EA908D2-709F-8E68-D21E-C363241A1A59}" dt="2024-10-20T08:18:04.446" v="5"/>
        <pc:sldMkLst>
          <pc:docMk/>
          <pc:sldMk cId="2451837985" sldId="2423"/>
        </pc:sldMkLst>
        <pc:graphicFrameChg chg="mod modGraphic">
          <ac:chgData name="Gość" userId="S::urn:spo:anon#2c5b6171c7db574fdf4723c21d3f6fcc15ff42d337a845411e8b6bcd85d523c0::" providerId="AD" clId="Web-{9EA908D2-709F-8E68-D21E-C363241A1A59}" dt="2024-10-20T08:18:04.446" v="5"/>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65577CB4-C538-AD37-FCE4-4536A7DCDE6E}"/>
    <pc:docChg chg="modSld">
      <pc:chgData name="Gość" userId="S::urn:spo:anon#48652732098c129f023f8102675102656a20b40396a24ea505534f92b67ad4dd::" providerId="AD" clId="Web-{65577CB4-C538-AD37-FCE4-4536A7DCDE6E}" dt="2024-10-20T11:20:41.422" v="3121"/>
      <pc:docMkLst>
        <pc:docMk/>
      </pc:docMkLst>
      <pc:sldChg chg="modSp">
        <pc:chgData name="Gość" userId="S::urn:spo:anon#48652732098c129f023f8102675102656a20b40396a24ea505534f92b67ad4dd::" providerId="AD" clId="Web-{65577CB4-C538-AD37-FCE4-4536A7DCDE6E}" dt="2024-10-20T11:20:41.422" v="3121"/>
        <pc:sldMkLst>
          <pc:docMk/>
          <pc:sldMk cId="2451837985" sldId="2423"/>
        </pc:sldMkLst>
        <pc:graphicFrameChg chg="mod modGraphic">
          <ac:chgData name="Gość" userId="S::urn:spo:anon#48652732098c129f023f8102675102656a20b40396a24ea505534f92b67ad4dd::" providerId="AD" clId="Web-{65577CB4-C538-AD37-FCE4-4536A7DCDE6E}" dt="2024-10-20T11:20:41.422" v="3121"/>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65577CB4-C538-AD37-FCE4-4536A7DCDE6E}" dt="2024-10-20T11:06:51.545" v="3043"/>
        <pc:sldMkLst>
          <pc:docMk/>
          <pc:sldMk cId="1820793006" sldId="2466"/>
        </pc:sldMkLst>
        <pc:graphicFrameChg chg="mod modGraphic">
          <ac:chgData name="Gość" userId="S::urn:spo:anon#48652732098c129f023f8102675102656a20b40396a24ea505534f92b67ad4dd::" providerId="AD" clId="Web-{65577CB4-C538-AD37-FCE4-4536A7DCDE6E}" dt="2024-10-20T11:06:51.545" v="3043"/>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B4391A7C-8BD0-0F45-7BF2-24D2E77B7FC9}"/>
    <pc:docChg chg="modSld">
      <pc:chgData name="Gość" userId="S::urn:spo:anon#48652732098c129f023f8102675102656a20b40396a24ea505534f92b67ad4dd::" providerId="AD" clId="Web-{B4391A7C-8BD0-0F45-7BF2-24D2E77B7FC9}" dt="2024-10-19T10:06:27.922" v="161"/>
      <pc:docMkLst>
        <pc:docMk/>
      </pc:docMkLst>
      <pc:sldChg chg="modSp">
        <pc:chgData name="Gość" userId="S::urn:spo:anon#48652732098c129f023f8102675102656a20b40396a24ea505534f92b67ad4dd::" providerId="AD" clId="Web-{B4391A7C-8BD0-0F45-7BF2-24D2E77B7FC9}" dt="2024-10-19T10:02:18.538" v="151"/>
        <pc:sldMkLst>
          <pc:docMk/>
          <pc:sldMk cId="2451837985" sldId="2423"/>
        </pc:sldMkLst>
        <pc:graphicFrameChg chg="mod modGraphic">
          <ac:chgData name="Gość" userId="S::urn:spo:anon#48652732098c129f023f8102675102656a20b40396a24ea505534f92b67ad4dd::" providerId="AD" clId="Web-{B4391A7C-8BD0-0F45-7BF2-24D2E77B7FC9}" dt="2024-10-19T10:02:18.538" v="151"/>
          <ac:graphicFrameMkLst>
            <pc:docMk/>
            <pc:sldMk cId="2451837985" sldId="2423"/>
            <ac:graphicFrameMk id="12" creationId="{74CF6476-D2C3-2348-BEC7-148925E380DF}"/>
          </ac:graphicFrameMkLst>
        </pc:graphicFrameChg>
      </pc:sldChg>
      <pc:sldChg chg="addSp delSp modSp">
        <pc:chgData name="Gość" userId="S::urn:spo:anon#48652732098c129f023f8102675102656a20b40396a24ea505534f92b67ad4dd::" providerId="AD" clId="Web-{B4391A7C-8BD0-0F45-7BF2-24D2E77B7FC9}" dt="2024-10-19T10:06:27.922" v="161"/>
        <pc:sldMkLst>
          <pc:docMk/>
          <pc:sldMk cId="1820793006" sldId="2466"/>
        </pc:sldMkLst>
        <pc:spChg chg="add del mod">
          <ac:chgData name="Gość" userId="S::urn:spo:anon#48652732098c129f023f8102675102656a20b40396a24ea505534f92b67ad4dd::" providerId="AD" clId="Web-{B4391A7C-8BD0-0F45-7BF2-24D2E77B7FC9}" dt="2024-10-19T10:04:00.557" v="157"/>
          <ac:spMkLst>
            <pc:docMk/>
            <pc:sldMk cId="1820793006" sldId="2466"/>
            <ac:spMk id="4" creationId="{7C307515-0EDA-8800-31F7-BC042638A1BB}"/>
          </ac:spMkLst>
        </pc:spChg>
        <pc:spChg chg="add del mod">
          <ac:chgData name="Gość" userId="S::urn:spo:anon#48652732098c129f023f8102675102656a20b40396a24ea505534f92b67ad4dd::" providerId="AD" clId="Web-{B4391A7C-8BD0-0F45-7BF2-24D2E77B7FC9}" dt="2024-10-19T10:03:56.713" v="156"/>
          <ac:spMkLst>
            <pc:docMk/>
            <pc:sldMk cId="1820793006" sldId="2466"/>
            <ac:spMk id="5" creationId="{361A4FF2-9D23-6753-1FC7-53827C7544E4}"/>
          </ac:spMkLst>
        </pc:spChg>
        <pc:picChg chg="add del mod">
          <ac:chgData name="Gość" userId="S::urn:spo:anon#48652732098c129f023f8102675102656a20b40396a24ea505534f92b67ad4dd::" providerId="AD" clId="Web-{B4391A7C-8BD0-0F45-7BF2-24D2E77B7FC9}" dt="2024-10-19T10:06:27.922" v="161"/>
          <ac:picMkLst>
            <pc:docMk/>
            <pc:sldMk cId="1820793006" sldId="2466"/>
            <ac:picMk id="6" creationId="{19BD3D90-E597-AC72-FC41-B8AE4BD19F5B}"/>
          </ac:picMkLst>
        </pc:picChg>
        <pc:picChg chg="add del mod">
          <ac:chgData name="Gość" userId="S::urn:spo:anon#48652732098c129f023f8102675102656a20b40396a24ea505534f92b67ad4dd::" providerId="AD" clId="Web-{B4391A7C-8BD0-0F45-7BF2-24D2E77B7FC9}" dt="2024-10-19T10:06:25.235" v="160"/>
          <ac:picMkLst>
            <pc:docMk/>
            <pc:sldMk cId="1820793006" sldId="2466"/>
            <ac:picMk id="7" creationId="{DEC7BCF5-C970-0841-DF7A-A9665EF8065A}"/>
          </ac:picMkLst>
        </pc:picChg>
      </pc:sldChg>
    </pc:docChg>
  </pc:docChgLst>
  <pc:docChgLst>
    <pc:chgData name="Gość" userId="S::urn:spo:anon#48652732098c129f023f8102675102656a20b40396a24ea505534f92b67ad4dd::" providerId="AD" clId="Web-{B2DEF801-D185-513C-5925-DC9FA258F6B9}"/>
    <pc:docChg chg="modSld">
      <pc:chgData name="Gość" userId="S::urn:spo:anon#48652732098c129f023f8102675102656a20b40396a24ea505534f92b67ad4dd::" providerId="AD" clId="Web-{B2DEF801-D185-513C-5925-DC9FA258F6B9}" dt="2024-10-17T08:32:19.465" v="15"/>
      <pc:docMkLst>
        <pc:docMk/>
      </pc:docMkLst>
      <pc:sldChg chg="modSp">
        <pc:chgData name="Gość" userId="S::urn:spo:anon#48652732098c129f023f8102675102656a20b40396a24ea505534f92b67ad4dd::" providerId="AD" clId="Web-{B2DEF801-D185-513C-5925-DC9FA258F6B9}" dt="2024-10-17T08:32:19.465" v="15"/>
        <pc:sldMkLst>
          <pc:docMk/>
          <pc:sldMk cId="1820793006" sldId="2466"/>
        </pc:sldMkLst>
        <pc:graphicFrameChg chg="mod modGraphic">
          <ac:chgData name="Gość" userId="S::urn:spo:anon#48652732098c129f023f8102675102656a20b40396a24ea505534f92b67ad4dd::" providerId="AD" clId="Web-{B2DEF801-D185-513C-5925-DC9FA258F6B9}" dt="2024-10-17T08:32:19.465" v="15"/>
          <ac:graphicFrameMkLst>
            <pc:docMk/>
            <pc:sldMk cId="1820793006" sldId="2466"/>
            <ac:graphicFrameMk id="12" creationId="{74CF6476-D2C3-2348-BEC7-148925E380DF}"/>
          </ac:graphicFrameMkLst>
        </pc:graphicFrameChg>
      </pc:sldChg>
    </pc:docChg>
  </pc:docChgLst>
  <pc:docChgLst>
    <pc:chgData name="Utente guest" userId="S::urn:spo:anon#134889cea3a313e8cde0361708ea067c3393a2a459b7cc1483f107c4c133944f::" providerId="AD" clId="Web-{4EDAA930-21F2-6792-E63B-A84CE1CBCBD9}"/>
    <pc:docChg chg="modSld">
      <pc:chgData name="Utente guest" userId="S::urn:spo:anon#134889cea3a313e8cde0361708ea067c3393a2a459b7cc1483f107c4c133944f::" providerId="AD" clId="Web-{4EDAA930-21F2-6792-E63B-A84CE1CBCBD9}" dt="2025-03-22T14:43:05.601" v="72"/>
      <pc:docMkLst>
        <pc:docMk/>
      </pc:docMkLst>
      <pc:sldChg chg="modSp">
        <pc:chgData name="Utente guest" userId="S::urn:spo:anon#134889cea3a313e8cde0361708ea067c3393a2a459b7cc1483f107c4c133944f::" providerId="AD" clId="Web-{4EDAA930-21F2-6792-E63B-A84CE1CBCBD9}" dt="2025-03-22T14:37:32.491" v="32"/>
        <pc:sldMkLst>
          <pc:docMk/>
          <pc:sldMk cId="2451837985" sldId="2423"/>
        </pc:sldMkLst>
        <pc:graphicFrameChg chg="mod modGraphic">
          <ac:chgData name="Utente guest" userId="S::urn:spo:anon#134889cea3a313e8cde0361708ea067c3393a2a459b7cc1483f107c4c133944f::" providerId="AD" clId="Web-{4EDAA930-21F2-6792-E63B-A84CE1CBCBD9}" dt="2025-03-22T14:37:32.491" v="32"/>
          <ac:graphicFrameMkLst>
            <pc:docMk/>
            <pc:sldMk cId="2451837985" sldId="2423"/>
            <ac:graphicFrameMk id="12" creationId="{74CF6476-D2C3-2348-BEC7-148925E380DF}"/>
          </ac:graphicFrameMkLst>
        </pc:graphicFrameChg>
      </pc:sldChg>
      <pc:sldChg chg="modSp">
        <pc:chgData name="Utente guest" userId="S::urn:spo:anon#134889cea3a313e8cde0361708ea067c3393a2a459b7cc1483f107c4c133944f::" providerId="AD" clId="Web-{4EDAA930-21F2-6792-E63B-A84CE1CBCBD9}" dt="2025-03-22T14:33:46.703" v="24"/>
        <pc:sldMkLst>
          <pc:docMk/>
          <pc:sldMk cId="3110103477" sldId="2463"/>
        </pc:sldMkLst>
        <pc:graphicFrameChg chg="mod modGraphic">
          <ac:chgData name="Utente guest" userId="S::urn:spo:anon#134889cea3a313e8cde0361708ea067c3393a2a459b7cc1483f107c4c133944f::" providerId="AD" clId="Web-{4EDAA930-21F2-6792-E63B-A84CE1CBCBD9}" dt="2025-03-22T14:33:46.703" v="24"/>
          <ac:graphicFrameMkLst>
            <pc:docMk/>
            <pc:sldMk cId="3110103477" sldId="2463"/>
            <ac:graphicFrameMk id="12" creationId="{74CF6476-D2C3-2348-BEC7-148925E380DF}"/>
          </ac:graphicFrameMkLst>
        </pc:graphicFrameChg>
      </pc:sldChg>
      <pc:sldChg chg="modSp">
        <pc:chgData name="Utente guest" userId="S::urn:spo:anon#134889cea3a313e8cde0361708ea067c3393a2a459b7cc1483f107c4c133944f::" providerId="AD" clId="Web-{4EDAA930-21F2-6792-E63B-A84CE1CBCBD9}" dt="2025-03-22T14:43:05.601" v="72"/>
        <pc:sldMkLst>
          <pc:docMk/>
          <pc:sldMk cId="1820793006" sldId="2466"/>
        </pc:sldMkLst>
        <pc:graphicFrameChg chg="mod modGraphic">
          <ac:chgData name="Utente guest" userId="S::urn:spo:anon#134889cea3a313e8cde0361708ea067c3393a2a459b7cc1483f107c4c133944f::" providerId="AD" clId="Web-{4EDAA930-21F2-6792-E63B-A84CE1CBCBD9}" dt="2025-03-22T14:43:05.601" v="72"/>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F827C23D-7689-BD05-FAF5-34CE2F6D6362}"/>
    <pc:docChg chg="modSld">
      <pc:chgData name="Gość" userId="S::urn:spo:anon#48652732098c129f023f8102675102656a20b40396a24ea505534f92b67ad4dd::" providerId="AD" clId="Web-{F827C23D-7689-BD05-FAF5-34CE2F6D6362}" dt="2024-10-20T11:52:25.847" v="55"/>
      <pc:docMkLst>
        <pc:docMk/>
      </pc:docMkLst>
      <pc:sldChg chg="modSp">
        <pc:chgData name="Gość" userId="S::urn:spo:anon#48652732098c129f023f8102675102656a20b40396a24ea505534f92b67ad4dd::" providerId="AD" clId="Web-{F827C23D-7689-BD05-FAF5-34CE2F6D6362}" dt="2024-10-20T11:52:25.847" v="55"/>
        <pc:sldMkLst>
          <pc:docMk/>
          <pc:sldMk cId="2451837985" sldId="2423"/>
        </pc:sldMkLst>
        <pc:graphicFrameChg chg="mod modGraphic">
          <ac:chgData name="Gość" userId="S::urn:spo:anon#48652732098c129f023f8102675102656a20b40396a24ea505534f92b67ad4dd::" providerId="AD" clId="Web-{F827C23D-7689-BD05-FAF5-34CE2F6D6362}" dt="2024-10-20T11:52:25.847" v="55"/>
          <ac:graphicFrameMkLst>
            <pc:docMk/>
            <pc:sldMk cId="2451837985" sldId="2423"/>
            <ac:graphicFrameMk id="12" creationId="{74CF6476-D2C3-2348-BEC7-148925E380DF}"/>
          </ac:graphicFrameMkLst>
        </pc:graphicFrameChg>
      </pc:sldChg>
    </pc:docChg>
  </pc:docChgLst>
  <pc:docChgLst>
    <pc:chgData name="Gość" userId="S::urn:spo:anon#012f7925bfe39c15b70d12d6afb658ca714dd210a097a6249bb25f1272505b1a::" providerId="AD" clId="Web-{48C0BC53-9034-876A-62BC-76BF6104DD3B}"/>
    <pc:docChg chg="modSld">
      <pc:chgData name="Gość" userId="S::urn:spo:anon#012f7925bfe39c15b70d12d6afb658ca714dd210a097a6249bb25f1272505b1a::" providerId="AD" clId="Web-{48C0BC53-9034-876A-62BC-76BF6104DD3B}" dt="2024-10-14T10:05:13.007" v="17"/>
      <pc:docMkLst>
        <pc:docMk/>
      </pc:docMkLst>
      <pc:sldChg chg="modSp">
        <pc:chgData name="Gość" userId="S::urn:spo:anon#012f7925bfe39c15b70d12d6afb658ca714dd210a097a6249bb25f1272505b1a::" providerId="AD" clId="Web-{48C0BC53-9034-876A-62BC-76BF6104DD3B}" dt="2024-10-14T10:05:13.007" v="17"/>
        <pc:sldMkLst>
          <pc:docMk/>
          <pc:sldMk cId="2451837985" sldId="2423"/>
        </pc:sldMkLst>
        <pc:graphicFrameChg chg="mod modGraphic">
          <ac:chgData name="Gość" userId="S::urn:spo:anon#012f7925bfe39c15b70d12d6afb658ca714dd210a097a6249bb25f1272505b1a::" providerId="AD" clId="Web-{48C0BC53-9034-876A-62BC-76BF6104DD3B}" dt="2024-10-14T10:05:13.007" v="17"/>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26280259-1504-EFBB-6DCD-1C68DAFC20C1}"/>
    <pc:docChg chg="modSld">
      <pc:chgData name="Gość" userId="S::urn:spo:anon#48652732098c129f023f8102675102656a20b40396a24ea505534f92b67ad4dd::" providerId="AD" clId="Web-{26280259-1504-EFBB-6DCD-1C68DAFC20C1}" dt="2024-10-14T07:45:31.171" v="1"/>
      <pc:docMkLst>
        <pc:docMk/>
      </pc:docMkLst>
      <pc:sldChg chg="modSp">
        <pc:chgData name="Gość" userId="S::urn:spo:anon#48652732098c129f023f8102675102656a20b40396a24ea505534f92b67ad4dd::" providerId="AD" clId="Web-{26280259-1504-EFBB-6DCD-1C68DAFC20C1}" dt="2024-10-14T07:45:31.171" v="1"/>
        <pc:sldMkLst>
          <pc:docMk/>
          <pc:sldMk cId="3110103477" sldId="2463"/>
        </pc:sldMkLst>
        <pc:graphicFrameChg chg="modGraphic">
          <ac:chgData name="Gość" userId="S::urn:spo:anon#48652732098c129f023f8102675102656a20b40396a24ea505534f92b67ad4dd::" providerId="AD" clId="Web-{26280259-1504-EFBB-6DCD-1C68DAFC20C1}" dt="2024-10-14T07:45:31.171" v="1"/>
          <ac:graphicFrameMkLst>
            <pc:docMk/>
            <pc:sldMk cId="3110103477" sldId="2463"/>
            <ac:graphicFrameMk id="12" creationId="{74CF6476-D2C3-2348-BEC7-148925E380DF}"/>
          </ac:graphicFrameMkLst>
        </pc:graphicFrameChg>
      </pc:sldChg>
    </pc:docChg>
  </pc:docChgLst>
  <pc:docChgLst>
    <pc:chgData name="Guest User" userId="S::urn:spo:anon#55dc835fde67fe6819455244657c12c3c68b0b2a53fbef3f2fe894365898f6d6::" providerId="AD" clId="Web-{3982681F-E818-2642-C70A-E4AFB16D96A9}"/>
    <pc:docChg chg="modSld">
      <pc:chgData name="Guest User" userId="S::urn:spo:anon#55dc835fde67fe6819455244657c12c3c68b0b2a53fbef3f2fe894365898f6d6::" providerId="AD" clId="Web-{3982681F-E818-2642-C70A-E4AFB16D96A9}" dt="2025-03-24T16:53:27.394" v="13"/>
      <pc:docMkLst>
        <pc:docMk/>
      </pc:docMkLst>
      <pc:sldChg chg="modSp">
        <pc:chgData name="Guest User" userId="S::urn:spo:anon#55dc835fde67fe6819455244657c12c3c68b0b2a53fbef3f2fe894365898f6d6::" providerId="AD" clId="Web-{3982681F-E818-2642-C70A-E4AFB16D96A9}" dt="2025-03-24T16:53:27.394" v="13"/>
        <pc:sldMkLst>
          <pc:docMk/>
          <pc:sldMk cId="2451837985" sldId="2423"/>
        </pc:sldMkLst>
        <pc:graphicFrameChg chg="mod modGraphic">
          <ac:chgData name="Guest User" userId="S::urn:spo:anon#55dc835fde67fe6819455244657c12c3c68b0b2a53fbef3f2fe894365898f6d6::" providerId="AD" clId="Web-{3982681F-E818-2642-C70A-E4AFB16D96A9}" dt="2025-03-24T16:53:27.394" v="13"/>
          <ac:graphicFrameMkLst>
            <pc:docMk/>
            <pc:sldMk cId="2451837985" sldId="2423"/>
            <ac:graphicFrameMk id="12" creationId="{74CF6476-D2C3-2348-BEC7-148925E380DF}"/>
          </ac:graphicFrameMkLst>
        </pc:graphicFrameChg>
      </pc:sldChg>
      <pc:sldChg chg="modSp">
        <pc:chgData name="Guest User" userId="S::urn:spo:anon#55dc835fde67fe6819455244657c12c3c68b0b2a53fbef3f2fe894365898f6d6::" providerId="AD" clId="Web-{3982681F-E818-2642-C70A-E4AFB16D96A9}" dt="2025-03-24T16:50:15.497" v="3"/>
        <pc:sldMkLst>
          <pc:docMk/>
          <pc:sldMk cId="4070156159" sldId="2465"/>
        </pc:sldMkLst>
        <pc:graphicFrameChg chg="mod modGraphic">
          <ac:chgData name="Guest User" userId="S::urn:spo:anon#55dc835fde67fe6819455244657c12c3c68b0b2a53fbef3f2fe894365898f6d6::" providerId="AD" clId="Web-{3982681F-E818-2642-C70A-E4AFB16D96A9}" dt="2025-03-24T16:50:15.497" v="3"/>
          <ac:graphicFrameMkLst>
            <pc:docMk/>
            <pc:sldMk cId="4070156159" sldId="2465"/>
            <ac:graphicFrameMk id="18" creationId="{1F74CD5A-9F80-0549-8844-6BFF5ADE70C7}"/>
          </ac:graphicFrameMkLst>
        </pc:graphicFrameChg>
      </pc:sldChg>
    </pc:docChg>
  </pc:docChgLst>
  <pc:docChgLst>
    <pc:chgData name="Ana-Maria Nankova" userId="S::ana-maria@fasttrack-europe.com::a218cca0-34b6-447c-a499-8829ab6c4acb" providerId="AD" clId="Web-{FBFF63A3-B20A-359A-DA07-EA9144AAA09B}"/>
    <pc:docChg chg="modSld">
      <pc:chgData name="Ana-Maria Nankova" userId="S::ana-maria@fasttrack-europe.com::a218cca0-34b6-447c-a499-8829ab6c4acb" providerId="AD" clId="Web-{FBFF63A3-B20A-359A-DA07-EA9144AAA09B}" dt="2024-10-23T12:35:17.462" v="21"/>
      <pc:docMkLst>
        <pc:docMk/>
      </pc:docMkLst>
      <pc:sldChg chg="modSp">
        <pc:chgData name="Ana-Maria Nankova" userId="S::ana-maria@fasttrack-europe.com::a218cca0-34b6-447c-a499-8829ab6c4acb" providerId="AD" clId="Web-{FBFF63A3-B20A-359A-DA07-EA9144AAA09B}" dt="2024-10-23T12:35:17.462" v="21"/>
        <pc:sldMkLst>
          <pc:docMk/>
          <pc:sldMk cId="2451837985" sldId="2423"/>
        </pc:sldMkLst>
        <pc:graphicFrameChg chg="mod modGraphic">
          <ac:chgData name="Ana-Maria Nankova" userId="S::ana-maria@fasttrack-europe.com::a218cca0-34b6-447c-a499-8829ab6c4acb" providerId="AD" clId="Web-{FBFF63A3-B20A-359A-DA07-EA9144AAA09B}" dt="2024-10-23T12:35:17.462" v="21"/>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E2AB3C64-DE71-8C07-EE4C-75B97571FDCE}"/>
    <pc:docChg chg="modSld">
      <pc:chgData name="Gość" userId="S::urn:spo:anon#48652732098c129f023f8102675102656a20b40396a24ea505534f92b67ad4dd::" providerId="AD" clId="Web-{E2AB3C64-DE71-8C07-EE4C-75B97571FDCE}" dt="2024-10-17T09:27:27.152" v="6542"/>
      <pc:docMkLst>
        <pc:docMk/>
      </pc:docMkLst>
      <pc:sldChg chg="modSp">
        <pc:chgData name="Gość" userId="S::urn:spo:anon#48652732098c129f023f8102675102656a20b40396a24ea505534f92b67ad4dd::" providerId="AD" clId="Web-{E2AB3C64-DE71-8C07-EE4C-75B97571FDCE}" dt="2024-10-17T08:37:04.482" v="3210"/>
        <pc:sldMkLst>
          <pc:docMk/>
          <pc:sldMk cId="1877047662" sldId="2420"/>
        </pc:sldMkLst>
        <pc:graphicFrameChg chg="mod modGraphic">
          <ac:chgData name="Gość" userId="S::urn:spo:anon#48652732098c129f023f8102675102656a20b40396a24ea505534f92b67ad4dd::" providerId="AD" clId="Web-{E2AB3C64-DE71-8C07-EE4C-75B97571FDCE}" dt="2024-10-17T08:37:04.482" v="3210"/>
          <ac:graphicFrameMkLst>
            <pc:docMk/>
            <pc:sldMk cId="1877047662" sldId="2420"/>
            <ac:graphicFrameMk id="18" creationId="{1F74CD5A-9F80-0549-8844-6BFF5ADE70C7}"/>
          </ac:graphicFrameMkLst>
        </pc:graphicFrameChg>
      </pc:sldChg>
      <pc:sldChg chg="modSp">
        <pc:chgData name="Gość" userId="S::urn:spo:anon#48652732098c129f023f8102675102656a20b40396a24ea505534f92b67ad4dd::" providerId="AD" clId="Web-{E2AB3C64-DE71-8C07-EE4C-75B97571FDCE}" dt="2024-10-17T09:24:37.271" v="6456"/>
        <pc:sldMkLst>
          <pc:docMk/>
          <pc:sldMk cId="2451837985" sldId="2423"/>
        </pc:sldMkLst>
        <pc:graphicFrameChg chg="mod modGraphic">
          <ac:chgData name="Gość" userId="S::urn:spo:anon#48652732098c129f023f8102675102656a20b40396a24ea505534f92b67ad4dd::" providerId="AD" clId="Web-{E2AB3C64-DE71-8C07-EE4C-75B97571FDCE}" dt="2024-10-17T09:24:37.271" v="6456"/>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E2AB3C64-DE71-8C07-EE4C-75B97571FDCE}" dt="2024-10-17T09:00:00.537" v="5134"/>
        <pc:sldMkLst>
          <pc:docMk/>
          <pc:sldMk cId="3110103477" sldId="2463"/>
        </pc:sldMkLst>
        <pc:graphicFrameChg chg="mod modGraphic">
          <ac:chgData name="Gość" userId="S::urn:spo:anon#48652732098c129f023f8102675102656a20b40396a24ea505534f92b67ad4dd::" providerId="AD" clId="Web-{E2AB3C64-DE71-8C07-EE4C-75B97571FDCE}" dt="2024-10-17T09:00:00.537" v="5134"/>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E2AB3C64-DE71-8C07-EE4C-75B97571FDCE}" dt="2024-10-17T08:38:38.644" v="3330"/>
        <pc:sldMkLst>
          <pc:docMk/>
          <pc:sldMk cId="4070156159" sldId="2465"/>
        </pc:sldMkLst>
        <pc:graphicFrameChg chg="mod modGraphic">
          <ac:chgData name="Gość" userId="S::urn:spo:anon#48652732098c129f023f8102675102656a20b40396a24ea505534f92b67ad4dd::" providerId="AD" clId="Web-{E2AB3C64-DE71-8C07-EE4C-75B97571FDCE}" dt="2024-10-17T08:38:38.644" v="3330"/>
          <ac:graphicFrameMkLst>
            <pc:docMk/>
            <pc:sldMk cId="4070156159" sldId="2465"/>
            <ac:graphicFrameMk id="18" creationId="{1F74CD5A-9F80-0549-8844-6BFF5ADE70C7}"/>
          </ac:graphicFrameMkLst>
        </pc:graphicFrameChg>
      </pc:sldChg>
      <pc:sldChg chg="modSp">
        <pc:chgData name="Gość" userId="S::urn:spo:anon#48652732098c129f023f8102675102656a20b40396a24ea505534f92b67ad4dd::" providerId="AD" clId="Web-{E2AB3C64-DE71-8C07-EE4C-75B97571FDCE}" dt="2024-10-17T09:27:27.152" v="6542"/>
        <pc:sldMkLst>
          <pc:docMk/>
          <pc:sldMk cId="1820793006" sldId="2466"/>
        </pc:sldMkLst>
        <pc:graphicFrameChg chg="mod modGraphic">
          <ac:chgData name="Gość" userId="S::urn:spo:anon#48652732098c129f023f8102675102656a20b40396a24ea505534f92b67ad4dd::" providerId="AD" clId="Web-{E2AB3C64-DE71-8C07-EE4C-75B97571FDCE}" dt="2024-10-17T09:27:27.152" v="6542"/>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233D6511-9B9D-D0B8-92ED-8C4FDA334F21}"/>
    <pc:docChg chg="modSld">
      <pc:chgData name="Gość" userId="S::urn:spo:anon#48652732098c129f023f8102675102656a20b40396a24ea505534f92b67ad4dd::" providerId="AD" clId="Web-{233D6511-9B9D-D0B8-92ED-8C4FDA334F21}" dt="2024-10-18T12:55:44.248" v="19"/>
      <pc:docMkLst>
        <pc:docMk/>
      </pc:docMkLst>
      <pc:sldChg chg="modSp">
        <pc:chgData name="Gość" userId="S::urn:spo:anon#48652732098c129f023f8102675102656a20b40396a24ea505534f92b67ad4dd::" providerId="AD" clId="Web-{233D6511-9B9D-D0B8-92ED-8C4FDA334F21}" dt="2024-10-18T12:55:44.248" v="19"/>
        <pc:sldMkLst>
          <pc:docMk/>
          <pc:sldMk cId="2451837985" sldId="2423"/>
        </pc:sldMkLst>
        <pc:graphicFrameChg chg="mod modGraphic">
          <ac:chgData name="Gość" userId="S::urn:spo:anon#48652732098c129f023f8102675102656a20b40396a24ea505534f92b67ad4dd::" providerId="AD" clId="Web-{233D6511-9B9D-D0B8-92ED-8C4FDA334F21}" dt="2024-10-18T12:55:44.248" v="19"/>
          <ac:graphicFrameMkLst>
            <pc:docMk/>
            <pc:sldMk cId="2451837985" sldId="2423"/>
            <ac:graphicFrameMk id="12" creationId="{74CF6476-D2C3-2348-BEC7-148925E380DF}"/>
          </ac:graphicFrameMkLst>
        </pc:graphicFrameChg>
      </pc:sldChg>
    </pc:docChg>
  </pc:docChgLst>
  <pc:docChgLst>
    <pc:chgData name="Utente guest" userId="S::urn:spo:anon#134889cea3a313e8cde0361708ea067c3393a2a459b7cc1483f107c4c133944f::" providerId="AD" clId="Web-{72540122-4756-B701-B09B-9234F9243C7F}"/>
    <pc:docChg chg="addSld modSld">
      <pc:chgData name="Utente guest" userId="S::urn:spo:anon#134889cea3a313e8cde0361708ea067c3393a2a459b7cc1483f107c4c133944f::" providerId="AD" clId="Web-{72540122-4756-B701-B09B-9234F9243C7F}" dt="2025-03-22T15:30:51.473" v="93"/>
      <pc:docMkLst>
        <pc:docMk/>
      </pc:docMkLst>
      <pc:sldChg chg="modSp">
        <pc:chgData name="Utente guest" userId="S::urn:spo:anon#134889cea3a313e8cde0361708ea067c3393a2a459b7cc1483f107c4c133944f::" providerId="AD" clId="Web-{72540122-4756-B701-B09B-9234F9243C7F}" dt="2025-03-22T15:26:40.197" v="27"/>
        <pc:sldMkLst>
          <pc:docMk/>
          <pc:sldMk cId="2451837985" sldId="2423"/>
        </pc:sldMkLst>
        <pc:graphicFrameChg chg="mod modGraphic">
          <ac:chgData name="Utente guest" userId="S::urn:spo:anon#134889cea3a313e8cde0361708ea067c3393a2a459b7cc1483f107c4c133944f::" providerId="AD" clId="Web-{72540122-4756-B701-B09B-9234F9243C7F}" dt="2025-03-22T15:26:40.197" v="27"/>
          <ac:graphicFrameMkLst>
            <pc:docMk/>
            <pc:sldMk cId="2451837985" sldId="2423"/>
            <ac:graphicFrameMk id="12" creationId="{74CF6476-D2C3-2348-BEC7-148925E380DF}"/>
          </ac:graphicFrameMkLst>
        </pc:graphicFrameChg>
      </pc:sldChg>
      <pc:sldChg chg="modSp">
        <pc:chgData name="Utente guest" userId="S::urn:spo:anon#134889cea3a313e8cde0361708ea067c3393a2a459b7cc1483f107c4c133944f::" providerId="AD" clId="Web-{72540122-4756-B701-B09B-9234F9243C7F}" dt="2025-03-22T15:05:18.641" v="23"/>
        <pc:sldMkLst>
          <pc:docMk/>
          <pc:sldMk cId="3110103477" sldId="2463"/>
        </pc:sldMkLst>
        <pc:graphicFrameChg chg="mod modGraphic">
          <ac:chgData name="Utente guest" userId="S::urn:spo:anon#134889cea3a313e8cde0361708ea067c3393a2a459b7cc1483f107c4c133944f::" providerId="AD" clId="Web-{72540122-4756-B701-B09B-9234F9243C7F}" dt="2025-03-22T15:05:18.641" v="23"/>
          <ac:graphicFrameMkLst>
            <pc:docMk/>
            <pc:sldMk cId="3110103477" sldId="2463"/>
            <ac:graphicFrameMk id="12" creationId="{74CF6476-D2C3-2348-BEC7-148925E380DF}"/>
          </ac:graphicFrameMkLst>
        </pc:graphicFrameChg>
      </pc:sldChg>
      <pc:sldChg chg="modSp">
        <pc:chgData name="Utente guest" userId="S::urn:spo:anon#134889cea3a313e8cde0361708ea067c3393a2a459b7cc1483f107c4c133944f::" providerId="AD" clId="Web-{72540122-4756-B701-B09B-9234F9243C7F}" dt="2025-03-22T15:30:51.473" v="93"/>
        <pc:sldMkLst>
          <pc:docMk/>
          <pc:sldMk cId="1820793006" sldId="2466"/>
        </pc:sldMkLst>
        <pc:graphicFrameChg chg="mod modGraphic">
          <ac:chgData name="Utente guest" userId="S::urn:spo:anon#134889cea3a313e8cde0361708ea067c3393a2a459b7cc1483f107c4c133944f::" providerId="AD" clId="Web-{72540122-4756-B701-B09B-9234F9243C7F}" dt="2025-03-22T15:30:51.473" v="93"/>
          <ac:graphicFrameMkLst>
            <pc:docMk/>
            <pc:sldMk cId="1820793006" sldId="2466"/>
            <ac:graphicFrameMk id="12" creationId="{74CF6476-D2C3-2348-BEC7-148925E380DF}"/>
          </ac:graphicFrameMkLst>
        </pc:graphicFrameChg>
      </pc:sldChg>
      <pc:sldChg chg="add replId">
        <pc:chgData name="Utente guest" userId="S::urn:spo:anon#134889cea3a313e8cde0361708ea067c3393a2a459b7cc1483f107c4c133944f::" providerId="AD" clId="Web-{72540122-4756-B701-B09B-9234F9243C7F}" dt="2025-03-22T14:57:43.123" v="0"/>
        <pc:sldMkLst>
          <pc:docMk/>
          <pc:sldMk cId="2954318837" sldId="2467"/>
        </pc:sldMkLst>
      </pc:sldChg>
    </pc:docChg>
  </pc:docChgLst>
  <pc:docChgLst>
    <pc:chgData name="Utente guest" userId="S::urn:spo:anon#134889cea3a313e8cde0361708ea067c3393a2a459b7cc1483f107c4c133944f::" providerId="AD" clId="Web-{80CEC7E5-82A4-3290-BAAD-CEB7626607D2}"/>
    <pc:docChg chg="modSld">
      <pc:chgData name="Utente guest" userId="S::urn:spo:anon#134889cea3a313e8cde0361708ea067c3393a2a459b7cc1483f107c4c133944f::" providerId="AD" clId="Web-{80CEC7E5-82A4-3290-BAAD-CEB7626607D2}" dt="2025-03-22T14:26:23.829" v="74"/>
      <pc:docMkLst>
        <pc:docMk/>
      </pc:docMkLst>
      <pc:sldChg chg="modSp">
        <pc:chgData name="Utente guest" userId="S::urn:spo:anon#134889cea3a313e8cde0361708ea067c3393a2a459b7cc1483f107c4c133944f::" providerId="AD" clId="Web-{80CEC7E5-82A4-3290-BAAD-CEB7626607D2}" dt="2025-03-22T14:26:23.829" v="74"/>
        <pc:sldMkLst>
          <pc:docMk/>
          <pc:sldMk cId="3110103477" sldId="2463"/>
        </pc:sldMkLst>
        <pc:graphicFrameChg chg="mod modGraphic">
          <ac:chgData name="Utente guest" userId="S::urn:spo:anon#134889cea3a313e8cde0361708ea067c3393a2a459b7cc1483f107c4c133944f::" providerId="AD" clId="Web-{80CEC7E5-82A4-3290-BAAD-CEB7626607D2}" dt="2025-03-22T14:26:23.829" v="74"/>
          <ac:graphicFrameMkLst>
            <pc:docMk/>
            <pc:sldMk cId="3110103477" sldId="2463"/>
            <ac:graphicFrameMk id="12" creationId="{74CF6476-D2C3-2348-BEC7-148925E380DF}"/>
          </ac:graphicFrameMkLst>
        </pc:graphicFrameChg>
      </pc:sldChg>
      <pc:sldChg chg="modSp">
        <pc:chgData name="Utente guest" userId="S::urn:spo:anon#134889cea3a313e8cde0361708ea067c3393a2a459b7cc1483f107c4c133944f::" providerId="AD" clId="Web-{80CEC7E5-82A4-3290-BAAD-CEB7626607D2}" dt="2025-03-22T14:25:46.233" v="66" actId="1076"/>
        <pc:sldMkLst>
          <pc:docMk/>
          <pc:sldMk cId="4070156159" sldId="2465"/>
        </pc:sldMkLst>
        <pc:graphicFrameChg chg="mod modGraphic">
          <ac:chgData name="Utente guest" userId="S::urn:spo:anon#134889cea3a313e8cde0361708ea067c3393a2a459b7cc1483f107c4c133944f::" providerId="AD" clId="Web-{80CEC7E5-82A4-3290-BAAD-CEB7626607D2}" dt="2025-03-22T14:25:46.233" v="66" actId="1076"/>
          <ac:graphicFrameMkLst>
            <pc:docMk/>
            <pc:sldMk cId="4070156159" sldId="2465"/>
            <ac:graphicFrameMk id="18" creationId="{1F74CD5A-9F80-0549-8844-6BFF5ADE70C7}"/>
          </ac:graphicFrameMkLst>
        </pc:graphicFrameChg>
      </pc:sldChg>
    </pc:docChg>
  </pc:docChgLst>
  <pc:docChgLst>
    <pc:chgData name="Gość" userId="S::urn:spo:anon#48652732098c129f023f8102675102656a20b40396a24ea505534f92b67ad4dd::" providerId="AD" clId="Web-{620A08A5-AB32-CBFB-85AC-1CA5549730EE}"/>
    <pc:docChg chg="addSld delSld modSld">
      <pc:chgData name="Gość" userId="S::urn:spo:anon#48652732098c129f023f8102675102656a20b40396a24ea505534f92b67ad4dd::" providerId="AD" clId="Web-{620A08A5-AB32-CBFB-85AC-1CA5549730EE}" dt="2024-10-18T12:52:26.441" v="366"/>
      <pc:docMkLst>
        <pc:docMk/>
      </pc:docMkLst>
      <pc:sldChg chg="modSp">
        <pc:chgData name="Gość" userId="S::urn:spo:anon#48652732098c129f023f8102675102656a20b40396a24ea505534f92b67ad4dd::" providerId="AD" clId="Web-{620A08A5-AB32-CBFB-85AC-1CA5549730EE}" dt="2024-10-18T12:42:47.931" v="353"/>
        <pc:sldMkLst>
          <pc:docMk/>
          <pc:sldMk cId="2451837985" sldId="2423"/>
        </pc:sldMkLst>
        <pc:graphicFrameChg chg="mod modGraphic">
          <ac:chgData name="Gość" userId="S::urn:spo:anon#48652732098c129f023f8102675102656a20b40396a24ea505534f92b67ad4dd::" providerId="AD" clId="Web-{620A08A5-AB32-CBFB-85AC-1CA5549730EE}" dt="2024-10-18T12:42:47.931" v="353"/>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620A08A5-AB32-CBFB-85AC-1CA5549730EE}" dt="2024-10-18T12:30:00.933" v="335"/>
        <pc:sldMkLst>
          <pc:docMk/>
          <pc:sldMk cId="4070156159" sldId="2465"/>
        </pc:sldMkLst>
        <pc:graphicFrameChg chg="mod modGraphic">
          <ac:chgData name="Gość" userId="S::urn:spo:anon#48652732098c129f023f8102675102656a20b40396a24ea505534f92b67ad4dd::" providerId="AD" clId="Web-{620A08A5-AB32-CBFB-85AC-1CA5549730EE}" dt="2024-10-18T12:30:00.933" v="335"/>
          <ac:graphicFrameMkLst>
            <pc:docMk/>
            <pc:sldMk cId="4070156159" sldId="2465"/>
            <ac:graphicFrameMk id="18" creationId="{1F74CD5A-9F80-0549-8844-6BFF5ADE70C7}"/>
          </ac:graphicFrameMkLst>
        </pc:graphicFrameChg>
      </pc:sldChg>
      <pc:sldChg chg="addSp delSp modSp">
        <pc:chgData name="Gość" userId="S::urn:spo:anon#48652732098c129f023f8102675102656a20b40396a24ea505534f92b67ad4dd::" providerId="AD" clId="Web-{620A08A5-AB32-CBFB-85AC-1CA5549730EE}" dt="2024-10-18T12:52:22.925" v="365"/>
        <pc:sldMkLst>
          <pc:docMk/>
          <pc:sldMk cId="1820793006" sldId="2466"/>
        </pc:sldMkLst>
        <pc:graphicFrameChg chg="mod modGraphic">
          <ac:chgData name="Gość" userId="S::urn:spo:anon#48652732098c129f023f8102675102656a20b40396a24ea505534f92b67ad4dd::" providerId="AD" clId="Web-{620A08A5-AB32-CBFB-85AC-1CA5549730EE}" dt="2024-10-18T12:51:54.612" v="363"/>
          <ac:graphicFrameMkLst>
            <pc:docMk/>
            <pc:sldMk cId="1820793006" sldId="2466"/>
            <ac:graphicFrameMk id="12" creationId="{74CF6476-D2C3-2348-BEC7-148925E380DF}"/>
          </ac:graphicFrameMkLst>
        </pc:graphicFrameChg>
        <pc:picChg chg="add del mod">
          <ac:chgData name="Gość" userId="S::urn:spo:anon#48652732098c129f023f8102675102656a20b40396a24ea505534f92b67ad4dd::" providerId="AD" clId="Web-{620A08A5-AB32-CBFB-85AC-1CA5549730EE}" dt="2024-10-18T12:52:22.925" v="365"/>
          <ac:picMkLst>
            <pc:docMk/>
            <pc:sldMk cId="1820793006" sldId="2466"/>
            <ac:picMk id="4" creationId="{4F10198E-FD3F-67EF-C8AB-1BFA25303112}"/>
          </ac:picMkLst>
        </pc:picChg>
      </pc:sldChg>
      <pc:sldChg chg="addSp delSp modSp new del">
        <pc:chgData name="Gość" userId="S::urn:spo:anon#48652732098c129f023f8102675102656a20b40396a24ea505534f92b67ad4dd::" providerId="AD" clId="Web-{620A08A5-AB32-CBFB-85AC-1CA5549730EE}" dt="2024-10-18T12:52:26.441" v="366"/>
        <pc:sldMkLst>
          <pc:docMk/>
          <pc:sldMk cId="361989928" sldId="2467"/>
        </pc:sldMkLst>
        <pc:picChg chg="add del mod">
          <ac:chgData name="Gość" userId="S::urn:spo:anon#48652732098c129f023f8102675102656a20b40396a24ea505534f92b67ad4dd::" providerId="AD" clId="Web-{620A08A5-AB32-CBFB-85AC-1CA5549730EE}" dt="2024-10-18T12:51:07.143" v="359"/>
          <ac:picMkLst>
            <pc:docMk/>
            <pc:sldMk cId="361989928" sldId="2467"/>
            <ac:picMk id="8" creationId="{0F36D66C-A4C7-6EF4-6DAD-25FFF4D27751}"/>
          </ac:picMkLst>
        </pc:picChg>
      </pc:sldChg>
      <pc:sldChg chg="add del replId">
        <pc:chgData name="Gość" userId="S::urn:spo:anon#48652732098c129f023f8102675102656a20b40396a24ea505534f92b67ad4dd::" providerId="AD" clId="Web-{620A08A5-AB32-CBFB-85AC-1CA5549730EE}" dt="2024-10-18T12:48:13.561" v="355"/>
        <pc:sldMkLst>
          <pc:docMk/>
          <pc:sldMk cId="411644085" sldId="2467"/>
        </pc:sldMkLst>
      </pc:sldChg>
    </pc:docChg>
  </pc:docChgLst>
  <pc:docChgLst>
    <pc:chgData name="Gość" userId="S::urn:spo:anon#48652732098c129f023f8102675102656a20b40396a24ea505534f92b67ad4dd::" providerId="AD" clId="Web-{BEA125D0-1AA6-A7AD-EBE1-34644282BE49}"/>
    <pc:docChg chg="modSld">
      <pc:chgData name="Gość" userId="S::urn:spo:anon#48652732098c129f023f8102675102656a20b40396a24ea505534f92b67ad4dd::" providerId="AD" clId="Web-{BEA125D0-1AA6-A7AD-EBE1-34644282BE49}" dt="2024-10-18T16:39:22.537" v="19"/>
      <pc:docMkLst>
        <pc:docMk/>
      </pc:docMkLst>
      <pc:sldChg chg="modSp">
        <pc:chgData name="Gość" userId="S::urn:spo:anon#48652732098c129f023f8102675102656a20b40396a24ea505534f92b67ad4dd::" providerId="AD" clId="Web-{BEA125D0-1AA6-A7AD-EBE1-34644282BE49}" dt="2024-10-18T16:39:22.537" v="19"/>
        <pc:sldMkLst>
          <pc:docMk/>
          <pc:sldMk cId="2451837985" sldId="2423"/>
        </pc:sldMkLst>
        <pc:graphicFrameChg chg="mod modGraphic">
          <ac:chgData name="Gość" userId="S::urn:spo:anon#48652732098c129f023f8102675102656a20b40396a24ea505534f92b67ad4dd::" providerId="AD" clId="Web-{BEA125D0-1AA6-A7AD-EBE1-34644282BE49}" dt="2024-10-18T16:39:22.537" v="19"/>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1195CA78-1EEA-12FE-7BF0-739A38A09E1E}"/>
    <pc:docChg chg="modSld">
      <pc:chgData name="Gość" userId="S::urn:spo:anon#48652732098c129f023f8102675102656a20b40396a24ea505534f92b67ad4dd::" providerId="AD" clId="Web-{1195CA78-1EEA-12FE-7BF0-739A38A09E1E}" dt="2024-10-20T17:34:15.315" v="53"/>
      <pc:docMkLst>
        <pc:docMk/>
      </pc:docMkLst>
      <pc:sldChg chg="modSp">
        <pc:chgData name="Gość" userId="S::urn:spo:anon#48652732098c129f023f8102675102656a20b40396a24ea505534f92b67ad4dd::" providerId="AD" clId="Web-{1195CA78-1EEA-12FE-7BF0-739A38A09E1E}" dt="2024-10-20T17:34:15.315" v="53"/>
        <pc:sldMkLst>
          <pc:docMk/>
          <pc:sldMk cId="2451837985" sldId="2423"/>
        </pc:sldMkLst>
        <pc:graphicFrameChg chg="mod modGraphic">
          <ac:chgData name="Gość" userId="S::urn:spo:anon#48652732098c129f023f8102675102656a20b40396a24ea505534f92b67ad4dd::" providerId="AD" clId="Web-{1195CA78-1EEA-12FE-7BF0-739A38A09E1E}" dt="2024-10-20T17:34:15.315" v="53"/>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98D1B4CE-2E86-2C71-BED3-C46A8DA01D2A}"/>
    <pc:docChg chg="modSld">
      <pc:chgData name="Gość" userId="S::urn:spo:anon#48652732098c129f023f8102675102656a20b40396a24ea505534f92b67ad4dd::" providerId="AD" clId="Web-{98D1B4CE-2E86-2C71-BED3-C46A8DA01D2A}" dt="2024-10-17T09:28:08.913" v="15"/>
      <pc:docMkLst>
        <pc:docMk/>
      </pc:docMkLst>
      <pc:sldChg chg="modSp">
        <pc:chgData name="Gość" userId="S::urn:spo:anon#48652732098c129f023f8102675102656a20b40396a24ea505534f92b67ad4dd::" providerId="AD" clId="Web-{98D1B4CE-2E86-2C71-BED3-C46A8DA01D2A}" dt="2024-10-17T09:28:08.913" v="15"/>
        <pc:sldMkLst>
          <pc:docMk/>
          <pc:sldMk cId="1820793006" sldId="2466"/>
        </pc:sldMkLst>
        <pc:graphicFrameChg chg="mod modGraphic">
          <ac:chgData name="Gość" userId="S::urn:spo:anon#48652732098c129f023f8102675102656a20b40396a24ea505534f92b67ad4dd::" providerId="AD" clId="Web-{98D1B4CE-2E86-2C71-BED3-C46A8DA01D2A}" dt="2024-10-17T09:28:08.913" v="15"/>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F9326122-67C4-2B19-DCEB-69918924893D}"/>
    <pc:docChg chg="modSld">
      <pc:chgData name="Gość" userId="S::urn:spo:anon#48652732098c129f023f8102675102656a20b40396a24ea505534f92b67ad4dd::" providerId="AD" clId="Web-{F9326122-67C4-2B19-DCEB-69918924893D}" dt="2024-10-14T08:50:35.228" v="3658"/>
      <pc:docMkLst>
        <pc:docMk/>
      </pc:docMkLst>
      <pc:sldChg chg="modSp">
        <pc:chgData name="Gość" userId="S::urn:spo:anon#48652732098c129f023f8102675102656a20b40396a24ea505534f92b67ad4dd::" providerId="AD" clId="Web-{F9326122-67C4-2B19-DCEB-69918924893D}" dt="2024-10-14T08:38:36.770" v="1920"/>
        <pc:sldMkLst>
          <pc:docMk/>
          <pc:sldMk cId="1877047662" sldId="2420"/>
        </pc:sldMkLst>
        <pc:graphicFrameChg chg="mod modGraphic">
          <ac:chgData name="Gość" userId="S::urn:spo:anon#48652732098c129f023f8102675102656a20b40396a24ea505534f92b67ad4dd::" providerId="AD" clId="Web-{F9326122-67C4-2B19-DCEB-69918924893D}" dt="2024-10-14T08:38:36.770" v="1920"/>
          <ac:graphicFrameMkLst>
            <pc:docMk/>
            <pc:sldMk cId="1877047662" sldId="2420"/>
            <ac:graphicFrameMk id="18" creationId="{1F74CD5A-9F80-0549-8844-6BFF5ADE70C7}"/>
          </ac:graphicFrameMkLst>
        </pc:graphicFrameChg>
      </pc:sldChg>
      <pc:sldChg chg="modSp">
        <pc:chgData name="Gość" userId="S::urn:spo:anon#48652732098c129f023f8102675102656a20b40396a24ea505534f92b67ad4dd::" providerId="AD" clId="Web-{F9326122-67C4-2B19-DCEB-69918924893D}" dt="2024-10-14T08:50:35.228" v="3658"/>
        <pc:sldMkLst>
          <pc:docMk/>
          <pc:sldMk cId="2451837985" sldId="2423"/>
        </pc:sldMkLst>
        <pc:graphicFrameChg chg="mod modGraphic">
          <ac:chgData name="Gość" userId="S::urn:spo:anon#48652732098c129f023f8102675102656a20b40396a24ea505534f92b67ad4dd::" providerId="AD" clId="Web-{F9326122-67C4-2B19-DCEB-69918924893D}" dt="2024-10-14T08:50:35.228" v="3658"/>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F9326122-67C4-2B19-DCEB-69918924893D}" dt="2024-10-14T08:43:44.263" v="2868"/>
        <pc:sldMkLst>
          <pc:docMk/>
          <pc:sldMk cId="3110103477" sldId="2463"/>
        </pc:sldMkLst>
        <pc:graphicFrameChg chg="mod modGraphic">
          <ac:chgData name="Gość" userId="S::urn:spo:anon#48652732098c129f023f8102675102656a20b40396a24ea505534f92b67ad4dd::" providerId="AD" clId="Web-{F9326122-67C4-2B19-DCEB-69918924893D}" dt="2024-10-14T08:43:44.263" v="2868"/>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F9326122-67C4-2B19-DCEB-69918924893D}" dt="2024-10-14T08:31:24.882" v="1479"/>
        <pc:sldMkLst>
          <pc:docMk/>
          <pc:sldMk cId="4070156159" sldId="2465"/>
        </pc:sldMkLst>
        <pc:graphicFrameChg chg="mod modGraphic">
          <ac:chgData name="Gość" userId="S::urn:spo:anon#48652732098c129f023f8102675102656a20b40396a24ea505534f92b67ad4dd::" providerId="AD" clId="Web-{F9326122-67C4-2B19-DCEB-69918924893D}" dt="2024-10-14T08:31:24.882" v="1479"/>
          <ac:graphicFrameMkLst>
            <pc:docMk/>
            <pc:sldMk cId="4070156159" sldId="2465"/>
            <ac:graphicFrameMk id="18" creationId="{1F74CD5A-9F80-0549-8844-6BFF5ADE70C7}"/>
          </ac:graphicFrameMkLst>
        </pc:graphicFrameChg>
      </pc:sldChg>
      <pc:sldChg chg="modSp">
        <pc:chgData name="Gość" userId="S::urn:spo:anon#48652732098c129f023f8102675102656a20b40396a24ea505534f92b67ad4dd::" providerId="AD" clId="Web-{F9326122-67C4-2B19-DCEB-69918924893D}" dt="2024-10-14T08:50:17.321" v="3642"/>
        <pc:sldMkLst>
          <pc:docMk/>
          <pc:sldMk cId="1820793006" sldId="2466"/>
        </pc:sldMkLst>
        <pc:graphicFrameChg chg="mod modGraphic">
          <ac:chgData name="Gość" userId="S::urn:spo:anon#48652732098c129f023f8102675102656a20b40396a24ea505534f92b67ad4dd::" providerId="AD" clId="Web-{F9326122-67C4-2B19-DCEB-69918924893D}" dt="2024-10-14T08:50:17.321" v="3642"/>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8460719D-9556-EE7B-C4B6-C21F23FD8CCB}"/>
    <pc:docChg chg="modSld">
      <pc:chgData name="Gość" userId="S::urn:spo:anon#48652732098c129f023f8102675102656a20b40396a24ea505534f92b67ad4dd::" providerId="AD" clId="Web-{8460719D-9556-EE7B-C4B6-C21F23FD8CCB}" dt="2024-10-20T09:23:47.396" v="257"/>
      <pc:docMkLst>
        <pc:docMk/>
      </pc:docMkLst>
      <pc:sldChg chg="modSp">
        <pc:chgData name="Gość" userId="S::urn:spo:anon#48652732098c129f023f8102675102656a20b40396a24ea505534f92b67ad4dd::" providerId="AD" clId="Web-{8460719D-9556-EE7B-C4B6-C21F23FD8CCB}" dt="2024-10-20T09:23:47.396" v="257"/>
        <pc:sldMkLst>
          <pc:docMk/>
          <pc:sldMk cId="2451837985" sldId="2423"/>
        </pc:sldMkLst>
        <pc:graphicFrameChg chg="mod modGraphic">
          <ac:chgData name="Gość" userId="S::urn:spo:anon#48652732098c129f023f8102675102656a20b40396a24ea505534f92b67ad4dd::" providerId="AD" clId="Web-{8460719D-9556-EE7B-C4B6-C21F23FD8CCB}" dt="2024-10-20T09:23:47.396" v="257"/>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06C6517A-9868-C28D-615A-EB0C16461AFD}"/>
    <pc:docChg chg="modSld">
      <pc:chgData name="Gość" userId="S::urn:spo:anon#48652732098c129f023f8102675102656a20b40396a24ea505534f92b67ad4dd::" providerId="AD" clId="Web-{06C6517A-9868-C28D-615A-EB0C16461AFD}" dt="2024-10-14T09:10:53.603" v="48"/>
      <pc:docMkLst>
        <pc:docMk/>
      </pc:docMkLst>
      <pc:sldChg chg="modSp">
        <pc:chgData name="Gość" userId="S::urn:spo:anon#48652732098c129f023f8102675102656a20b40396a24ea505534f92b67ad4dd::" providerId="AD" clId="Web-{06C6517A-9868-C28D-615A-EB0C16461AFD}" dt="2024-10-14T09:10:04.304" v="17"/>
        <pc:sldMkLst>
          <pc:docMk/>
          <pc:sldMk cId="1877047662" sldId="2420"/>
        </pc:sldMkLst>
        <pc:graphicFrameChg chg="mod modGraphic">
          <ac:chgData name="Gość" userId="S::urn:spo:anon#48652732098c129f023f8102675102656a20b40396a24ea505534f92b67ad4dd::" providerId="AD" clId="Web-{06C6517A-9868-C28D-615A-EB0C16461AFD}" dt="2024-10-14T09:10:04.304" v="17"/>
          <ac:graphicFrameMkLst>
            <pc:docMk/>
            <pc:sldMk cId="1877047662" sldId="2420"/>
            <ac:graphicFrameMk id="18" creationId="{1F74CD5A-9F80-0549-8844-6BFF5ADE70C7}"/>
          </ac:graphicFrameMkLst>
        </pc:graphicFrameChg>
      </pc:sldChg>
      <pc:sldChg chg="modSp">
        <pc:chgData name="Gość" userId="S::urn:spo:anon#48652732098c129f023f8102675102656a20b40396a24ea505534f92b67ad4dd::" providerId="AD" clId="Web-{06C6517A-9868-C28D-615A-EB0C16461AFD}" dt="2024-10-14T09:10:53.603" v="48"/>
        <pc:sldMkLst>
          <pc:docMk/>
          <pc:sldMk cId="2451837985" sldId="2423"/>
        </pc:sldMkLst>
        <pc:graphicFrameChg chg="mod modGraphic">
          <ac:chgData name="Gość" userId="S::urn:spo:anon#48652732098c129f023f8102675102656a20b40396a24ea505534f92b67ad4dd::" providerId="AD" clId="Web-{06C6517A-9868-C28D-615A-EB0C16461AFD}" dt="2024-10-14T09:10:53.603" v="48"/>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06C6517A-9868-C28D-615A-EB0C16461AFD}" dt="2024-10-14T09:10:36.493" v="38"/>
        <pc:sldMkLst>
          <pc:docMk/>
          <pc:sldMk cId="3110103477" sldId="2463"/>
        </pc:sldMkLst>
        <pc:graphicFrameChg chg="mod modGraphic">
          <ac:chgData name="Gość" userId="S::urn:spo:anon#48652732098c129f023f8102675102656a20b40396a24ea505534f92b67ad4dd::" providerId="AD" clId="Web-{06C6517A-9868-C28D-615A-EB0C16461AFD}" dt="2024-10-14T09:10:36.493" v="38"/>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06C6517A-9868-C28D-615A-EB0C16461AFD}" dt="2024-10-14T09:09:44.663" v="5"/>
        <pc:sldMkLst>
          <pc:docMk/>
          <pc:sldMk cId="4070156159" sldId="2465"/>
        </pc:sldMkLst>
        <pc:graphicFrameChg chg="mod modGraphic">
          <ac:chgData name="Gość" userId="S::urn:spo:anon#48652732098c129f023f8102675102656a20b40396a24ea505534f92b67ad4dd::" providerId="AD" clId="Web-{06C6517A-9868-C28D-615A-EB0C16461AFD}" dt="2024-10-14T09:09:44.663" v="5"/>
          <ac:graphicFrameMkLst>
            <pc:docMk/>
            <pc:sldMk cId="4070156159" sldId="2465"/>
            <ac:graphicFrameMk id="18" creationId="{1F74CD5A-9F80-0549-8844-6BFF5ADE70C7}"/>
          </ac:graphicFrameMkLst>
        </pc:graphicFrameChg>
      </pc:sldChg>
      <pc:sldChg chg="modSp">
        <pc:chgData name="Gość" userId="S::urn:spo:anon#48652732098c129f023f8102675102656a20b40396a24ea505534f92b67ad4dd::" providerId="AD" clId="Web-{06C6517A-9868-C28D-615A-EB0C16461AFD}" dt="2024-10-14T09:10:48.650" v="46"/>
        <pc:sldMkLst>
          <pc:docMk/>
          <pc:sldMk cId="1820793006" sldId="2466"/>
        </pc:sldMkLst>
        <pc:graphicFrameChg chg="mod modGraphic">
          <ac:chgData name="Gość" userId="S::urn:spo:anon#48652732098c129f023f8102675102656a20b40396a24ea505534f92b67ad4dd::" providerId="AD" clId="Web-{06C6517A-9868-C28D-615A-EB0C16461AFD}" dt="2024-10-14T09:10:48.650" v="46"/>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055AB402-7A3D-C239-7F14-C07B9ABD03DC}"/>
    <pc:docChg chg="modSld">
      <pc:chgData name="Gość" userId="S::urn:spo:anon#48652732098c129f023f8102675102656a20b40396a24ea505534f92b67ad4dd::" providerId="AD" clId="Web-{055AB402-7A3D-C239-7F14-C07B9ABD03DC}" dt="2024-10-19T10:12:44.024" v="17"/>
      <pc:docMkLst>
        <pc:docMk/>
      </pc:docMkLst>
      <pc:sldChg chg="modSp">
        <pc:chgData name="Gość" userId="S::urn:spo:anon#48652732098c129f023f8102675102656a20b40396a24ea505534f92b67ad4dd::" providerId="AD" clId="Web-{055AB402-7A3D-C239-7F14-C07B9ABD03DC}" dt="2024-10-19T10:12:44.024" v="17"/>
        <pc:sldMkLst>
          <pc:docMk/>
          <pc:sldMk cId="2451837985" sldId="2423"/>
        </pc:sldMkLst>
        <pc:graphicFrameChg chg="mod modGraphic">
          <ac:chgData name="Gość" userId="S::urn:spo:anon#48652732098c129f023f8102675102656a20b40396a24ea505534f92b67ad4dd::" providerId="AD" clId="Web-{055AB402-7A3D-C239-7F14-C07B9ABD03DC}" dt="2024-10-19T10:12:44.024" v="17"/>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DB34BD55-EF1B-CBCD-D46D-FDE87755CB14}"/>
    <pc:docChg chg="modSld">
      <pc:chgData name="Gość" userId="S::urn:spo:anon#48652732098c129f023f8102675102656a20b40396a24ea505534f92b67ad4dd::" providerId="AD" clId="Web-{DB34BD55-EF1B-CBCD-D46D-FDE87755CB14}" dt="2024-10-17T09:29:52.897" v="155"/>
      <pc:docMkLst>
        <pc:docMk/>
      </pc:docMkLst>
      <pc:sldChg chg="modSp">
        <pc:chgData name="Gość" userId="S::urn:spo:anon#48652732098c129f023f8102675102656a20b40396a24ea505534f92b67ad4dd::" providerId="AD" clId="Web-{DB34BD55-EF1B-CBCD-D46D-FDE87755CB14}" dt="2024-10-17T09:07:58.576" v="119"/>
        <pc:sldMkLst>
          <pc:docMk/>
          <pc:sldMk cId="2451837985" sldId="2423"/>
        </pc:sldMkLst>
        <pc:graphicFrameChg chg="mod modGraphic">
          <ac:chgData name="Gość" userId="S::urn:spo:anon#48652732098c129f023f8102675102656a20b40396a24ea505534f92b67ad4dd::" providerId="AD" clId="Web-{DB34BD55-EF1B-CBCD-D46D-FDE87755CB14}" dt="2024-10-17T09:07:58.576" v="119"/>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DB34BD55-EF1B-CBCD-D46D-FDE87755CB14}" dt="2024-10-17T08:58:16.106" v="87"/>
        <pc:sldMkLst>
          <pc:docMk/>
          <pc:sldMk cId="3110103477" sldId="2463"/>
        </pc:sldMkLst>
        <pc:graphicFrameChg chg="mod modGraphic">
          <ac:chgData name="Gość" userId="S::urn:spo:anon#48652732098c129f023f8102675102656a20b40396a24ea505534f92b67ad4dd::" providerId="AD" clId="Web-{DB34BD55-EF1B-CBCD-D46D-FDE87755CB14}" dt="2024-10-17T08:58:16.106" v="87"/>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DB34BD55-EF1B-CBCD-D46D-FDE87755CB14}" dt="2024-10-17T09:29:52.897" v="155"/>
        <pc:sldMkLst>
          <pc:docMk/>
          <pc:sldMk cId="1820793006" sldId="2466"/>
        </pc:sldMkLst>
        <pc:graphicFrameChg chg="mod modGraphic">
          <ac:chgData name="Gość" userId="S::urn:spo:anon#48652732098c129f023f8102675102656a20b40396a24ea505534f92b67ad4dd::" providerId="AD" clId="Web-{DB34BD55-EF1B-CBCD-D46D-FDE87755CB14}" dt="2024-10-17T09:29:52.897" v="155"/>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85A959B3-BA97-E1DF-1CD6-AF65220E21F5}"/>
    <pc:docChg chg="modSld">
      <pc:chgData name="Gość" userId="S::urn:spo:anon#48652732098c129f023f8102675102656a20b40396a24ea505534f92b67ad4dd::" providerId="AD" clId="Web-{85A959B3-BA97-E1DF-1CD6-AF65220E21F5}" dt="2024-10-18T08:24:02.394" v="119"/>
      <pc:docMkLst>
        <pc:docMk/>
      </pc:docMkLst>
      <pc:sldChg chg="modSp">
        <pc:chgData name="Gość" userId="S::urn:spo:anon#48652732098c129f023f8102675102656a20b40396a24ea505534f92b67ad4dd::" providerId="AD" clId="Web-{85A959B3-BA97-E1DF-1CD6-AF65220E21F5}" dt="2024-10-18T08:24:02.394" v="119"/>
        <pc:sldMkLst>
          <pc:docMk/>
          <pc:sldMk cId="2451837985" sldId="2423"/>
        </pc:sldMkLst>
        <pc:graphicFrameChg chg="mod modGraphic">
          <ac:chgData name="Gość" userId="S::urn:spo:anon#48652732098c129f023f8102675102656a20b40396a24ea505534f92b67ad4dd::" providerId="AD" clId="Web-{85A959B3-BA97-E1DF-1CD6-AF65220E21F5}" dt="2024-10-18T08:24:02.394" v="119"/>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62D4CE27-09BE-E439-2028-F6F54213DF8B}"/>
    <pc:docChg chg="modSld">
      <pc:chgData name="Gość" userId="S::urn:spo:anon#48652732098c129f023f8102675102656a20b40396a24ea505534f92b67ad4dd::" providerId="AD" clId="Web-{62D4CE27-09BE-E439-2028-F6F54213DF8B}" dt="2024-10-18T12:50:35.546" v="693"/>
      <pc:docMkLst>
        <pc:docMk/>
      </pc:docMkLst>
      <pc:sldChg chg="modSp">
        <pc:chgData name="Gość" userId="S::urn:spo:anon#48652732098c129f023f8102675102656a20b40396a24ea505534f92b67ad4dd::" providerId="AD" clId="Web-{62D4CE27-09BE-E439-2028-F6F54213DF8B}" dt="2024-10-18T12:32:47.066" v="493"/>
        <pc:sldMkLst>
          <pc:docMk/>
          <pc:sldMk cId="1877047662" sldId="2420"/>
        </pc:sldMkLst>
        <pc:graphicFrameChg chg="mod modGraphic">
          <ac:chgData name="Gość" userId="S::urn:spo:anon#48652732098c129f023f8102675102656a20b40396a24ea505534f92b67ad4dd::" providerId="AD" clId="Web-{62D4CE27-09BE-E439-2028-F6F54213DF8B}" dt="2024-10-18T12:32:47.066" v="493"/>
          <ac:graphicFrameMkLst>
            <pc:docMk/>
            <pc:sldMk cId="1877047662" sldId="2420"/>
            <ac:graphicFrameMk id="18" creationId="{1F74CD5A-9F80-0549-8844-6BFF5ADE70C7}"/>
          </ac:graphicFrameMkLst>
        </pc:graphicFrameChg>
      </pc:sldChg>
      <pc:sldChg chg="modSp">
        <pc:chgData name="Gość" userId="S::urn:spo:anon#48652732098c129f023f8102675102656a20b40396a24ea505534f92b67ad4dd::" providerId="AD" clId="Web-{62D4CE27-09BE-E439-2028-F6F54213DF8B}" dt="2024-10-18T12:40:50.382" v="577"/>
        <pc:sldMkLst>
          <pc:docMk/>
          <pc:sldMk cId="2451837985" sldId="2423"/>
        </pc:sldMkLst>
        <pc:graphicFrameChg chg="mod modGraphic">
          <ac:chgData name="Gość" userId="S::urn:spo:anon#48652732098c129f023f8102675102656a20b40396a24ea505534f92b67ad4dd::" providerId="AD" clId="Web-{62D4CE27-09BE-E439-2028-F6F54213DF8B}" dt="2024-10-18T12:40:50.382" v="577"/>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62D4CE27-09BE-E439-2028-F6F54213DF8B}" dt="2024-10-18T12:37:17.811" v="557"/>
        <pc:sldMkLst>
          <pc:docMk/>
          <pc:sldMk cId="3110103477" sldId="2463"/>
        </pc:sldMkLst>
        <pc:graphicFrameChg chg="mod modGraphic">
          <ac:chgData name="Gość" userId="S::urn:spo:anon#48652732098c129f023f8102675102656a20b40396a24ea505534f92b67ad4dd::" providerId="AD" clId="Web-{62D4CE27-09BE-E439-2028-F6F54213DF8B}" dt="2024-10-18T12:37:17.811" v="557"/>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62D4CE27-09BE-E439-2028-F6F54213DF8B}" dt="2024-10-18T12:31:34.048" v="439"/>
        <pc:sldMkLst>
          <pc:docMk/>
          <pc:sldMk cId="4070156159" sldId="2465"/>
        </pc:sldMkLst>
        <pc:graphicFrameChg chg="mod modGraphic">
          <ac:chgData name="Gość" userId="S::urn:spo:anon#48652732098c129f023f8102675102656a20b40396a24ea505534f92b67ad4dd::" providerId="AD" clId="Web-{62D4CE27-09BE-E439-2028-F6F54213DF8B}" dt="2024-10-18T12:31:34.048" v="439"/>
          <ac:graphicFrameMkLst>
            <pc:docMk/>
            <pc:sldMk cId="4070156159" sldId="2465"/>
            <ac:graphicFrameMk id="18" creationId="{1F74CD5A-9F80-0549-8844-6BFF5ADE70C7}"/>
          </ac:graphicFrameMkLst>
        </pc:graphicFrameChg>
      </pc:sldChg>
      <pc:sldChg chg="modSp">
        <pc:chgData name="Gość" userId="S::urn:spo:anon#48652732098c129f023f8102675102656a20b40396a24ea505534f92b67ad4dd::" providerId="AD" clId="Web-{62D4CE27-09BE-E439-2028-F6F54213DF8B}" dt="2024-10-18T12:50:35.546" v="693"/>
        <pc:sldMkLst>
          <pc:docMk/>
          <pc:sldMk cId="1820793006" sldId="2466"/>
        </pc:sldMkLst>
        <pc:graphicFrameChg chg="mod modGraphic">
          <ac:chgData name="Gość" userId="S::urn:spo:anon#48652732098c129f023f8102675102656a20b40396a24ea505534f92b67ad4dd::" providerId="AD" clId="Web-{62D4CE27-09BE-E439-2028-F6F54213DF8B}" dt="2024-10-18T12:50:35.546" v="693"/>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0D578BBF-6CA1-289A-9491-FF31A354EB01}"/>
    <pc:docChg chg="modSld">
      <pc:chgData name="Gość" userId="S::urn:spo:anon#48652732098c129f023f8102675102656a20b40396a24ea505534f92b67ad4dd::" providerId="AD" clId="Web-{0D578BBF-6CA1-289A-9491-FF31A354EB01}" dt="2024-10-17T08:45:57.596" v="7"/>
      <pc:docMkLst>
        <pc:docMk/>
      </pc:docMkLst>
      <pc:sldChg chg="modSp">
        <pc:chgData name="Gość" userId="S::urn:spo:anon#48652732098c129f023f8102675102656a20b40396a24ea505534f92b67ad4dd::" providerId="AD" clId="Web-{0D578BBF-6CA1-289A-9491-FF31A354EB01}" dt="2024-10-17T08:45:57.596" v="7"/>
        <pc:sldMkLst>
          <pc:docMk/>
          <pc:sldMk cId="3110103477" sldId="2463"/>
        </pc:sldMkLst>
        <pc:graphicFrameChg chg="mod modGraphic">
          <ac:chgData name="Gość" userId="S::urn:spo:anon#48652732098c129f023f8102675102656a20b40396a24ea505534f92b67ad4dd::" providerId="AD" clId="Web-{0D578BBF-6CA1-289A-9491-FF31A354EB01}" dt="2024-10-17T08:45:57.596" v="7"/>
          <ac:graphicFrameMkLst>
            <pc:docMk/>
            <pc:sldMk cId="3110103477" sldId="2463"/>
            <ac:graphicFrameMk id="12" creationId="{74CF6476-D2C3-2348-BEC7-148925E380DF}"/>
          </ac:graphicFrameMkLst>
        </pc:graphicFrameChg>
      </pc:sldChg>
    </pc:docChg>
  </pc:docChgLst>
  <pc:docChgLst>
    <pc:chgData name="Gość" userId="S::urn:spo:anon#48652732098c129f023f8102675102656a20b40396a24ea505534f92b67ad4dd::" providerId="AD" clId="Web-{136321BB-9FF5-37BB-DFAB-8BC2D3101C9E}"/>
    <pc:docChg chg="modSld">
      <pc:chgData name="Gość" userId="S::urn:spo:anon#48652732098c129f023f8102675102656a20b40396a24ea505534f92b67ad4dd::" providerId="AD" clId="Web-{136321BB-9FF5-37BB-DFAB-8BC2D3101C9E}" dt="2024-10-19T10:11:18.336" v="23"/>
      <pc:docMkLst>
        <pc:docMk/>
      </pc:docMkLst>
      <pc:sldChg chg="modSp">
        <pc:chgData name="Gość" userId="S::urn:spo:anon#48652732098c129f023f8102675102656a20b40396a24ea505534f92b67ad4dd::" providerId="AD" clId="Web-{136321BB-9FF5-37BB-DFAB-8BC2D3101C9E}" dt="2024-10-19T10:11:18.336" v="23"/>
        <pc:sldMkLst>
          <pc:docMk/>
          <pc:sldMk cId="2451837985" sldId="2423"/>
        </pc:sldMkLst>
        <pc:graphicFrameChg chg="mod modGraphic">
          <ac:chgData name="Gość" userId="S::urn:spo:anon#48652732098c129f023f8102675102656a20b40396a24ea505534f92b67ad4dd::" providerId="AD" clId="Web-{136321BB-9FF5-37BB-DFAB-8BC2D3101C9E}" dt="2024-10-19T10:11:18.336" v="23"/>
          <ac:graphicFrameMkLst>
            <pc:docMk/>
            <pc:sldMk cId="2451837985" sldId="2423"/>
            <ac:graphicFrameMk id="12" creationId="{74CF6476-D2C3-2348-BEC7-148925E380DF}"/>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pPr>
              <a:defRPr/>
            </a:pPr>
            <a:endParaRPr lang="en-US">
              <a:latin typeface="Arial" panose="020B0604020202020204" pitchFamily="34" charset="0"/>
            </a:endParaRPr>
          </a:p>
        </p:txBody>
      </p:sp>
      <p:sp>
        <p:nvSpPr>
          <p:cNvPr id="3" name="Date Placeholder 2"/>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pPr>
              <a:defRPr/>
            </a:pPr>
            <a:fld id="{96457D4A-3A70-4343-9758-775435F7A22E}" type="datetimeFigureOut">
              <a:rPr lang="en-US">
                <a:latin typeface="Arial" panose="020B0604020202020204" pitchFamily="34" charset="0"/>
              </a:rPr>
              <a:pPr>
                <a:defRPr/>
              </a:pPr>
              <a:t>3/27/2025</a:t>
            </a:fld>
            <a:endParaRPr lang="en-US">
              <a:latin typeface="Arial" panose="020B0604020202020204" pitchFamily="34" charset="0"/>
            </a:endParaRPr>
          </a:p>
        </p:txBody>
      </p:sp>
      <p:sp>
        <p:nvSpPr>
          <p:cNvPr id="4" name="Footer Placeholder 3"/>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pPr>
              <a:defRPr/>
            </a:pPr>
            <a:endParaRPr lang="en-US">
              <a:latin typeface="Arial" panose="020B0604020202020204" pitchFamily="34" charset="0"/>
            </a:endParaRPr>
          </a:p>
        </p:txBody>
      </p:sp>
      <p:sp>
        <p:nvSpPr>
          <p:cNvPr id="5" name="Slide Number Placeholder 4"/>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pPr>
              <a:defRPr/>
            </a:pPr>
            <a:fld id="{C8683F37-8904-4846-9242-6A858545E9E1}" type="slidenum">
              <a:rPr lang="en-US">
                <a:latin typeface="Arial" panose="020B0604020202020204" pitchFamily="34" charset="0"/>
              </a:rPr>
              <a:pPr>
                <a:defRPr/>
              </a:pPr>
              <a:t>‹N›</a:t>
            </a:fld>
            <a:endParaRPr lang="en-US">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b="0" i="0">
                <a:latin typeface="Arial" panose="020B0604020202020204" pitchFamily="34" charset="0"/>
              </a:defRPr>
            </a:lvl1pPr>
          </a:lstStyle>
          <a:p>
            <a:pPr>
              <a:defRPr/>
            </a:pPr>
            <a:endParaRPr lang="en-US"/>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b="0" i="0">
                <a:latin typeface="Arial" panose="020B0604020202020204" pitchFamily="34" charset="0"/>
              </a:defRPr>
            </a:lvl1pPr>
          </a:lstStyle>
          <a:p>
            <a:pPr>
              <a:defRPr/>
            </a:pPr>
            <a:fld id="{754FBBB8-96E2-494F-B716-7974840A6007}" type="datetimeFigureOut">
              <a:rPr lang="en-US" smtClean="0"/>
              <a:pPr>
                <a:defRPr/>
              </a:pPr>
              <a:t>3/27/2025</a:t>
            </a:fld>
            <a:endParaRPr lang="en-US"/>
          </a:p>
        </p:txBody>
      </p:sp>
      <p:sp>
        <p:nvSpPr>
          <p:cNvPr id="4" name="Slide Image Placeholder 3"/>
          <p:cNvSpPr>
            <a:spLocks noGrp="1" noRot="1" noChangeAspect="1"/>
          </p:cNvSpPr>
          <p:nvPr>
            <p:ph type="sldImg" idx="2"/>
          </p:nvPr>
        </p:nvSpPr>
        <p:spPr>
          <a:xfrm>
            <a:off x="1274763" y="1155700"/>
            <a:ext cx="4405312" cy="3117850"/>
          </a:xfrm>
          <a:prstGeom prst="rect">
            <a:avLst/>
          </a:prstGeom>
          <a:noFill/>
          <a:ln w="12700">
            <a:solidFill>
              <a:prstClr val="black"/>
            </a:solidFill>
          </a:ln>
        </p:spPr>
        <p:txBody>
          <a:bodyPr vert="horz" lIns="92546" tIns="46273" rIns="92546" bIns="46273" rtlCol="0" anchor="ctr"/>
          <a:lstStyle/>
          <a:p>
            <a:pPr lvl="0"/>
            <a:endParaRPr lang="en-US" noProof="0"/>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b="0" i="0">
                <a:latin typeface="Arial" panose="020B0604020202020204" pitchFamily="34" charset="0"/>
              </a:defRPr>
            </a:lvl1pPr>
          </a:lstStyle>
          <a:p>
            <a:pPr>
              <a:defRPr/>
            </a:pPr>
            <a:endParaRPr lang="en-US"/>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b="0" i="0">
                <a:latin typeface="Arial" panose="020B0604020202020204" pitchFamily="34" charset="0"/>
              </a:defRPr>
            </a:lvl1pPr>
          </a:lstStyle>
          <a:p>
            <a:pPr>
              <a:defRPr/>
            </a:pPr>
            <a:fld id="{D1F6A1A1-8B93-49C9-AFC7-D0DF50B75203}" type="slidenum">
              <a:rPr lang="en-US" smtClean="0"/>
              <a:pPr>
                <a:defRPr/>
              </a:pPr>
              <a:t>‹N›</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GB" sz="1800" b="0" i="0" u="none" strike="noStrike">
                <a:solidFill>
                  <a:srgbClr val="000000"/>
                </a:solidFill>
                <a:effectLst/>
                <a:latin typeface="Calibri "/>
              </a:rPr>
            </a:br>
            <a:r>
              <a:rPr lang="en-GB" sz="1800" b="0" i="0" u="none" strike="noStrike">
                <a:solidFill>
                  <a:srgbClr val="000000"/>
                </a:solidFill>
                <a:effectLst/>
                <a:latin typeface="Calibri "/>
              </a:rPr>
              <a:t>Let’s suppose someone offers to buy your company at a fair price. Let’s also suppose this buyer is intent on killing your company after the purchase. Your products and services will be immediately discontinued. All operations will be shut down. The brand will be shelved forever. Your company will completely cease to exist.</a:t>
            </a:r>
            <a:br>
              <a:rPr lang="en-GB" sz="1800" b="0" i="0" u="none" strike="noStrike">
                <a:solidFill>
                  <a:srgbClr val="000000"/>
                </a:solidFill>
                <a:effectLst/>
                <a:latin typeface="Calibri "/>
              </a:rPr>
            </a:br>
            <a:br>
              <a:rPr lang="en-GB" sz="1800" b="0" i="0" u="none" strike="noStrike">
                <a:solidFill>
                  <a:srgbClr val="000000"/>
                </a:solidFill>
                <a:effectLst/>
                <a:latin typeface="Calibri "/>
              </a:rPr>
            </a:br>
            <a:r>
              <a:rPr lang="en-GB" sz="1800" b="0" i="0" u="none" strike="noStrike">
                <a:solidFill>
                  <a:srgbClr val="000000"/>
                </a:solidFill>
                <a:effectLst/>
                <a:latin typeface="Calibri "/>
              </a:rPr>
              <a:t>Try to answer the following questions in order to articulate what your company brings to the world: </a:t>
            </a:r>
            <a:br>
              <a:rPr lang="en-GB" sz="1800" b="0" i="0" u="none" strike="noStrike">
                <a:solidFill>
                  <a:srgbClr val="000000"/>
                </a:solidFill>
                <a:effectLst/>
                <a:latin typeface="Calibri "/>
              </a:rPr>
            </a:br>
            <a:br>
              <a:rPr lang="en-GB" sz="1800" b="0" i="0" u="none" strike="noStrike">
                <a:solidFill>
                  <a:srgbClr val="000000"/>
                </a:solidFill>
                <a:effectLst/>
                <a:latin typeface="Calibri "/>
              </a:rPr>
            </a:br>
            <a:r>
              <a:rPr lang="en-GB" sz="1800" b="0" i="0" u="none" strike="noStrike">
                <a:solidFill>
                  <a:srgbClr val="000000"/>
                </a:solidFill>
                <a:effectLst/>
                <a:latin typeface="Calibri "/>
              </a:rPr>
              <a:t>• What will be lost if your brand ceased to exist? - e.g. A sixty-year legacy of innovation and entrepreneurship</a:t>
            </a:r>
            <a:br>
              <a:rPr lang="en-GB" sz="1800" b="0" i="0" u="none" strike="noStrike">
                <a:solidFill>
                  <a:srgbClr val="000000"/>
                </a:solidFill>
                <a:effectLst/>
                <a:latin typeface="Calibri "/>
              </a:rPr>
            </a:br>
            <a:br>
              <a:rPr lang="en-GB" sz="1800" b="0" i="0" u="none" strike="noStrike">
                <a:solidFill>
                  <a:srgbClr val="000000"/>
                </a:solidFill>
                <a:effectLst/>
                <a:latin typeface="Calibri "/>
              </a:rPr>
            </a:br>
            <a:r>
              <a:rPr lang="en-GB" sz="1800" b="0" i="0" u="none" strike="noStrike">
                <a:solidFill>
                  <a:srgbClr val="000000"/>
                </a:solidFill>
                <a:effectLst/>
                <a:latin typeface="Calibri "/>
              </a:rPr>
              <a:t>• Why is it important that your brand continues to exist? - e.g. Because our company will enhance people’s quality of life</a:t>
            </a:r>
            <a:br>
              <a:rPr lang="en-GB" sz="1800" b="0" i="0" u="none" strike="noStrike">
                <a:solidFill>
                  <a:srgbClr val="000000"/>
                </a:solidFill>
                <a:effectLst/>
                <a:latin typeface="Calibri "/>
              </a:rPr>
            </a:br>
            <a:br>
              <a:rPr lang="en-GB" sz="1800" b="0" i="0" u="none" strike="noStrike">
                <a:solidFill>
                  <a:srgbClr val="000000"/>
                </a:solidFill>
                <a:effectLst/>
                <a:latin typeface="Calibri "/>
              </a:rPr>
            </a:br>
            <a:r>
              <a:rPr lang="en-GB" sz="1800" b="0" i="0" u="none" strike="noStrike">
                <a:solidFill>
                  <a:srgbClr val="000000"/>
                </a:solidFill>
                <a:effectLst/>
                <a:latin typeface="Calibri "/>
              </a:rPr>
              <a:t>• What’s at stake here? - e.g. Increased congestion, pollution and space taken up by vehicles </a:t>
            </a:r>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1</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3564909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2</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976752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E6E52-FA32-1220-89A8-7D495EBE9F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41F29-1606-D6CE-282D-90233422D8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35D94A-D146-D3DD-FF10-4C239BEF09F3}"/>
              </a:ext>
            </a:extLst>
          </p:cNvPr>
          <p:cNvSpPr>
            <a:spLocks noGrp="1"/>
          </p:cNvSpPr>
          <p:nvPr>
            <p:ph type="body" idx="1"/>
          </p:nvPr>
        </p:nvSpPr>
        <p:spPr/>
        <p:txBody>
          <a:bodyPr/>
          <a:lstStyle/>
          <a:p>
            <a:endParaRPr lang="en-US" b="0"/>
          </a:p>
        </p:txBody>
      </p:sp>
      <p:sp>
        <p:nvSpPr>
          <p:cNvPr id="4" name="Slide Number Placeholder 3">
            <a:extLst>
              <a:ext uri="{FF2B5EF4-FFF2-40B4-BE49-F238E27FC236}">
                <a16:creationId xmlns:a16="http://schemas.microsoft.com/office/drawing/2014/main" id="{D6F9372D-BC46-939F-DA28-F6390F323379}"/>
              </a:ext>
            </a:extLst>
          </p:cNvPr>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3</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5808073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4</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0003053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GB" sz="1800" b="0" i="0" u="none" strike="noStrike">
                <a:solidFill>
                  <a:srgbClr val="000000"/>
                </a:solidFill>
                <a:effectLst/>
                <a:latin typeface="Calibri "/>
              </a:rPr>
            </a:br>
            <a:r>
              <a:rPr lang="en-GB" sz="1800" b="0" i="0" u="none" strike="noStrike">
                <a:solidFill>
                  <a:srgbClr val="000000"/>
                </a:solidFill>
                <a:effectLst/>
                <a:latin typeface="Calibri "/>
              </a:rPr>
              <a:t>Using the Company Dream Tool results, try to visualize the dream in more detail. Refer to particular words, images, people, scents, etc.</a:t>
            </a:r>
            <a:r>
              <a:rPr lang="en-GB"/>
              <a:t> </a:t>
            </a:r>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5</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456290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313665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81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2540665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18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65894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96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8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410447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24167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45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815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2812685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162119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433518930"/>
      </p:ext>
    </p:extLst>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 id="2147484484"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userDrawn="1">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userDrawn="1">
          <p15:clr>
            <a:srgbClr val="F26B43"/>
          </p15:clr>
        </p15:guide>
        <p15:guide id="35" orient="horz" pos="250" userDrawn="1">
          <p15:clr>
            <a:srgbClr val="F26B43"/>
          </p15:clr>
        </p15:guide>
        <p15:guide id="36" orient="horz" pos="3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571242831"/>
      </p:ext>
    </p:extLst>
  </p:cSld>
  <p:clrMap bg1="lt1" tx1="dk1" bg2="lt2" tx2="dk2" accent1="accent1" accent2="accent2" accent3="accent3" accent4="accent4" accent5="accent5" accent6="accent6" hlink="hlink" folHlink="folHlink"/>
  <p:sldLayoutIdLst>
    <p:sldLayoutId id="2147484486"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82343"/>
      </p:ext>
    </p:extLst>
  </p:cSld>
  <p:clrMap bg1="lt1" tx1="dk1" bg2="lt2" tx2="dk2" accent1="accent1" accent2="accent2" accent3="accent3" accent4="accent4" accent5="accent5" accent6="accent6" hlink="hlink" folHlink="folHlink"/>
  <p:sldLayoutIdLst>
    <p:sldLayoutId id="2147483648" r:id="rId1"/>
    <p:sldLayoutId id="2147484488" r:id="rId2"/>
    <p:sldLayoutId id="2147483649" r:id="rId3"/>
    <p:sldLayoutId id="2147484489" r:id="rId4"/>
    <p:sldLayoutId id="214748449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emf"/></Relationships>
</file>

<file path=ppt/slides/_rels/slide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1F74CD5A-9F80-0549-8844-6BFF5ADE70C7}"/>
              </a:ext>
            </a:extLst>
          </p:cNvPr>
          <p:cNvGraphicFramePr>
            <a:graphicFrameLocks noGrp="1"/>
          </p:cNvGraphicFramePr>
          <p:nvPr>
            <p:extLst>
              <p:ext uri="{D42A27DB-BD31-4B8C-83A1-F6EECF244321}">
                <p14:modId xmlns:p14="http://schemas.microsoft.com/office/powerpoint/2010/main" val="3731687240"/>
              </p:ext>
            </p:extLst>
          </p:nvPr>
        </p:nvGraphicFramePr>
        <p:xfrm>
          <a:off x="2786819" y="545451"/>
          <a:ext cx="7115009" cy="6960967"/>
        </p:xfrm>
        <a:graphic>
          <a:graphicData uri="http://schemas.openxmlformats.org/drawingml/2006/table">
            <a:tbl>
              <a:tblPr firstRow="1" bandRow="1">
                <a:tableStyleId>{2D5ABB26-0587-4C30-8999-92F81FD0307C}</a:tableStyleId>
              </a:tblPr>
              <a:tblGrid>
                <a:gridCol w="7115009">
                  <a:extLst>
                    <a:ext uri="{9D8B030D-6E8A-4147-A177-3AD203B41FA5}">
                      <a16:colId xmlns:a16="http://schemas.microsoft.com/office/drawing/2014/main" val="3313590318"/>
                    </a:ext>
                  </a:extLst>
                </a:gridCol>
              </a:tblGrid>
              <a:tr h="475903">
                <a:tc>
                  <a:txBody>
                    <a:bodyPr/>
                    <a:lstStyle/>
                    <a:p>
                      <a:r>
                        <a:rPr lang="en-US" dirty="0">
                          <a:solidFill>
                            <a:schemeClr val="bg1"/>
                          </a:solidFill>
                          <a:latin typeface="Calibri"/>
                          <a:cs typeface="Calibri"/>
                        </a:rPr>
                        <a:t>WHY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1828262">
                <a:tc>
                  <a:txBody>
                    <a:bodyPr/>
                    <a:lstStyle/>
                    <a:p>
                      <a:pPr lvl="0" algn="l">
                        <a:lnSpc>
                          <a:spcPct val="100000"/>
                        </a:lnSpc>
                        <a:spcBef>
                          <a:spcPts val="0"/>
                        </a:spcBef>
                        <a:spcAft>
                          <a:spcPts val="0"/>
                        </a:spcAft>
                        <a:buNone/>
                      </a:pPr>
                      <a:r>
                        <a:rPr lang="en-US" sz="1200" b="0" i="0" u="none" strike="noStrike" noProof="0" dirty="0"/>
                        <a:t>B&amp;P exists to transform the passion for hunting and sport shooting into an experience of true excellence.</a:t>
                      </a:r>
                      <a:br>
                        <a:rPr lang="en-US" sz="1200" b="0" i="0" u="none" strike="noStrike" noProof="0" dirty="0"/>
                      </a:br>
                      <a:r>
                        <a:rPr lang="en-US" sz="1200" b="0" i="0" u="none" strike="noStrike" noProof="0" dirty="0"/>
                        <a:t> Every day, we work to offer hunters and shooters around the world </a:t>
                      </a:r>
                      <a:r>
                        <a:rPr lang="en-US" sz="1200" b="1" i="0" u="none" strike="noStrike" noProof="0" dirty="0"/>
                        <a:t>high-performance cartridges</a:t>
                      </a:r>
                      <a:r>
                        <a:rPr lang="en-US" sz="1200" b="0" i="0" u="none" strike="noStrike" noProof="0" dirty="0"/>
                        <a:t>, the result of tradition, research, and continuous innovation.</a:t>
                      </a:r>
                      <a:endParaRPr lang="en-US" dirty="0"/>
                    </a:p>
                    <a:p>
                      <a:pPr lvl="0" algn="l">
                        <a:lnSpc>
                          <a:spcPct val="100000"/>
                        </a:lnSpc>
                        <a:spcBef>
                          <a:spcPts val="0"/>
                        </a:spcBef>
                        <a:spcAft>
                          <a:spcPts val="0"/>
                        </a:spcAft>
                        <a:buNone/>
                      </a:pPr>
                      <a:r>
                        <a:rPr lang="en-US" sz="1200" b="0" i="0" u="none" strike="noStrike" noProof="0" dirty="0"/>
                        <a:t>We exist because we believe that every shot should tell a story of </a:t>
                      </a:r>
                      <a:r>
                        <a:rPr lang="en-US" sz="1200" b="1" i="0" u="none" strike="noStrike" noProof="0" dirty="0"/>
                        <a:t>precision, reliability, and respect for nature</a:t>
                      </a:r>
                      <a:r>
                        <a:rPr lang="en-US" sz="1200" b="0" i="0" u="none" strike="noStrike" noProof="0" dirty="0"/>
                        <a:t>.</a:t>
                      </a:r>
                      <a:br>
                        <a:rPr lang="en-US" sz="1200" b="0" i="0" u="none" strike="noStrike" noProof="0" dirty="0"/>
                      </a:br>
                      <a:r>
                        <a:rPr lang="en-US" sz="1200" b="0" i="0" u="none" strike="noStrike" noProof="0" dirty="0"/>
                        <a:t> Our mission is to be the benchmark for those who seek the best and refuse to settle for less.</a:t>
                      </a:r>
                      <a:endParaRPr lang="en-US" dirty="0"/>
                    </a:p>
                    <a:p>
                      <a:pPr lvl="0" algn="l">
                        <a:lnSpc>
                          <a:spcPct val="100000"/>
                        </a:lnSpc>
                        <a:spcBef>
                          <a:spcPts val="0"/>
                        </a:spcBef>
                        <a:spcAft>
                          <a:spcPts val="0"/>
                        </a:spcAft>
                        <a:buNone/>
                      </a:pPr>
                      <a:r>
                        <a:rPr lang="en-US" sz="1200" b="0" i="0" u="none" strike="noStrike" noProof="0" dirty="0"/>
                        <a:t>With pride, we carry forward a </a:t>
                      </a:r>
                      <a:r>
                        <a:rPr lang="en-US" sz="1200" b="1" i="0" u="none" strike="noStrike" noProof="0" dirty="0"/>
                        <a:t>century-old Italian tradition</a:t>
                      </a:r>
                      <a:r>
                        <a:rPr lang="en-US" sz="1200" b="0" i="0" u="none" strike="noStrike" noProof="0" dirty="0"/>
                        <a:t>, continuing to innovate as we shape the future of </a:t>
                      </a:r>
                      <a:r>
                        <a:rPr lang="en-US" sz="1200" b="1" i="0" u="none" strike="noStrike" noProof="0" dirty="0"/>
                        <a:t>premium ammunition</a:t>
                      </a:r>
                      <a:r>
                        <a:rPr lang="en-US" sz="1200" b="0" i="0" u="none" strike="noStrike" noProof="0" dirty="0"/>
                        <a:t> for the hunting and sport shooting world.</a:t>
                      </a:r>
                      <a:endParaRPr lang="en-US" dirty="0"/>
                    </a:p>
                    <a:p>
                      <a:pPr lvl="0">
                        <a:buNone/>
                      </a:pPr>
                      <a:endParaRPr lang="en-US" sz="1200">
                        <a:latin typeface="Calibri"/>
                        <a:cs typeface="Calibri"/>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21709">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dirty="0">
                          <a:solidFill>
                            <a:schemeClr val="bg1"/>
                          </a:solidFill>
                          <a:latin typeface="Calibri"/>
                          <a:cs typeface="Calibri"/>
                        </a:rPr>
                        <a:t>HOW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95863688"/>
                  </a:ext>
                </a:extLst>
              </a:tr>
              <a:tr h="1306991">
                <a:tc>
                  <a:txBody>
                    <a:bodyPr/>
                    <a:lstStyle/>
                    <a:p>
                      <a:pPr lvl="0" algn="l">
                        <a:lnSpc>
                          <a:spcPct val="100000"/>
                        </a:lnSpc>
                        <a:spcBef>
                          <a:spcPts val="0"/>
                        </a:spcBef>
                        <a:spcAft>
                          <a:spcPts val="0"/>
                        </a:spcAft>
                        <a:buNone/>
                      </a:pPr>
                      <a:r>
                        <a:rPr lang="en-US" sz="1400" b="0" i="0" u="none" strike="noStrike" kern="1200" cap="none" spc="0" normalizeH="0" baseline="0" noProof="0" dirty="0">
                          <a:ln>
                            <a:noFill/>
                          </a:ln>
                          <a:solidFill>
                            <a:srgbClr val="000000"/>
                          </a:solidFill>
                          <a:effectLst/>
                          <a:uLnTx/>
                          <a:uFillTx/>
                        </a:rPr>
                        <a:t>Continuous Proprietary Research &amp; Development</a:t>
                      </a:r>
                    </a:p>
                    <a:p>
                      <a:pPr lvl="0" algn="l">
                        <a:lnSpc>
                          <a:spcPct val="100000"/>
                        </a:lnSpc>
                        <a:spcBef>
                          <a:spcPts val="0"/>
                        </a:spcBef>
                        <a:spcAft>
                          <a:spcPts val="0"/>
                        </a:spcAft>
                        <a:buNone/>
                      </a:pPr>
                      <a:r>
                        <a:rPr lang="en-US" sz="1400" b="0" i="0" u="none" strike="noStrike" kern="1200" cap="none" spc="0" normalizeH="0" baseline="0" noProof="0" dirty="0">
                          <a:ln>
                            <a:noFill/>
                          </a:ln>
                          <a:solidFill>
                            <a:srgbClr val="000000"/>
                          </a:solidFill>
                          <a:effectLst/>
                          <a:uLnTx/>
                          <a:uFillTx/>
                          <a:latin typeface="PF Square Sans Pro Light"/>
                        </a:rPr>
                        <a:t>Fully Integrated Production and Complete Supply Chain Control</a:t>
                      </a:r>
                    </a:p>
                    <a:p>
                      <a:pPr lvl="0" algn="l">
                        <a:lnSpc>
                          <a:spcPct val="100000"/>
                        </a:lnSpc>
                        <a:spcBef>
                          <a:spcPts val="0"/>
                        </a:spcBef>
                        <a:spcAft>
                          <a:spcPts val="0"/>
                        </a:spcAft>
                        <a:buNone/>
                      </a:pPr>
                      <a:r>
                        <a:rPr lang="en-US" sz="1400" b="0" i="0" u="none" strike="noStrike" kern="1200" cap="none" spc="0" normalizeH="0" baseline="0" noProof="0" dirty="0">
                          <a:ln>
                            <a:noFill/>
                          </a:ln>
                          <a:solidFill>
                            <a:srgbClr val="000000"/>
                          </a:solidFill>
                          <a:effectLst/>
                          <a:uLnTx/>
                          <a:uFillTx/>
                        </a:rPr>
                        <a:t>Craftsmanship Approach at Industrial Scale</a:t>
                      </a:r>
                    </a:p>
                    <a:p>
                      <a:pPr lvl="0" algn="l">
                        <a:lnSpc>
                          <a:spcPct val="100000"/>
                        </a:lnSpc>
                        <a:spcBef>
                          <a:spcPts val="0"/>
                        </a:spcBef>
                        <a:spcAft>
                          <a:spcPts val="0"/>
                        </a:spcAft>
                        <a:buNone/>
                      </a:pPr>
                      <a:r>
                        <a:rPr lang="en-US" sz="1400" b="0" i="0" u="none" strike="noStrike" kern="1200" cap="none" spc="0" normalizeH="0" baseline="0" noProof="0" dirty="0">
                          <a:ln>
                            <a:noFill/>
                          </a:ln>
                          <a:solidFill>
                            <a:srgbClr val="000000"/>
                          </a:solidFill>
                          <a:effectLst/>
                          <a:uLnTx/>
                          <a:uFillTx/>
                          <a:latin typeface="PF Square Sans Pro Light"/>
                        </a:rPr>
                        <a:t>Market Listening and Product Customization</a:t>
                      </a:r>
                    </a:p>
                    <a:p>
                      <a:pPr lvl="0" algn="l">
                        <a:lnSpc>
                          <a:spcPct val="100000"/>
                        </a:lnSpc>
                        <a:spcBef>
                          <a:spcPts val="0"/>
                        </a:spcBef>
                        <a:spcAft>
                          <a:spcPts val="0"/>
                        </a:spcAft>
                        <a:buNone/>
                      </a:pPr>
                      <a:r>
                        <a:rPr lang="en-US" sz="1400" b="0" i="0" u="none" strike="noStrike" kern="1200" cap="none" spc="0" normalizeH="0" baseline="0" noProof="0" dirty="0">
                          <a:ln>
                            <a:noFill/>
                          </a:ln>
                          <a:solidFill>
                            <a:srgbClr val="000000"/>
                          </a:solidFill>
                          <a:effectLst/>
                          <a:uLnTx/>
                          <a:uFillTx/>
                        </a:rPr>
                        <a:t>Relentless Innovation Without Compromise</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2781455"/>
                  </a:ext>
                </a:extLst>
              </a:tr>
              <a:tr h="39826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dirty="0">
                          <a:solidFill>
                            <a:schemeClr val="bg1"/>
                          </a:solidFill>
                          <a:latin typeface="Calibri"/>
                          <a:cs typeface="Calibri"/>
                        </a:rPr>
                        <a:t>WHAT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265844164"/>
                  </a:ext>
                </a:extLst>
              </a:tr>
              <a:tr h="1662741">
                <a:tc>
                  <a:txBody>
                    <a:bodyPr/>
                    <a:lstStyle/>
                    <a:p>
                      <a:pPr marL="0" lvl="0" indent="0" algn="l">
                        <a:lnSpc>
                          <a:spcPct val="100000"/>
                        </a:lnSpc>
                        <a:buNone/>
                      </a:pPr>
                      <a:r>
                        <a:rPr lang="en-US" sz="1200" b="0" i="0" u="none" strike="noStrike" baseline="0" noProof="0" dirty="0">
                          <a:solidFill>
                            <a:srgbClr val="000000"/>
                          </a:solidFill>
                          <a:latin typeface="PF Square Sans Pro Light"/>
                        </a:rPr>
                        <a:t>W</a:t>
                      </a:r>
                      <a:r>
                        <a:rPr lang="en-US" sz="1100" b="0" i="0" u="none" strike="noStrike" baseline="0" noProof="0" dirty="0">
                          <a:solidFill>
                            <a:srgbClr val="000000"/>
                          </a:solidFill>
                          <a:latin typeface="PF Square Sans Pro Light"/>
                        </a:rPr>
                        <a:t>e design and manufacture premium shotgun cartridges that embody our passion for hunting and sport shooting excellence.</a:t>
                      </a:r>
                      <a:endParaRPr lang="en-US" sz="1100" dirty="0">
                        <a:latin typeface="PF Square Sans Pro Light"/>
                      </a:endParaRPr>
                    </a:p>
                    <a:p>
                      <a:pPr marL="0" lvl="0" indent="0" algn="l">
                        <a:lnSpc>
                          <a:spcPct val="100000"/>
                        </a:lnSpc>
                        <a:buNone/>
                      </a:pPr>
                      <a:r>
                        <a:rPr lang="en-US" sz="1100" b="0" i="0" u="none" strike="noStrike" baseline="0" noProof="0" dirty="0">
                          <a:solidFill>
                            <a:srgbClr val="000000"/>
                          </a:solidFill>
                          <a:latin typeface="PF Square Sans Pro Light"/>
                        </a:rPr>
                        <a:t>Through a combination of advanced ballistic research, proprietary powder formulations, and superior materials, we produce high-performance ammunition that delivers precision, consistency, and reliability in every shot.</a:t>
                      </a:r>
                      <a:endParaRPr lang="en-US" sz="1100" dirty="0">
                        <a:latin typeface="PF Square Sans Pro Light"/>
                      </a:endParaRPr>
                    </a:p>
                    <a:p>
                      <a:pPr marL="0" lvl="0" indent="0" algn="l">
                        <a:lnSpc>
                          <a:spcPct val="100000"/>
                        </a:lnSpc>
                        <a:buNone/>
                      </a:pPr>
                      <a:r>
                        <a:rPr lang="en-US" sz="1100" b="0" i="0" u="none" strike="noStrike" baseline="0" noProof="0" dirty="0">
                          <a:solidFill>
                            <a:srgbClr val="000000"/>
                          </a:solidFill>
                          <a:latin typeface="PF Square Sans Pro Light"/>
                        </a:rPr>
                        <a:t>Our Offer Includes:</a:t>
                      </a:r>
                      <a:endParaRPr lang="en-US" sz="1100" dirty="0">
                        <a:latin typeface="PF Square Sans Pro Light"/>
                      </a:endParaRPr>
                    </a:p>
                    <a:p>
                      <a:pPr marL="0" lvl="0" indent="0" algn="l">
                        <a:lnSpc>
                          <a:spcPct val="100000"/>
                        </a:lnSpc>
                        <a:buNone/>
                      </a:pPr>
                      <a:r>
                        <a:rPr lang="en-US" sz="1100" b="0" i="0" u="none" strike="noStrike" baseline="0" noProof="0" dirty="0">
                          <a:solidFill>
                            <a:srgbClr val="000000"/>
                          </a:solidFill>
                          <a:latin typeface="PF Square Sans Pro Light"/>
                        </a:rPr>
                        <a:t>Hunting Cartridges — Carefully designed lines for all hunting environments: wetlands, woods, mountains, and migratory game. Each cartridge is developed to maximize performance while respecting the environment. Sport Shooting Cartridges — Ammunition dedicated to trap, skeet, sporting clays, and competitive shooting, offering shooters the confidence to perform at their best.</a:t>
                      </a:r>
                      <a:endParaRPr lang="en-US" sz="1100" dirty="0">
                        <a:latin typeface="PF Square Sans Pro Light"/>
                      </a:endParaRPr>
                    </a:p>
                    <a:p>
                      <a:pPr marL="0" lvl="0" indent="0" algn="l">
                        <a:lnSpc>
                          <a:spcPct val="100000"/>
                        </a:lnSpc>
                        <a:buNone/>
                      </a:pPr>
                      <a:r>
                        <a:rPr lang="en-US" sz="1100" b="0" i="0" u="none" strike="noStrike" baseline="0" noProof="0" dirty="0">
                          <a:solidFill>
                            <a:srgbClr val="000000"/>
                          </a:solidFill>
                          <a:latin typeface="PF Square Sans Pro Light"/>
                        </a:rPr>
                        <a:t> Specialty and Custom Loads — Tailor-made solutions developed for specific markets, professional needs, or unique shooting experiences.</a:t>
                      </a:r>
                      <a:endParaRPr lang="en-US" sz="1100" dirty="0">
                        <a:latin typeface="PF Square Sans Pro Light"/>
                      </a:endParaRPr>
                    </a:p>
                    <a:p>
                      <a:pPr marL="0" lvl="0" indent="0" algn="l">
                        <a:lnSpc>
                          <a:spcPct val="100000"/>
                        </a:lnSpc>
                        <a:buNone/>
                      </a:pPr>
                      <a:r>
                        <a:rPr lang="en-US" sz="1100" b="0" i="0" u="none" strike="noStrike" baseline="0" noProof="0" dirty="0">
                          <a:solidFill>
                            <a:srgbClr val="000000"/>
                          </a:solidFill>
                          <a:latin typeface="PF Square Sans Pro Light"/>
                        </a:rPr>
                        <a:t>Eco-Friendly and Innovative Products — A continuous commitment to developing lead-free, biodegradable, and environmentally conscious alternatives without compromising performance.</a:t>
                      </a:r>
                      <a:endParaRPr lang="en-US" sz="1100" dirty="0">
                        <a:latin typeface="PF Square Sans Pro Light"/>
                      </a:endParaRPr>
                    </a:p>
                    <a:p>
                      <a:pPr lvl="0" algn="l">
                        <a:lnSpc>
                          <a:spcPct val="100000"/>
                        </a:lnSpc>
                        <a:spcBef>
                          <a:spcPts val="0"/>
                        </a:spcBef>
                        <a:spcAft>
                          <a:spcPts val="0"/>
                        </a:spcAft>
                        <a:buNone/>
                      </a:pPr>
                      <a:endParaRPr lang="en-US" sz="1600" b="0" i="0" u="none" strike="noStrike" noProof="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2377547"/>
                  </a:ext>
                </a:extLst>
              </a:tr>
            </a:tbl>
          </a:graphicData>
        </a:graphic>
      </p:graphicFrame>
      <p:pic>
        <p:nvPicPr>
          <p:cNvPr id="4" name="Picture 3">
            <a:extLst>
              <a:ext uri="{FF2B5EF4-FFF2-40B4-BE49-F238E27FC236}">
                <a16:creationId xmlns:a16="http://schemas.microsoft.com/office/drawing/2014/main" id="{61DCA427-2413-EAA2-5DD8-E6D9C07FC23B}"/>
              </a:ext>
              <a:ext uri="{147F2762-F138-4A5C-976F-8EAC2B608ADB}">
                <a16:predDERef xmlns:a16="http://schemas.microsoft.com/office/drawing/2014/main" pred="{8F85E5D8-B029-4285-A723-F9B6F2E98767}"/>
              </a:ext>
            </a:extLst>
          </p:cNvPr>
          <p:cNvPicPr>
            <a:picLocks noGrp="1" noRot="1" noChangeAspect="1" noMove="1" noResize="1" noEditPoints="1" noAdjustHandles="1" noChangeArrowheads="1" noChangeShapeType="1" noCrop="1"/>
          </p:cNvPicPr>
          <p:nvPr/>
        </p:nvPicPr>
        <p:blipFill>
          <a:blip r:embed="rId3" cstate="print">
            <a:extLst>
              <a:ext uri="{28A0092B-C50C-407E-A947-70E740481C1C}">
                <a14:useLocalDpi xmlns:a14="http://schemas.microsoft.com/office/drawing/2010/main" val="0"/>
              </a:ext>
            </a:extLst>
          </a:blip>
          <a:stretch>
            <a:fillRect/>
          </a:stretch>
        </p:blipFill>
        <p:spPr>
          <a:xfrm>
            <a:off x="39756" y="1125610"/>
            <a:ext cx="2743200" cy="5228791"/>
          </a:xfrm>
          <a:prstGeom prst="rect">
            <a:avLst/>
          </a:prstGeom>
        </p:spPr>
      </p:pic>
      <p:pic>
        <p:nvPicPr>
          <p:cNvPr id="2" name="Picture 1">
            <a:extLst>
              <a:ext uri="{FF2B5EF4-FFF2-40B4-BE49-F238E27FC236}">
                <a16:creationId xmlns:a16="http://schemas.microsoft.com/office/drawing/2014/main" id="{1264E101-9DD2-EE60-0410-A79EC4304076}"/>
              </a:ext>
            </a:extLst>
          </p:cNvPr>
          <p:cNvPicPr>
            <a:picLocks noGrp="1" noRot="1" noChangeAspect="1" noMove="1" noResize="1" noEditPoints="1" noAdjustHandles="1" noChangeArrowheads="1" noChangeShapeType="1" noCrop="1"/>
          </p:cNvPicPr>
          <p:nvPr/>
        </p:nvPicPr>
        <p:blipFill>
          <a:blip r:embed="rId4"/>
          <a:stretch>
            <a:fillRect/>
          </a:stretch>
        </p:blipFill>
        <p:spPr>
          <a:xfrm>
            <a:off x="-105638" y="-92766"/>
            <a:ext cx="8873625" cy="880501"/>
          </a:xfrm>
          <a:prstGeom prst="rect">
            <a:avLst/>
          </a:prstGeom>
        </p:spPr>
      </p:pic>
      <p:pic>
        <p:nvPicPr>
          <p:cNvPr id="6" name="Picture 5">
            <a:extLst>
              <a:ext uri="{FF2B5EF4-FFF2-40B4-BE49-F238E27FC236}">
                <a16:creationId xmlns:a16="http://schemas.microsoft.com/office/drawing/2014/main" id="{7AEC92DF-E9A7-5793-3A74-D671A494551E}"/>
              </a:ext>
            </a:extLst>
          </p:cNvPr>
          <p:cNvPicPr>
            <a:picLocks noGrp="1" noRo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6290311" y="195082"/>
            <a:ext cx="3869730" cy="355285"/>
          </a:xfrm>
          <a:prstGeom prst="rect">
            <a:avLst/>
          </a:prstGeom>
        </p:spPr>
      </p:pic>
    </p:spTree>
    <p:extLst>
      <p:ext uri="{BB962C8B-B14F-4D97-AF65-F5344CB8AC3E}">
        <p14:creationId xmlns:p14="http://schemas.microsoft.com/office/powerpoint/2010/main" val="4070156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2021141249"/>
              </p:ext>
            </p:extLst>
          </p:nvPr>
        </p:nvGraphicFramePr>
        <p:xfrm>
          <a:off x="164598" y="545348"/>
          <a:ext cx="9851071" cy="7569141"/>
        </p:xfrm>
        <a:graphic>
          <a:graphicData uri="http://schemas.openxmlformats.org/drawingml/2006/table">
            <a:tbl>
              <a:tblPr firstRow="1" bandRow="1">
                <a:tableStyleId>{2D5ABB26-0587-4C30-8999-92F81FD0307C}</a:tableStyleId>
              </a:tblPr>
              <a:tblGrid>
                <a:gridCol w="2316888">
                  <a:extLst>
                    <a:ext uri="{9D8B030D-6E8A-4147-A177-3AD203B41FA5}">
                      <a16:colId xmlns:a16="http://schemas.microsoft.com/office/drawing/2014/main" val="3308902235"/>
                    </a:ext>
                  </a:extLst>
                </a:gridCol>
                <a:gridCol w="7534183">
                  <a:extLst>
                    <a:ext uri="{9D8B030D-6E8A-4147-A177-3AD203B41FA5}">
                      <a16:colId xmlns:a16="http://schemas.microsoft.com/office/drawing/2014/main" val="3313590318"/>
                    </a:ext>
                  </a:extLst>
                </a:gridCol>
              </a:tblGrid>
              <a:tr h="362316">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a:ea typeface="Riforma LL" panose="020B0504020101020102" pitchFamily="34" charset="77"/>
                          <a:cs typeface="Arial"/>
                        </a:rPr>
                        <a:t>Imagine it is 5 years from today and answer the following questions: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sz="1200" b="0" i="0">
                        <a:solidFill>
                          <a:schemeClr val="bg1"/>
                        </a:solidFill>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631458">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have you achieved?</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a:t>We have successfully established </a:t>
                      </a:r>
                      <a:r>
                        <a:rPr lang="en-US" sz="1200" b="0" i="0" u="none" strike="noStrike" noProof="0" err="1"/>
                        <a:t>BAschieri</a:t>
                      </a:r>
                      <a:r>
                        <a:rPr lang="en-US" sz="1200" b="0" i="0" u="none" strike="noStrike" noProof="0"/>
                        <a:t> &amp; </a:t>
                      </a:r>
                      <a:r>
                        <a:rPr lang="en-US" sz="1200" b="0" i="0" u="none" strike="noStrike" noProof="0" err="1"/>
                        <a:t>Pellagri</a:t>
                      </a:r>
                      <a:r>
                        <a:rPr lang="en-US" sz="1200" b="0" i="0" u="none" strike="noStrike" noProof="0"/>
                        <a:t> as a global legend in the hunting and sporting ammunition industry. Our products are not only the benchmark for quality and performance, but we have also built a unique lifestyle brand that resonates deeply with customers across generations. We’ve expanded into new markets, introduced groundbreaking innovations in eco-friendly ammunition, and created a community that shares our values.</a:t>
                      </a:r>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do customers say about you?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a:latin typeface="PF Square Sans Pro Light"/>
                        </a:rPr>
                        <a:t>Customers describe us as the ultimate symbol of quality, passion, and trust. They feel a deep emotional connection with our brand, seeing us not just as suppliers, but as partners in their journey. They trust that our products will deliver unparalleled performance, and they admire our commitment to innovation and sustainability.</a:t>
                      </a:r>
                      <a:endParaRPr lang="en-US">
                        <a:latin typeface="PF Square Sans Pro Light"/>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61651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do your employees say?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a:solidFill>
                            <a:srgbClr val="000000"/>
                          </a:solidFill>
                          <a:latin typeface="PF Square Sans Pro Light"/>
                        </a:rPr>
                        <a:t>Our employees are proud to be part of something greater than just a company. They feel a strong sense of belonging, motivated by our shared vision of excellence and innovation. They speak highly of the culture of collaboration, creativity, and personal growth, and they are excited about being part of a brand that stands for something meaningful.</a:t>
                      </a:r>
                      <a:endParaRPr lang="en-US">
                        <a:latin typeface="PF Square Sans Pro Light"/>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60960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is your Market position?</a:t>
                      </a: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lnSpc>
                          <a:spcPct val="100000"/>
                        </a:lnSpc>
                        <a:spcBef>
                          <a:spcPts val="0"/>
                        </a:spcBef>
                        <a:spcAft>
                          <a:spcPts val="0"/>
                        </a:spcAft>
                        <a:buNone/>
                      </a:pPr>
                      <a:r>
                        <a:rPr lang="en-US" sz="1100" b="0" i="0" u="none" strike="noStrike" noProof="0" err="1">
                          <a:solidFill>
                            <a:srgbClr val="000000"/>
                          </a:solidFill>
                          <a:latin typeface="PF Square Sans Pro Light"/>
                        </a:rPr>
                        <a:t>BAschieri</a:t>
                      </a:r>
                      <a:r>
                        <a:rPr lang="en-US" sz="1100" b="0" i="0" u="none" strike="noStrike" noProof="0">
                          <a:solidFill>
                            <a:srgbClr val="000000"/>
                          </a:solidFill>
                          <a:latin typeface="PF Square Sans Pro Light"/>
                        </a:rPr>
                        <a:t> &amp; </a:t>
                      </a:r>
                      <a:r>
                        <a:rPr lang="en-US" sz="1100" b="0" i="0" u="none" strike="noStrike" noProof="0" err="1">
                          <a:solidFill>
                            <a:srgbClr val="000000"/>
                          </a:solidFill>
                          <a:latin typeface="PF Square Sans Pro Light"/>
                        </a:rPr>
                        <a:t>Pellagri</a:t>
                      </a:r>
                      <a:r>
                        <a:rPr lang="en-US" sz="1100" b="0" i="0" u="none" strike="noStrike" noProof="0">
                          <a:solidFill>
                            <a:srgbClr val="000000"/>
                          </a:solidFill>
                          <a:latin typeface="PF Square Sans Pro Light"/>
                        </a:rPr>
                        <a:t> is recognized as the market leader in premium ammunition, not only for its unmatched product quality but also for the experience and values it represents. We are seen as the go-to brand for those who seek both performance and a lifestyle built around passion and adventure. We have a commanding presence in international markets and have set the industry standard.</a:t>
                      </a:r>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How do your offices look like?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pl-PL" sz="1100" b="0" i="0" u="none" strike="noStrike" noProof="0" err="1"/>
                        <a:t>Our</a:t>
                      </a:r>
                      <a:r>
                        <a:rPr lang="pl-PL" sz="1100" b="0" i="0" u="none" strike="noStrike" noProof="0"/>
                        <a:t> </a:t>
                      </a:r>
                      <a:r>
                        <a:rPr lang="pl-PL" sz="1100" b="0" i="0" u="none" strike="noStrike" noProof="0" err="1"/>
                        <a:t>offices</a:t>
                      </a:r>
                      <a:r>
                        <a:rPr lang="pl-PL" sz="1100" b="0" i="0" u="none" strike="noStrike" noProof="0"/>
                        <a:t> </a:t>
                      </a:r>
                      <a:r>
                        <a:rPr lang="pl-PL" sz="1100" b="0" i="0" u="none" strike="noStrike" noProof="0" err="1"/>
                        <a:t>are</a:t>
                      </a:r>
                      <a:r>
                        <a:rPr lang="pl-PL" sz="1100" b="0" i="0" u="none" strike="noStrike" noProof="0"/>
                        <a:t> </a:t>
                      </a:r>
                      <a:r>
                        <a:rPr lang="pl-PL" sz="1100" b="0" i="0" u="none" strike="noStrike" noProof="0" err="1"/>
                        <a:t>state</a:t>
                      </a:r>
                      <a:r>
                        <a:rPr lang="pl-PL" sz="1100" b="0" i="0" u="none" strike="noStrike" noProof="0"/>
                        <a:t>-of-the-art, </a:t>
                      </a:r>
                      <a:r>
                        <a:rPr lang="pl-PL" sz="1100" b="0" i="0" u="none" strike="noStrike" noProof="0" err="1"/>
                        <a:t>reflecting</a:t>
                      </a:r>
                      <a:r>
                        <a:rPr lang="pl-PL" sz="1100" b="0" i="0" u="none" strike="noStrike" noProof="0"/>
                        <a:t> </a:t>
                      </a:r>
                      <a:r>
                        <a:rPr lang="pl-PL" sz="1100" b="0" i="0" u="none" strike="noStrike" noProof="0" err="1"/>
                        <a:t>our</a:t>
                      </a:r>
                      <a:r>
                        <a:rPr lang="pl-PL" sz="1100" b="0" i="0" u="none" strike="noStrike" noProof="0"/>
                        <a:t> </a:t>
                      </a:r>
                      <a:r>
                        <a:rPr lang="pl-PL" sz="1100" b="0" i="0" u="none" strike="noStrike" noProof="0" err="1"/>
                        <a:t>commitment</a:t>
                      </a:r>
                      <a:r>
                        <a:rPr lang="pl-PL" sz="1100" b="0" i="0" u="none" strike="noStrike" noProof="0"/>
                        <a:t> to </a:t>
                      </a:r>
                      <a:r>
                        <a:rPr lang="pl-PL" sz="1100" b="0" i="0" u="none" strike="noStrike" noProof="0" err="1"/>
                        <a:t>innovation</a:t>
                      </a:r>
                      <a:r>
                        <a:rPr lang="pl-PL" sz="1100" b="0" i="0" u="none" strike="noStrike" noProof="0"/>
                        <a:t> and </a:t>
                      </a:r>
                      <a:r>
                        <a:rPr lang="pl-PL" sz="1100" b="0" i="0" u="none" strike="noStrike" noProof="0" err="1"/>
                        <a:t>modernity</a:t>
                      </a:r>
                      <a:r>
                        <a:rPr lang="pl-PL" sz="1100" b="0" i="0" u="none" strike="noStrike" noProof="0"/>
                        <a:t>. Open </a:t>
                      </a:r>
                      <a:r>
                        <a:rPr lang="pl-PL" sz="1100" b="0" i="0" u="none" strike="noStrike" noProof="0" err="1"/>
                        <a:t>spaces</a:t>
                      </a:r>
                      <a:r>
                        <a:rPr lang="pl-PL" sz="1100" b="0" i="0" u="none" strike="noStrike" noProof="0"/>
                        <a:t> </a:t>
                      </a:r>
                      <a:r>
                        <a:rPr lang="pl-PL" sz="1100" b="0" i="0" u="none" strike="noStrike" noProof="0" err="1"/>
                        <a:t>foster</a:t>
                      </a:r>
                      <a:r>
                        <a:rPr lang="pl-PL" sz="1100" b="0" i="0" u="none" strike="noStrike" noProof="0"/>
                        <a:t> </a:t>
                      </a:r>
                      <a:r>
                        <a:rPr lang="pl-PL" sz="1100" b="0" i="0" u="none" strike="noStrike" noProof="0" err="1"/>
                        <a:t>collaboration</a:t>
                      </a:r>
                      <a:r>
                        <a:rPr lang="pl-PL" sz="1100" b="0" i="0" u="none" strike="noStrike" noProof="0"/>
                        <a:t> and </a:t>
                      </a:r>
                      <a:r>
                        <a:rPr lang="pl-PL" sz="1100" b="0" i="0" u="none" strike="noStrike" noProof="0" err="1"/>
                        <a:t>creativity</a:t>
                      </a:r>
                      <a:r>
                        <a:rPr lang="pl-PL" sz="1100" b="0" i="0" u="none" strike="noStrike" noProof="0"/>
                        <a:t>, </a:t>
                      </a:r>
                      <a:r>
                        <a:rPr lang="pl-PL" sz="1100" b="0" i="0" u="none" strike="noStrike" noProof="0" err="1"/>
                        <a:t>while</a:t>
                      </a:r>
                      <a:r>
                        <a:rPr lang="pl-PL" sz="1100" b="0" i="0" u="none" strike="noStrike" noProof="0"/>
                        <a:t> </a:t>
                      </a:r>
                      <a:r>
                        <a:rPr lang="pl-PL" sz="1100" b="0" i="0" u="none" strike="noStrike" noProof="0" err="1"/>
                        <a:t>areas</a:t>
                      </a:r>
                      <a:r>
                        <a:rPr lang="pl-PL" sz="1100" b="0" i="0" u="none" strike="noStrike" noProof="0"/>
                        <a:t> </a:t>
                      </a:r>
                      <a:r>
                        <a:rPr lang="pl-PL" sz="1100" b="0" i="0" u="none" strike="noStrike" noProof="0" err="1"/>
                        <a:t>dedicated</a:t>
                      </a:r>
                      <a:r>
                        <a:rPr lang="pl-PL" sz="1100" b="0" i="0" u="none" strike="noStrike" noProof="0"/>
                        <a:t> to </a:t>
                      </a:r>
                      <a:r>
                        <a:rPr lang="pl-PL" sz="1100" b="0" i="0" u="none" strike="noStrike" noProof="0" err="1"/>
                        <a:t>sustainability</a:t>
                      </a:r>
                      <a:r>
                        <a:rPr lang="pl-PL" sz="1100" b="0" i="0" u="none" strike="noStrike" noProof="0"/>
                        <a:t> and </a:t>
                      </a:r>
                      <a:r>
                        <a:rPr lang="pl-PL" sz="1100" b="0" i="0" u="none" strike="noStrike" noProof="0" err="1"/>
                        <a:t>eco-consciousness</a:t>
                      </a:r>
                      <a:r>
                        <a:rPr lang="pl-PL" sz="1100" b="0" i="0" u="none" strike="noStrike" noProof="0"/>
                        <a:t> </a:t>
                      </a:r>
                      <a:r>
                        <a:rPr lang="pl-PL" sz="1100" b="0" i="0" u="none" strike="noStrike" noProof="0" err="1"/>
                        <a:t>serve</a:t>
                      </a:r>
                      <a:r>
                        <a:rPr lang="pl-PL" sz="1100" b="0" i="0" u="none" strike="noStrike" noProof="0"/>
                        <a:t> as a </a:t>
                      </a:r>
                      <a:r>
                        <a:rPr lang="pl-PL" sz="1100" b="0" i="0" u="none" strike="noStrike" noProof="0" err="1"/>
                        <a:t>reminder</a:t>
                      </a:r>
                      <a:r>
                        <a:rPr lang="pl-PL" sz="1100" b="0" i="0" u="none" strike="noStrike" noProof="0"/>
                        <a:t> of </a:t>
                      </a:r>
                      <a:r>
                        <a:rPr lang="pl-PL" sz="1100" b="0" i="0" u="none" strike="noStrike" noProof="0" err="1"/>
                        <a:t>our</a:t>
                      </a:r>
                      <a:r>
                        <a:rPr lang="pl-PL" sz="1100" b="0" i="0" u="none" strike="noStrike" noProof="0"/>
                        <a:t> </a:t>
                      </a:r>
                      <a:r>
                        <a:rPr lang="pl-PL" sz="1100" b="0" i="0" u="none" strike="noStrike" noProof="0" err="1"/>
                        <a:t>responsibility</a:t>
                      </a:r>
                      <a:r>
                        <a:rPr lang="pl-PL" sz="1100" b="0" i="0" u="none" strike="noStrike" noProof="0"/>
                        <a:t>. The design </a:t>
                      </a:r>
                      <a:r>
                        <a:rPr lang="pl-PL" sz="1100" b="0" i="0" u="none" strike="noStrike" noProof="0" err="1"/>
                        <a:t>embodies</a:t>
                      </a:r>
                      <a:r>
                        <a:rPr lang="pl-PL" sz="1100" b="0" i="0" u="none" strike="noStrike" noProof="0"/>
                        <a:t> a </a:t>
                      </a:r>
                      <a:r>
                        <a:rPr lang="pl-PL" sz="1100" b="0" i="0" u="none" strike="noStrike" noProof="0" err="1"/>
                        <a:t>sense</a:t>
                      </a:r>
                      <a:r>
                        <a:rPr lang="pl-PL" sz="1100" b="0" i="0" u="none" strike="noStrike" noProof="0"/>
                        <a:t> of </a:t>
                      </a:r>
                      <a:r>
                        <a:rPr lang="pl-PL" sz="1100" b="0" i="0" u="none" strike="noStrike" noProof="0" err="1"/>
                        <a:t>adventure</a:t>
                      </a:r>
                      <a:r>
                        <a:rPr lang="pl-PL" sz="1100" b="0" i="0" u="none" strike="noStrike" noProof="0"/>
                        <a:t> and </a:t>
                      </a:r>
                      <a:r>
                        <a:rPr lang="pl-PL" sz="1100" b="0" i="0" u="none" strike="noStrike" noProof="0" err="1"/>
                        <a:t>craftsmanship</a:t>
                      </a:r>
                      <a:r>
                        <a:rPr lang="pl-PL" sz="1100" b="0" i="0" u="none" strike="noStrike" noProof="0"/>
                        <a:t>, </a:t>
                      </a:r>
                      <a:r>
                        <a:rPr lang="pl-PL" sz="1100" b="0" i="0" u="none" strike="noStrike" noProof="0" err="1"/>
                        <a:t>featuring</a:t>
                      </a:r>
                      <a:r>
                        <a:rPr lang="pl-PL" sz="1100" b="0" i="0" u="none" strike="noStrike" noProof="0"/>
                        <a:t> materials </a:t>
                      </a:r>
                      <a:r>
                        <a:rPr lang="pl-PL" sz="1100" b="0" i="0" u="none" strike="noStrike" noProof="0" err="1"/>
                        <a:t>that</a:t>
                      </a:r>
                      <a:r>
                        <a:rPr lang="pl-PL" sz="1100" b="0" i="0" u="none" strike="noStrike" noProof="0"/>
                        <a:t> mirror the </a:t>
                      </a:r>
                      <a:r>
                        <a:rPr lang="pl-PL" sz="1100" b="0" i="0" u="none" strike="noStrike" noProof="0" err="1"/>
                        <a:t>natural</a:t>
                      </a:r>
                      <a:r>
                        <a:rPr lang="pl-PL" sz="1100" b="0" i="0" u="none" strike="noStrike" noProof="0"/>
                        <a:t> </a:t>
                      </a:r>
                      <a:r>
                        <a:rPr lang="pl-PL" sz="1100" b="0" i="0" u="none" strike="noStrike" noProof="0" err="1"/>
                        <a:t>world</a:t>
                      </a:r>
                      <a:r>
                        <a:rPr lang="pl-PL" sz="1100" b="0" i="0" u="none" strike="noStrike" noProof="0"/>
                        <a:t> and </a:t>
                      </a:r>
                      <a:r>
                        <a:rPr lang="pl-PL" sz="1100" b="0" i="0" u="none" strike="noStrike" noProof="0" err="1"/>
                        <a:t>our</a:t>
                      </a:r>
                      <a:r>
                        <a:rPr lang="pl-PL" sz="1100" b="0" i="0" u="none" strike="noStrike" noProof="0"/>
                        <a:t> </a:t>
                      </a:r>
                      <a:r>
                        <a:rPr lang="pl-PL" sz="1100" b="0" i="0" u="none" strike="noStrike" noProof="0" err="1"/>
                        <a:t>respect</a:t>
                      </a:r>
                      <a:r>
                        <a:rPr lang="pl-PL" sz="1100" b="0" i="0" u="none" strike="noStrike" noProof="0"/>
                        <a:t> for </a:t>
                      </a:r>
                      <a:r>
                        <a:rPr lang="pl-PL" sz="1100" b="0" i="0" u="none" strike="noStrike" noProof="0" err="1"/>
                        <a:t>it</a:t>
                      </a:r>
                      <a:r>
                        <a:rPr lang="pl-PL" sz="1100" b="0" i="0" u="none" strike="noStrike" noProof="0"/>
                        <a:t>.</a:t>
                      </a:r>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r h="611198">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capabilities does the achievement provide you with?</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100" b="0" i="0" u="none" strike="noStrike" noProof="0">
                          <a:latin typeface="PF Square Sans Pro Light"/>
                        </a:rPr>
                        <a:t>Our achievements have given us the capability to continuously innovate, ensuring we stay ahead of market trends. We now have the resources to further explore sustainable technologies, create new experiences for our customers, and build even stronger relationships with our global community. We are equipped to expand into new product categories and solidify our presence as a lifestyle brand.</a:t>
                      </a:r>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3557090"/>
                  </a:ext>
                </a:extLst>
              </a:tr>
              <a:tr h="67994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How does it feel to achieve your dream?</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100" b="0" i="0" u="none" strike="noStrike" noProof="0">
                          <a:latin typeface="PF Square Sans Pro Light"/>
                        </a:rPr>
                        <a:t>Achieving this dream feels incredibly rewarding and fulfilling. It’s a moment of pride to see how far we’ve come—from a premium ammunition company to a globally recognized brand that creates unforgettable experiences. It feels like we’ve created something lasting and meaningful, not just for the company but for our customers and employees as well.</a:t>
                      </a:r>
                      <a:endParaRPr lang="en-US">
                        <a:latin typeface="PF Square Sans Pro Light"/>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6981743"/>
                  </a:ext>
                </a:extLst>
              </a:tr>
              <a:tr h="72301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How does the team feel about the achievement of your dream?</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a:latin typeface="PF Square Sans Pro Light"/>
                        </a:rPr>
                        <a:t>The team feels a deep sense of accomplishment, knowing that their hard work and dedication have helped bring the dream to life. There’s a sense of pride in having contributed to building something legendary. The feeling is one of unity and excitement about the future, with a shared understanding that this is just the beginning.</a:t>
                      </a:r>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10728161"/>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is your own personal achievement?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lnSpc>
                          <a:spcPct val="100000"/>
                        </a:lnSpc>
                        <a:spcBef>
                          <a:spcPts val="0"/>
                        </a:spcBef>
                        <a:spcAft>
                          <a:spcPts val="0"/>
                        </a:spcAft>
                        <a:buNone/>
                      </a:pPr>
                      <a:r>
                        <a:rPr lang="pl-PL" sz="1100" b="0" i="0" u="none" strike="noStrike" noProof="0"/>
                        <a:t>My </a:t>
                      </a:r>
                      <a:r>
                        <a:rPr lang="pl-PL" sz="1100" b="0" i="0" u="none" strike="noStrike" noProof="0" err="1"/>
                        <a:t>personal</a:t>
                      </a:r>
                      <a:r>
                        <a:rPr lang="pl-PL" sz="1100" b="0" i="0" u="none" strike="noStrike" noProof="0"/>
                        <a:t> </a:t>
                      </a:r>
                      <a:r>
                        <a:rPr lang="pl-PL" sz="1100" b="0" i="0" u="none" strike="noStrike" noProof="0" err="1"/>
                        <a:t>achievement</a:t>
                      </a:r>
                      <a:r>
                        <a:rPr lang="pl-PL" sz="1100" b="0" i="0" u="none" strike="noStrike" noProof="0"/>
                        <a:t> </a:t>
                      </a:r>
                      <a:r>
                        <a:rPr lang="pl-PL" sz="1100" b="0" i="0" u="none" strike="noStrike" noProof="0" err="1"/>
                        <a:t>is</a:t>
                      </a:r>
                      <a:r>
                        <a:rPr lang="pl-PL" sz="1100" b="0" i="0" u="none" strike="noStrike" noProof="0"/>
                        <a:t> </a:t>
                      </a:r>
                      <a:r>
                        <a:rPr lang="pl-PL" sz="1100" b="0" i="0" u="none" strike="noStrike" noProof="0" err="1"/>
                        <a:t>seeing</a:t>
                      </a:r>
                      <a:r>
                        <a:rPr lang="pl-PL" sz="1100" b="0" i="0" u="none" strike="noStrike" noProof="0"/>
                        <a:t> the </a:t>
                      </a:r>
                      <a:r>
                        <a:rPr lang="pl-PL" sz="1100" b="0" i="0" u="none" strike="noStrike" noProof="0" err="1"/>
                        <a:t>vision</a:t>
                      </a:r>
                      <a:r>
                        <a:rPr lang="pl-PL" sz="1100" b="0" i="0" u="none" strike="noStrike" noProof="0"/>
                        <a:t> </a:t>
                      </a:r>
                      <a:r>
                        <a:rPr lang="pl-PL" sz="1100" b="0" i="0" u="none" strike="noStrike" noProof="0" err="1"/>
                        <a:t>that</a:t>
                      </a:r>
                      <a:r>
                        <a:rPr lang="pl-PL" sz="1100" b="0" i="0" u="none" strike="noStrike" noProof="0"/>
                        <a:t> I </a:t>
                      </a:r>
                      <a:r>
                        <a:rPr lang="pl-PL" sz="1100" b="0" i="0" u="none" strike="noStrike" noProof="0" err="1"/>
                        <a:t>once</a:t>
                      </a:r>
                      <a:r>
                        <a:rPr lang="pl-PL" sz="1100" b="0" i="0" u="none" strike="noStrike" noProof="0"/>
                        <a:t> </a:t>
                      </a:r>
                      <a:r>
                        <a:rPr lang="pl-PL" sz="1100" b="0" i="0" u="none" strike="noStrike" noProof="0" err="1"/>
                        <a:t>dreamed</a:t>
                      </a:r>
                      <a:r>
                        <a:rPr lang="pl-PL" sz="1100" b="0" i="0" u="none" strike="noStrike" noProof="0"/>
                        <a:t> </a:t>
                      </a:r>
                      <a:r>
                        <a:rPr lang="pl-PL" sz="1100" b="0" i="0" u="none" strike="noStrike" noProof="0" err="1"/>
                        <a:t>about</a:t>
                      </a:r>
                      <a:r>
                        <a:rPr lang="pl-PL" sz="1100" b="0" i="0" u="none" strike="noStrike" noProof="0"/>
                        <a:t> </a:t>
                      </a:r>
                      <a:r>
                        <a:rPr lang="pl-PL" sz="1100" b="0" i="0" u="none" strike="noStrike" noProof="0" err="1"/>
                        <a:t>come</a:t>
                      </a:r>
                      <a:r>
                        <a:rPr lang="pl-PL" sz="1100" b="0" i="0" u="none" strike="noStrike" noProof="0"/>
                        <a:t> to life in </a:t>
                      </a:r>
                      <a:r>
                        <a:rPr lang="pl-PL" sz="1100" b="0" i="0" u="none" strike="noStrike" noProof="0" err="1"/>
                        <a:t>such</a:t>
                      </a:r>
                      <a:r>
                        <a:rPr lang="pl-PL" sz="1100" b="0" i="0" u="none" strike="noStrike" noProof="0"/>
                        <a:t> a </a:t>
                      </a:r>
                      <a:r>
                        <a:rPr lang="pl-PL" sz="1100" b="0" i="0" u="none" strike="noStrike" noProof="0" err="1"/>
                        <a:t>profound</a:t>
                      </a:r>
                      <a:r>
                        <a:rPr lang="pl-PL" sz="1100" b="0" i="0" u="none" strike="noStrike" noProof="0"/>
                        <a:t> </a:t>
                      </a:r>
                      <a:r>
                        <a:rPr lang="pl-PL" sz="1100" b="0" i="0" u="none" strike="noStrike" noProof="0" err="1"/>
                        <a:t>way</a:t>
                      </a:r>
                      <a:r>
                        <a:rPr lang="pl-PL" sz="1100" b="0" i="0" u="none" strike="noStrike" noProof="0"/>
                        <a:t>. </a:t>
                      </a:r>
                      <a:r>
                        <a:rPr lang="pl-PL" sz="1100" b="0" i="0" u="none" strike="noStrike" noProof="0" err="1"/>
                        <a:t>I’ve</a:t>
                      </a:r>
                      <a:r>
                        <a:rPr lang="pl-PL" sz="1100" b="0" i="0" u="none" strike="noStrike" noProof="0"/>
                        <a:t> </a:t>
                      </a:r>
                      <a:r>
                        <a:rPr lang="pl-PL" sz="1100" b="0" i="0" u="none" strike="noStrike" noProof="0" err="1"/>
                        <a:t>been</a:t>
                      </a:r>
                      <a:r>
                        <a:rPr lang="pl-PL" sz="1100" b="0" i="0" u="none" strike="noStrike" noProof="0"/>
                        <a:t> </a:t>
                      </a:r>
                      <a:r>
                        <a:rPr lang="pl-PL" sz="1100" b="0" i="0" u="none" strike="noStrike" noProof="0" err="1"/>
                        <a:t>able</a:t>
                      </a:r>
                      <a:r>
                        <a:rPr lang="pl-PL" sz="1100" b="0" i="0" u="none" strike="noStrike" noProof="0"/>
                        <a:t> to </a:t>
                      </a:r>
                      <a:r>
                        <a:rPr lang="pl-PL" sz="1100" b="0" i="0" u="none" strike="noStrike" noProof="0" err="1"/>
                        <a:t>lead</a:t>
                      </a:r>
                      <a:r>
                        <a:rPr lang="pl-PL" sz="1100" b="0" i="0" u="none" strike="noStrike" noProof="0"/>
                        <a:t> a team </a:t>
                      </a:r>
                      <a:r>
                        <a:rPr lang="pl-PL" sz="1100" b="0" i="0" u="none" strike="noStrike" noProof="0" err="1"/>
                        <a:t>that</a:t>
                      </a:r>
                      <a:r>
                        <a:rPr lang="pl-PL" sz="1100" b="0" i="0" u="none" strike="noStrike" noProof="0"/>
                        <a:t> </a:t>
                      </a:r>
                      <a:r>
                        <a:rPr lang="pl-PL" sz="1100" b="0" i="0" u="none" strike="noStrike" noProof="0" err="1"/>
                        <a:t>has</a:t>
                      </a:r>
                      <a:r>
                        <a:rPr lang="pl-PL" sz="1100" b="0" i="0" u="none" strike="noStrike" noProof="0"/>
                        <a:t> </a:t>
                      </a:r>
                      <a:r>
                        <a:rPr lang="pl-PL" sz="1100" b="0" i="0" u="none" strike="noStrike" noProof="0" err="1"/>
                        <a:t>transformed</a:t>
                      </a:r>
                      <a:r>
                        <a:rPr lang="pl-PL" sz="1100" b="0" i="0" u="none" strike="noStrike" noProof="0"/>
                        <a:t> </a:t>
                      </a:r>
                      <a:r>
                        <a:rPr lang="pl-PL" sz="1100" b="0" i="0" u="none" strike="noStrike" noProof="0" err="1"/>
                        <a:t>BAschieri</a:t>
                      </a:r>
                      <a:r>
                        <a:rPr lang="pl-PL" sz="1100" b="0" i="0" u="none" strike="noStrike" noProof="0"/>
                        <a:t> &amp; </a:t>
                      </a:r>
                      <a:r>
                        <a:rPr lang="pl-PL" sz="1100" b="0" i="0" u="none" strike="noStrike" noProof="0" err="1"/>
                        <a:t>Pellagri</a:t>
                      </a:r>
                      <a:r>
                        <a:rPr lang="pl-PL" sz="1100" b="0" i="0" u="none" strike="noStrike" noProof="0"/>
                        <a:t> </a:t>
                      </a:r>
                      <a:r>
                        <a:rPr lang="pl-PL" sz="1100" b="0" i="0" u="none" strike="noStrike" noProof="0" err="1"/>
                        <a:t>into</a:t>
                      </a:r>
                      <a:r>
                        <a:rPr lang="pl-PL" sz="1100" b="0" i="0" u="none" strike="noStrike" noProof="0"/>
                        <a:t> a </a:t>
                      </a:r>
                      <a:r>
                        <a:rPr lang="pl-PL" sz="1100" b="0" i="0" u="none" strike="noStrike" noProof="0" err="1"/>
                        <a:t>global</a:t>
                      </a:r>
                      <a:r>
                        <a:rPr lang="pl-PL" sz="1100" b="0" i="0" u="none" strike="noStrike" noProof="0"/>
                        <a:t> leader and a </a:t>
                      </a:r>
                      <a:r>
                        <a:rPr lang="pl-PL" sz="1100" b="0" i="0" u="none" strike="noStrike" noProof="0" err="1"/>
                        <a:t>true</a:t>
                      </a:r>
                      <a:r>
                        <a:rPr lang="pl-PL" sz="1100" b="0" i="0" u="none" strike="noStrike" noProof="0"/>
                        <a:t> symbol of </a:t>
                      </a:r>
                      <a:r>
                        <a:rPr lang="pl-PL" sz="1100" b="0" i="0" u="none" strike="noStrike" noProof="0" err="1"/>
                        <a:t>passion</a:t>
                      </a:r>
                      <a:r>
                        <a:rPr lang="pl-PL" sz="1100" b="0" i="0" u="none" strike="noStrike" noProof="0"/>
                        <a:t>, trust, and </a:t>
                      </a:r>
                      <a:r>
                        <a:rPr lang="pl-PL" sz="1100" b="0" i="0" u="none" strike="noStrike" noProof="0" err="1"/>
                        <a:t>innovation</a:t>
                      </a:r>
                      <a:r>
                        <a:rPr lang="pl-PL" sz="1100" b="0" i="0" u="none" strike="noStrike" noProof="0"/>
                        <a:t>. </a:t>
                      </a:r>
                      <a:r>
                        <a:rPr lang="pl-PL" sz="1100" b="0" i="0" u="none" strike="noStrike" noProof="0" err="1"/>
                        <a:t>It’s</a:t>
                      </a:r>
                      <a:r>
                        <a:rPr lang="pl-PL" sz="1100" b="0" i="0" u="none" strike="noStrike" noProof="0"/>
                        <a:t> </a:t>
                      </a:r>
                      <a:r>
                        <a:rPr lang="pl-PL" sz="1100" b="0" i="0" u="none" strike="noStrike" noProof="0" err="1"/>
                        <a:t>been</a:t>
                      </a:r>
                      <a:r>
                        <a:rPr lang="pl-PL" sz="1100" b="0" i="0" u="none" strike="noStrike" noProof="0"/>
                        <a:t> </a:t>
                      </a:r>
                      <a:r>
                        <a:rPr lang="pl-PL" sz="1100" b="0" i="0" u="none" strike="noStrike" noProof="0" err="1"/>
                        <a:t>an</a:t>
                      </a:r>
                      <a:r>
                        <a:rPr lang="pl-PL" sz="1100" b="0" i="0" u="none" strike="noStrike" noProof="0"/>
                        <a:t> </a:t>
                      </a:r>
                      <a:r>
                        <a:rPr lang="pl-PL" sz="1100" b="0" i="0" u="none" strike="noStrike" noProof="0" err="1"/>
                        <a:t>incredible</a:t>
                      </a:r>
                      <a:r>
                        <a:rPr lang="pl-PL" sz="1100" b="0" i="0" u="none" strike="noStrike" noProof="0"/>
                        <a:t> </a:t>
                      </a:r>
                      <a:r>
                        <a:rPr lang="pl-PL" sz="1100" b="0" i="0" u="none" strike="noStrike" noProof="0" err="1"/>
                        <a:t>journey</a:t>
                      </a:r>
                      <a:r>
                        <a:rPr lang="pl-PL" sz="1100" b="0" i="0" u="none" strike="noStrike" noProof="0"/>
                        <a:t> of </a:t>
                      </a:r>
                      <a:r>
                        <a:rPr lang="pl-PL" sz="1100" b="0" i="0" u="none" strike="noStrike" noProof="0" err="1"/>
                        <a:t>growth</a:t>
                      </a:r>
                      <a:r>
                        <a:rPr lang="pl-PL" sz="1100" b="0" i="0" u="none" strike="noStrike" noProof="0"/>
                        <a:t>, not </a:t>
                      </a:r>
                      <a:r>
                        <a:rPr lang="pl-PL" sz="1100" b="0" i="0" u="none" strike="noStrike" noProof="0" err="1"/>
                        <a:t>just</a:t>
                      </a:r>
                      <a:r>
                        <a:rPr lang="pl-PL" sz="1100" b="0" i="0" u="none" strike="noStrike" noProof="0"/>
                        <a:t> for the </a:t>
                      </a:r>
                      <a:r>
                        <a:rPr lang="pl-PL" sz="1100" b="0" i="0" u="none" strike="noStrike" noProof="0" err="1"/>
                        <a:t>company</a:t>
                      </a:r>
                      <a:r>
                        <a:rPr lang="pl-PL" sz="1100" b="0" i="0" u="none" strike="noStrike" noProof="0"/>
                        <a:t>, but for me as a leader and </a:t>
                      </a:r>
                      <a:r>
                        <a:rPr lang="pl-PL" sz="1100" b="0" i="0" u="none" strike="noStrike" noProof="0" err="1"/>
                        <a:t>individual</a:t>
                      </a:r>
                      <a:r>
                        <a:rPr lang="pl-PL" sz="1100" b="0" i="0" u="none" strike="noStrike" noProof="0"/>
                        <a:t>.</a:t>
                      </a:r>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9613438"/>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Who is the person you have become along this journey?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100" b="0" i="0" u="none" strike="noStrike" noProof="0"/>
                        <a:t>Along this journey, I’ve become someone who is both a visionary and a pragmatic leader. I’ve learned to blend passion with strategy, creativity with business sense. I’ve become someone who listens, inspires, and drives change with purpose and integrity. This experience has shaped me into a person who values collaboration, innovation, and the deep connections we create through our work.</a:t>
                      </a:r>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87236550"/>
                  </a:ext>
                </a:extLst>
              </a:tr>
            </a:tbl>
          </a:graphicData>
        </a:graphic>
      </p:graphicFrame>
      <p:pic>
        <p:nvPicPr>
          <p:cNvPr id="3" name="Picture 2">
            <a:extLst>
              <a:ext uri="{FF2B5EF4-FFF2-40B4-BE49-F238E27FC236}">
                <a16:creationId xmlns:a16="http://schemas.microsoft.com/office/drawing/2014/main" id="{A3E82818-9104-0E86-EDB2-2CAA9CC0795F}"/>
              </a:ext>
            </a:extLst>
          </p:cNvPr>
          <p:cNvPicPr>
            <a:picLocks noGrp="1" noRot="1" noChangeAspect="1" noMove="1" noResize="1" noEditPoints="1" noAdjustHandles="1" noChangeArrowheads="1" noChangeShapeType="1" noCrop="1"/>
          </p:cNvPicPr>
          <p:nvPr/>
        </p:nvPicPr>
        <p:blipFill>
          <a:blip r:embed="rId3"/>
          <a:stretch>
            <a:fillRect/>
          </a:stretch>
        </p:blipFill>
        <p:spPr>
          <a:xfrm>
            <a:off x="-1" y="-79357"/>
            <a:ext cx="9262573" cy="919095"/>
          </a:xfrm>
          <a:prstGeom prst="rect">
            <a:avLst/>
          </a:prstGeom>
        </p:spPr>
      </p:pic>
      <p:pic>
        <p:nvPicPr>
          <p:cNvPr id="7" name="Picture 6">
            <a:extLst>
              <a:ext uri="{FF2B5EF4-FFF2-40B4-BE49-F238E27FC236}">
                <a16:creationId xmlns:a16="http://schemas.microsoft.com/office/drawing/2014/main" id="{F721A467-A4BF-35F5-7902-065535BD65EC}"/>
              </a:ext>
            </a:extLst>
          </p:cNvPr>
          <p:cNvPicPr>
            <a:picLocks noGrp="1" noRo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6290311" y="195082"/>
            <a:ext cx="3869730" cy="355285"/>
          </a:xfrm>
          <a:prstGeom prst="rect">
            <a:avLst/>
          </a:prstGeom>
        </p:spPr>
      </p:pic>
    </p:spTree>
    <p:extLst>
      <p:ext uri="{BB962C8B-B14F-4D97-AF65-F5344CB8AC3E}">
        <p14:creationId xmlns:p14="http://schemas.microsoft.com/office/powerpoint/2010/main" val="3110103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3C39D-9614-BF8E-32A6-4BC37E215113}"/>
            </a:ext>
          </a:extLst>
        </p:cNvPr>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D73B995C-EEAF-0FD6-CB00-D9638E43B656}"/>
              </a:ext>
            </a:extLst>
          </p:cNvPr>
          <p:cNvGraphicFramePr>
            <a:graphicFrameLocks noGrp="1"/>
          </p:cNvGraphicFramePr>
          <p:nvPr/>
        </p:nvGraphicFramePr>
        <p:xfrm>
          <a:off x="216036" y="545348"/>
          <a:ext cx="9794561" cy="7623765"/>
        </p:xfrm>
        <a:graphic>
          <a:graphicData uri="http://schemas.openxmlformats.org/drawingml/2006/table">
            <a:tbl>
              <a:tblPr firstRow="1" bandRow="1">
                <a:tableStyleId>{2D5ABB26-0587-4C30-8999-92F81FD0307C}</a:tableStyleId>
              </a:tblPr>
              <a:tblGrid>
                <a:gridCol w="2260378">
                  <a:extLst>
                    <a:ext uri="{9D8B030D-6E8A-4147-A177-3AD203B41FA5}">
                      <a16:colId xmlns:a16="http://schemas.microsoft.com/office/drawing/2014/main" val="3308902235"/>
                    </a:ext>
                  </a:extLst>
                </a:gridCol>
                <a:gridCol w="7534183">
                  <a:extLst>
                    <a:ext uri="{9D8B030D-6E8A-4147-A177-3AD203B41FA5}">
                      <a16:colId xmlns:a16="http://schemas.microsoft.com/office/drawing/2014/main" val="3313590318"/>
                    </a:ext>
                  </a:extLst>
                </a:gridCol>
              </a:tblGrid>
              <a:tr h="362316">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a:ea typeface="Riforma LL" panose="020B0504020101020102" pitchFamily="34" charset="77"/>
                          <a:cs typeface="Arial"/>
                        </a:rPr>
                        <a:t>Imagine it is 5 years from today and answer the following questions: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sz="1200" b="0" i="0">
                        <a:solidFill>
                          <a:schemeClr val="bg1"/>
                        </a:solidFill>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631458">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have you achieved?</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a:t>In these five years, </a:t>
                      </a:r>
                      <a:r>
                        <a:rPr lang="en-US" sz="1200" b="0" i="0" u="none" strike="noStrike" noProof="0" err="1"/>
                        <a:t>BAschieri</a:t>
                      </a:r>
                      <a:r>
                        <a:rPr lang="en-US" sz="1200" b="0" i="0" u="none" strike="noStrike" noProof="0"/>
                        <a:t> &amp; </a:t>
                      </a:r>
                      <a:r>
                        <a:rPr lang="en-US" sz="1200" b="0" i="0" u="none" strike="noStrike" noProof="0" err="1"/>
                        <a:t>Pellagri</a:t>
                      </a:r>
                      <a:r>
                        <a:rPr lang="en-US" sz="1200" b="0" i="0" u="none" strike="noStrike" noProof="0"/>
                        <a:t> has become a global benchmark in the hunting and sporting ammunition sector. We have expanded our product range by integrating new technologies and eco-friendly solutions, while maintaining the artisanal quality that sets us apart. We have consolidated our presence in new international markets, building a distribution network that allows us to serve customers with efficiency and passion.</a:t>
                      </a:r>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do customers say about you?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a:t>Our customers praise our ongoing innovation, consistent product quality, and impeccable service. They feel part of a community of enthusiasts who share our passion for precision and respect for tradition. “Reliability, excellence, and passion” are the words we hear most often from our customers, who appreciate not only our product but also our commitment to sustainability and safety.</a:t>
                      </a:r>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61651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do your employees say?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a:solidFill>
                            <a:srgbClr val="000000"/>
                          </a:solidFill>
                        </a:rPr>
                        <a:t>Our employees are proud to be part of a team that embodies the values of passion, reliability, and belonging. They tell us that working at </a:t>
                      </a:r>
                      <a:r>
                        <a:rPr lang="en-US" sz="1200" b="0" i="0" u="none" strike="noStrike" noProof="0" err="1">
                          <a:solidFill>
                            <a:srgbClr val="000000"/>
                          </a:solidFill>
                        </a:rPr>
                        <a:t>BAschieri</a:t>
                      </a:r>
                      <a:r>
                        <a:rPr lang="en-US" sz="1200" b="0" i="0" u="none" strike="noStrike" noProof="0">
                          <a:solidFill>
                            <a:srgbClr val="000000"/>
                          </a:solidFill>
                        </a:rPr>
                        <a:t> &amp; </a:t>
                      </a:r>
                      <a:r>
                        <a:rPr lang="en-US" sz="1200" b="0" i="0" u="none" strike="noStrike" noProof="0" err="1">
                          <a:solidFill>
                            <a:srgbClr val="000000"/>
                          </a:solidFill>
                        </a:rPr>
                        <a:t>Pellagri</a:t>
                      </a:r>
                      <a:r>
                        <a:rPr lang="en-US" sz="1200" b="0" i="0" u="none" strike="noStrike" noProof="0">
                          <a:solidFill>
                            <a:srgbClr val="000000"/>
                          </a:solidFill>
                        </a:rPr>
                        <a:t> means growing professionally in a stimulating environment, where excellence is a shared goal and every individual has a significant impact. They are proud to see their contribution reflected in the company’s success.</a:t>
                      </a:r>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60960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is your Market position?</a:t>
                      </a: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lnSpc>
                          <a:spcPct val="100000"/>
                        </a:lnSpc>
                        <a:spcBef>
                          <a:spcPts val="0"/>
                        </a:spcBef>
                        <a:spcAft>
                          <a:spcPts val="0"/>
                        </a:spcAft>
                        <a:buNone/>
                      </a:pPr>
                      <a:r>
                        <a:rPr lang="en-US" sz="1100" b="0" i="0" u="none" strike="noStrike" noProof="0">
                          <a:solidFill>
                            <a:srgbClr val="000000"/>
                          </a:solidFill>
                        </a:rPr>
                        <a:t>We are leaders in the premium hunting and sporting ammunition sector, with a well-established and respected market position globally. Our reputation for excellence and innovation has allowed us to surpass the competition and become the brand of choice for high-level shooters and hunters</a:t>
                      </a:r>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How do your offices look like?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pl-PL" sz="1100" b="0" i="0" u="none" strike="noStrike" noProof="0" err="1">
                          <a:latin typeface="PF Square Sans Pro Light"/>
                        </a:rPr>
                        <a:t>Our</a:t>
                      </a:r>
                      <a:r>
                        <a:rPr lang="pl-PL" sz="1100" b="0" i="0" u="none" strike="noStrike" noProof="0">
                          <a:latin typeface="PF Square Sans Pro Light"/>
                        </a:rPr>
                        <a:t> </a:t>
                      </a:r>
                      <a:r>
                        <a:rPr lang="pl-PL" sz="1100" b="0" i="0" u="none" strike="noStrike" noProof="0" err="1">
                          <a:latin typeface="PF Square Sans Pro Light"/>
                        </a:rPr>
                        <a:t>offices</a:t>
                      </a:r>
                      <a:r>
                        <a:rPr lang="pl-PL" sz="1100" b="0" i="0" u="none" strike="noStrike" noProof="0">
                          <a:latin typeface="PF Square Sans Pro Light"/>
                        </a:rPr>
                        <a:t> </a:t>
                      </a:r>
                      <a:r>
                        <a:rPr lang="pl-PL" sz="1100" b="0" i="0" u="none" strike="noStrike" noProof="0" err="1">
                          <a:latin typeface="PF Square Sans Pro Light"/>
                        </a:rPr>
                        <a:t>are</a:t>
                      </a:r>
                      <a:r>
                        <a:rPr lang="pl-PL" sz="1100" b="0" i="0" u="none" strike="noStrike" noProof="0">
                          <a:latin typeface="PF Square Sans Pro Light"/>
                        </a:rPr>
                        <a:t> modern, </a:t>
                      </a:r>
                      <a:r>
                        <a:rPr lang="pl-PL" sz="1100" b="0" i="0" u="none" strike="noStrike" noProof="0" err="1">
                          <a:latin typeface="PF Square Sans Pro Light"/>
                        </a:rPr>
                        <a:t>functional</a:t>
                      </a:r>
                      <a:r>
                        <a:rPr lang="pl-PL" sz="1100" b="0" i="0" u="none" strike="noStrike" noProof="0">
                          <a:latin typeface="PF Square Sans Pro Light"/>
                        </a:rPr>
                        <a:t>, and </a:t>
                      </a:r>
                      <a:r>
                        <a:rPr lang="pl-PL" sz="1100" b="0" i="0" u="none" strike="noStrike" noProof="0" err="1">
                          <a:latin typeface="PF Square Sans Pro Light"/>
                        </a:rPr>
                        <a:t>filled</a:t>
                      </a:r>
                      <a:r>
                        <a:rPr lang="pl-PL" sz="1100" b="0" i="0" u="none" strike="noStrike" noProof="0">
                          <a:latin typeface="PF Square Sans Pro Light"/>
                        </a:rPr>
                        <a:t> with </a:t>
                      </a:r>
                      <a:r>
                        <a:rPr lang="pl-PL" sz="1100" b="0" i="0" u="none" strike="noStrike" noProof="0" err="1">
                          <a:latin typeface="PF Square Sans Pro Light"/>
                        </a:rPr>
                        <a:t>natural</a:t>
                      </a:r>
                      <a:r>
                        <a:rPr lang="pl-PL" sz="1100" b="0" i="0" u="none" strike="noStrike" noProof="0">
                          <a:latin typeface="PF Square Sans Pro Light"/>
                        </a:rPr>
                        <a:t> </a:t>
                      </a:r>
                      <a:r>
                        <a:rPr lang="pl-PL" sz="1100" b="0" i="0" u="none" strike="noStrike" noProof="0" err="1">
                          <a:latin typeface="PF Square Sans Pro Light"/>
                        </a:rPr>
                        <a:t>light</a:t>
                      </a:r>
                      <a:r>
                        <a:rPr lang="pl-PL" sz="1100" b="0" i="0" u="none" strike="noStrike" noProof="0">
                          <a:latin typeface="PF Square Sans Pro Light"/>
                        </a:rPr>
                        <a:t>, </a:t>
                      </a:r>
                      <a:r>
                        <a:rPr lang="pl-PL" sz="1100" b="0" i="0" u="none" strike="noStrike" noProof="0" err="1">
                          <a:latin typeface="PF Square Sans Pro Light"/>
                        </a:rPr>
                        <a:t>designed</a:t>
                      </a:r>
                      <a:r>
                        <a:rPr lang="pl-PL" sz="1100" b="0" i="0" u="none" strike="noStrike" noProof="0">
                          <a:latin typeface="PF Square Sans Pro Light"/>
                        </a:rPr>
                        <a:t> to </a:t>
                      </a:r>
                      <a:r>
                        <a:rPr lang="pl-PL" sz="1100" b="0" i="0" u="none" strike="noStrike" noProof="0" err="1">
                          <a:latin typeface="PF Square Sans Pro Light"/>
                        </a:rPr>
                        <a:t>reflect</a:t>
                      </a:r>
                      <a:r>
                        <a:rPr lang="pl-PL" sz="1100" b="0" i="0" u="none" strike="noStrike" noProof="0">
                          <a:latin typeface="PF Square Sans Pro Light"/>
                        </a:rPr>
                        <a:t> </a:t>
                      </a:r>
                      <a:r>
                        <a:rPr lang="pl-PL" sz="1100" b="0" i="0" u="none" strike="noStrike" noProof="0" err="1">
                          <a:latin typeface="PF Square Sans Pro Light"/>
                        </a:rPr>
                        <a:t>our</a:t>
                      </a:r>
                      <a:r>
                        <a:rPr lang="pl-PL" sz="1100" b="0" i="0" u="none" strike="noStrike" noProof="0">
                          <a:latin typeface="PF Square Sans Pro Light"/>
                        </a:rPr>
                        <a:t> </a:t>
                      </a:r>
                      <a:r>
                        <a:rPr lang="pl-PL" sz="1100" b="0" i="0" u="none" strike="noStrike" noProof="0" err="1">
                          <a:latin typeface="PF Square Sans Pro Light"/>
                        </a:rPr>
                        <a:t>values</a:t>
                      </a:r>
                      <a:r>
                        <a:rPr lang="pl-PL" sz="1100" b="0" i="0" u="none" strike="noStrike" noProof="0">
                          <a:latin typeface="PF Square Sans Pro Light"/>
                        </a:rPr>
                        <a:t> of </a:t>
                      </a:r>
                      <a:r>
                        <a:rPr lang="pl-PL" sz="1100" b="0" i="0" u="none" strike="noStrike" noProof="0" err="1">
                          <a:latin typeface="PF Square Sans Pro Light"/>
                        </a:rPr>
                        <a:t>transparency</a:t>
                      </a:r>
                      <a:r>
                        <a:rPr lang="pl-PL" sz="1100" b="0" i="0" u="none" strike="noStrike" noProof="0">
                          <a:latin typeface="PF Square Sans Pro Light"/>
                        </a:rPr>
                        <a:t>, </a:t>
                      </a:r>
                      <a:r>
                        <a:rPr lang="pl-PL" sz="1100" b="0" i="0" u="none" strike="noStrike" noProof="0" err="1">
                          <a:latin typeface="PF Square Sans Pro Light"/>
                        </a:rPr>
                        <a:t>innovation</a:t>
                      </a:r>
                      <a:r>
                        <a:rPr lang="pl-PL" sz="1100" b="0" i="0" u="none" strike="noStrike" noProof="0">
                          <a:latin typeface="PF Square Sans Pro Light"/>
                        </a:rPr>
                        <a:t>, and </a:t>
                      </a:r>
                      <a:r>
                        <a:rPr lang="pl-PL" sz="1100" b="0" i="0" u="none" strike="noStrike" noProof="0" err="1">
                          <a:latin typeface="PF Square Sans Pro Light"/>
                        </a:rPr>
                        <a:t>sustainability</a:t>
                      </a:r>
                      <a:r>
                        <a:rPr lang="pl-PL" sz="1100" b="0" i="0" u="none" strike="noStrike" noProof="0">
                          <a:latin typeface="PF Square Sans Pro Light"/>
                        </a:rPr>
                        <a:t>. The </a:t>
                      </a:r>
                      <a:r>
                        <a:rPr lang="pl-PL" sz="1100" b="0" i="0" u="none" strike="noStrike" noProof="0" err="1">
                          <a:latin typeface="PF Square Sans Pro Light"/>
                        </a:rPr>
                        <a:t>walls</a:t>
                      </a:r>
                      <a:r>
                        <a:rPr lang="pl-PL" sz="1100" b="0" i="0" u="none" strike="noStrike" noProof="0">
                          <a:latin typeface="PF Square Sans Pro Light"/>
                        </a:rPr>
                        <a:t> </a:t>
                      </a:r>
                      <a:r>
                        <a:rPr lang="pl-PL" sz="1100" b="0" i="0" u="none" strike="noStrike" noProof="0" err="1">
                          <a:latin typeface="PF Square Sans Pro Light"/>
                        </a:rPr>
                        <a:t>are</a:t>
                      </a:r>
                      <a:r>
                        <a:rPr lang="pl-PL" sz="1100" b="0" i="0" u="none" strike="noStrike" noProof="0">
                          <a:latin typeface="PF Square Sans Pro Light"/>
                        </a:rPr>
                        <a:t> </a:t>
                      </a:r>
                      <a:r>
                        <a:rPr lang="pl-PL" sz="1100" b="0" i="0" u="none" strike="noStrike" noProof="0" err="1">
                          <a:latin typeface="PF Square Sans Pro Light"/>
                        </a:rPr>
                        <a:t>decorated</a:t>
                      </a:r>
                      <a:r>
                        <a:rPr lang="pl-PL" sz="1100" b="0" i="0" u="none" strike="noStrike" noProof="0">
                          <a:latin typeface="PF Square Sans Pro Light"/>
                        </a:rPr>
                        <a:t> with </a:t>
                      </a:r>
                      <a:r>
                        <a:rPr lang="pl-PL" sz="1100" b="0" i="0" u="none" strike="noStrike" noProof="0" err="1">
                          <a:latin typeface="PF Square Sans Pro Light"/>
                        </a:rPr>
                        <a:t>photographs</a:t>
                      </a:r>
                      <a:r>
                        <a:rPr lang="pl-PL" sz="1100" b="0" i="0" u="none" strike="noStrike" noProof="0">
                          <a:latin typeface="PF Square Sans Pro Light"/>
                        </a:rPr>
                        <a:t> of </a:t>
                      </a:r>
                      <a:r>
                        <a:rPr lang="pl-PL" sz="1100" b="0" i="0" u="none" strike="noStrike" noProof="0" err="1">
                          <a:latin typeface="PF Square Sans Pro Light"/>
                        </a:rPr>
                        <a:t>our</a:t>
                      </a:r>
                      <a:r>
                        <a:rPr lang="pl-PL" sz="1100" b="0" i="0" u="none" strike="noStrike" noProof="0">
                          <a:latin typeface="PF Square Sans Pro Light"/>
                        </a:rPr>
                        <a:t> </a:t>
                      </a:r>
                      <a:r>
                        <a:rPr lang="pl-PL" sz="1100" b="0" i="0" u="none" strike="noStrike" noProof="0" err="1">
                          <a:latin typeface="PF Square Sans Pro Light"/>
                        </a:rPr>
                        <a:t>history</a:t>
                      </a:r>
                      <a:r>
                        <a:rPr lang="pl-PL" sz="1100" b="0" i="0" u="none" strike="noStrike" noProof="0">
                          <a:latin typeface="PF Square Sans Pro Light"/>
                        </a:rPr>
                        <a:t>, </a:t>
                      </a:r>
                      <a:r>
                        <a:rPr lang="pl-PL" sz="1100" b="0" i="0" u="none" strike="noStrike" noProof="0" err="1">
                          <a:latin typeface="PF Square Sans Pro Light"/>
                        </a:rPr>
                        <a:t>our</a:t>
                      </a:r>
                      <a:r>
                        <a:rPr lang="pl-PL" sz="1100" b="0" i="0" u="none" strike="noStrike" noProof="0">
                          <a:latin typeface="PF Square Sans Pro Light"/>
                        </a:rPr>
                        <a:t> products, and </a:t>
                      </a:r>
                      <a:r>
                        <a:rPr lang="pl-PL" sz="1100" b="0" i="0" u="none" strike="noStrike" noProof="0" err="1">
                          <a:latin typeface="PF Square Sans Pro Light"/>
                        </a:rPr>
                        <a:t>key</a:t>
                      </a:r>
                      <a:r>
                        <a:rPr lang="pl-PL" sz="1100" b="0" i="0" u="none" strike="noStrike" noProof="0">
                          <a:latin typeface="PF Square Sans Pro Light"/>
                        </a:rPr>
                        <a:t> </a:t>
                      </a:r>
                      <a:r>
                        <a:rPr lang="pl-PL" sz="1100" b="0" i="0" u="none" strike="noStrike" noProof="0" err="1">
                          <a:latin typeface="PF Square Sans Pro Light"/>
                        </a:rPr>
                        <a:t>moments</a:t>
                      </a:r>
                      <a:r>
                        <a:rPr lang="pl-PL" sz="1100" b="0" i="0" u="none" strike="noStrike" noProof="0">
                          <a:latin typeface="PF Square Sans Pro Light"/>
                        </a:rPr>
                        <a:t> </a:t>
                      </a:r>
                      <a:r>
                        <a:rPr lang="pl-PL" sz="1100" b="0" i="0" u="none" strike="noStrike" noProof="0" err="1">
                          <a:latin typeface="PF Square Sans Pro Light"/>
                        </a:rPr>
                        <a:t>that</a:t>
                      </a:r>
                      <a:r>
                        <a:rPr lang="pl-PL" sz="1100" b="0" i="0" u="none" strike="noStrike" noProof="0">
                          <a:latin typeface="PF Square Sans Pro Light"/>
                        </a:rPr>
                        <a:t> </a:t>
                      </a:r>
                      <a:r>
                        <a:rPr lang="pl-PL" sz="1100" b="0" i="0" u="none" strike="noStrike" noProof="0" err="1">
                          <a:latin typeface="PF Square Sans Pro Light"/>
                        </a:rPr>
                        <a:t>have</a:t>
                      </a:r>
                      <a:r>
                        <a:rPr lang="pl-PL" sz="1100" b="0" i="0" u="none" strike="noStrike" noProof="0">
                          <a:latin typeface="PF Square Sans Pro Light"/>
                        </a:rPr>
                        <a:t> </a:t>
                      </a:r>
                      <a:r>
                        <a:rPr lang="pl-PL" sz="1100" b="0" i="0" u="none" strike="noStrike" noProof="0" err="1">
                          <a:latin typeface="PF Square Sans Pro Light"/>
                        </a:rPr>
                        <a:t>brought</a:t>
                      </a:r>
                      <a:r>
                        <a:rPr lang="pl-PL" sz="1100" b="0" i="0" u="none" strike="noStrike" noProof="0">
                          <a:latin typeface="PF Square Sans Pro Light"/>
                        </a:rPr>
                        <a:t> </a:t>
                      </a:r>
                      <a:r>
                        <a:rPr lang="pl-PL" sz="1100" b="0" i="0" u="none" strike="noStrike" noProof="0" err="1">
                          <a:latin typeface="PF Square Sans Pro Light"/>
                        </a:rPr>
                        <a:t>us</a:t>
                      </a:r>
                      <a:r>
                        <a:rPr lang="pl-PL" sz="1100" b="0" i="0" u="none" strike="noStrike" noProof="0">
                          <a:latin typeface="PF Square Sans Pro Light"/>
                        </a:rPr>
                        <a:t> to </a:t>
                      </a:r>
                      <a:r>
                        <a:rPr lang="pl-PL" sz="1100" b="0" i="0" u="none" strike="noStrike" noProof="0" err="1">
                          <a:latin typeface="PF Square Sans Pro Light"/>
                        </a:rPr>
                        <a:t>where</a:t>
                      </a:r>
                      <a:r>
                        <a:rPr lang="pl-PL" sz="1100" b="0" i="0" u="none" strike="noStrike" noProof="0">
                          <a:latin typeface="PF Square Sans Pro Light"/>
                        </a:rPr>
                        <a:t> we </a:t>
                      </a:r>
                      <a:r>
                        <a:rPr lang="pl-PL" sz="1100" b="0" i="0" u="none" strike="noStrike" noProof="0" err="1">
                          <a:latin typeface="PF Square Sans Pro Light"/>
                        </a:rPr>
                        <a:t>are</a:t>
                      </a:r>
                      <a:r>
                        <a:rPr lang="pl-PL" sz="1100" b="0" i="0" u="none" strike="noStrike" noProof="0">
                          <a:latin typeface="PF Square Sans Pro Light"/>
                        </a:rPr>
                        <a:t> </a:t>
                      </a:r>
                      <a:r>
                        <a:rPr lang="pl-PL" sz="1100" b="0" i="0" u="none" strike="noStrike" noProof="0" err="1">
                          <a:latin typeface="PF Square Sans Pro Light"/>
                        </a:rPr>
                        <a:t>today</a:t>
                      </a:r>
                      <a:r>
                        <a:rPr lang="pl-PL" sz="1100" b="0" i="0" u="none" strike="noStrike" noProof="0">
                          <a:latin typeface="PF Square Sans Pro Light"/>
                        </a:rPr>
                        <a:t>. The </a:t>
                      </a:r>
                      <a:r>
                        <a:rPr lang="pl-PL" sz="1100" b="0" i="0" u="none" strike="noStrike" noProof="0" err="1">
                          <a:latin typeface="PF Square Sans Pro Light"/>
                        </a:rPr>
                        <a:t>spaces</a:t>
                      </a:r>
                      <a:r>
                        <a:rPr lang="pl-PL" sz="1100" b="0" i="0" u="none" strike="noStrike" noProof="0">
                          <a:latin typeface="PF Square Sans Pro Light"/>
                        </a:rPr>
                        <a:t> </a:t>
                      </a:r>
                      <a:r>
                        <a:rPr lang="pl-PL" sz="1100" b="0" i="0" u="none" strike="noStrike" noProof="0" err="1">
                          <a:latin typeface="PF Square Sans Pro Light"/>
                        </a:rPr>
                        <a:t>are</a:t>
                      </a:r>
                      <a:r>
                        <a:rPr lang="pl-PL" sz="1100" b="0" i="0" u="none" strike="noStrike" noProof="0">
                          <a:latin typeface="PF Square Sans Pro Light"/>
                        </a:rPr>
                        <a:t> open, </a:t>
                      </a:r>
                      <a:r>
                        <a:rPr lang="pl-PL" sz="1100" b="0" i="0" u="none" strike="noStrike" noProof="0" err="1">
                          <a:latin typeface="PF Square Sans Pro Light"/>
                        </a:rPr>
                        <a:t>collaborative</a:t>
                      </a:r>
                      <a:r>
                        <a:rPr lang="pl-PL" sz="1100" b="0" i="0" u="none" strike="noStrike" noProof="0">
                          <a:latin typeface="PF Square Sans Pro Light"/>
                        </a:rPr>
                        <a:t>, and </a:t>
                      </a:r>
                      <a:r>
                        <a:rPr lang="pl-PL" sz="1100" b="0" i="0" u="none" strike="noStrike" noProof="0" err="1">
                          <a:latin typeface="PF Square Sans Pro Light"/>
                        </a:rPr>
                        <a:t>inspire</a:t>
                      </a:r>
                      <a:r>
                        <a:rPr lang="pl-PL" sz="1100" b="0" i="0" u="none" strike="noStrike" noProof="0">
                          <a:latin typeface="PF Square Sans Pro Light"/>
                        </a:rPr>
                        <a:t> </a:t>
                      </a:r>
                      <a:r>
                        <a:rPr lang="pl-PL" sz="1100" b="0" i="0" u="none" strike="noStrike" noProof="0" err="1">
                          <a:latin typeface="PF Square Sans Pro Light"/>
                        </a:rPr>
                        <a:t>creativity</a:t>
                      </a:r>
                      <a:r>
                        <a:rPr lang="pl-PL" sz="1100" b="0" i="0" u="none" strike="noStrike" noProof="0">
                          <a:latin typeface="PF Square Sans Pro Light"/>
                        </a:rPr>
                        <a:t> and </a:t>
                      </a:r>
                      <a:r>
                        <a:rPr lang="pl-PL" sz="1100" b="0" i="0" u="none" strike="noStrike" noProof="0" err="1">
                          <a:latin typeface="PF Square Sans Pro Light"/>
                        </a:rPr>
                        <a:t>passion</a:t>
                      </a:r>
                      <a:r>
                        <a:rPr lang="pl-PL" sz="1100" b="0" i="0" u="none" strike="noStrike" noProof="0">
                          <a:latin typeface="PF Square Sans Pro Light"/>
                        </a:rPr>
                        <a:t>, with </a:t>
                      </a:r>
                      <a:r>
                        <a:rPr lang="pl-PL" sz="1100" b="0" i="0" u="none" strike="noStrike" noProof="0" err="1">
                          <a:latin typeface="PF Square Sans Pro Light"/>
                        </a:rPr>
                        <a:t>areas</a:t>
                      </a:r>
                      <a:r>
                        <a:rPr lang="pl-PL" sz="1100" b="0" i="0" u="none" strike="noStrike" noProof="0">
                          <a:latin typeface="PF Square Sans Pro Light"/>
                        </a:rPr>
                        <a:t> </a:t>
                      </a:r>
                      <a:r>
                        <a:rPr lang="pl-PL" sz="1100" b="0" i="0" u="none" strike="noStrike" noProof="0" err="1">
                          <a:latin typeface="PF Square Sans Pro Light"/>
                        </a:rPr>
                        <a:t>dedicated</a:t>
                      </a:r>
                      <a:r>
                        <a:rPr lang="pl-PL" sz="1100" b="0" i="0" u="none" strike="noStrike" noProof="0">
                          <a:latin typeface="PF Square Sans Pro Light"/>
                        </a:rPr>
                        <a:t> to </a:t>
                      </a:r>
                      <a:r>
                        <a:rPr lang="pl-PL" sz="1100" b="0" i="0" u="none" strike="noStrike" noProof="0" err="1">
                          <a:latin typeface="PF Square Sans Pro Light"/>
                        </a:rPr>
                        <a:t>training</a:t>
                      </a:r>
                      <a:r>
                        <a:rPr lang="pl-PL" sz="1100" b="0" i="0" u="none" strike="noStrike" noProof="0">
                          <a:latin typeface="PF Square Sans Pro Light"/>
                        </a:rPr>
                        <a:t> and </a:t>
                      </a:r>
                      <a:r>
                        <a:rPr lang="pl-PL" sz="1100" b="0" i="0" u="none" strike="noStrike" noProof="0" err="1">
                          <a:latin typeface="PF Square Sans Pro Light"/>
                        </a:rPr>
                        <a:t>innovation</a:t>
                      </a:r>
                      <a:r>
                        <a:rPr lang="pl-PL" sz="1100" b="0" i="0" u="none" strike="noStrike" noProof="0">
                          <a:latin typeface="PF Square Sans Pro Light"/>
                        </a:rPr>
                        <a:t>.</a:t>
                      </a:r>
                      <a:endParaRPr lang="en-US" sz="11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r h="611198">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capabilities does the achievement provide you with?</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100" b="0" i="0" u="none" strike="noStrike" noProof="0"/>
                        <a:t>This achievement has given us the ability to explore new frontiers, such as technological innovation in eco-friendly ammunition, and expand our customer base globally. We have also acquired a solid logistical infrastructure that allows us to operate even more efficiently, improving our customer service and product quality</a:t>
                      </a:r>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3557090"/>
                  </a:ext>
                </a:extLst>
              </a:tr>
              <a:tr h="67994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How does it feel to achieve your dream?</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100" b="0" i="0" u="none" strike="noStrike" noProof="0"/>
                        <a:t>Reaching this milestone is an indescribable feeling. It is the realization of a dream, but also the result of a journey made of hard work, passion, and determination. The greatest satisfaction comes from seeing how every step we took was important in building a company that represents excellence in our sector.</a:t>
                      </a:r>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6981743"/>
                  </a:ext>
                </a:extLst>
              </a:tr>
              <a:tr h="72301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How does the team feel about the achievement of your dream?</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a:t>The team is incredibly motivated and proud. There is a deep sense of belonging because each team member knows their contribution has made a difference. Our shared vision has united us, and now that our dream is a reality, we feel even stronger and ready to face future challenges</a:t>
                      </a:r>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10728161"/>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is your own personal achievement?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lnSpc>
                          <a:spcPct val="100000"/>
                        </a:lnSpc>
                        <a:spcBef>
                          <a:spcPts val="0"/>
                        </a:spcBef>
                        <a:spcAft>
                          <a:spcPts val="0"/>
                        </a:spcAft>
                        <a:buNone/>
                      </a:pPr>
                      <a:r>
                        <a:rPr lang="pl-PL" sz="1100" b="0" i="0" u="none" strike="noStrike" noProof="0">
                          <a:latin typeface="PF Square Sans Pro Light"/>
                        </a:rPr>
                        <a:t>My </a:t>
                      </a:r>
                      <a:r>
                        <a:rPr lang="pl-PL" sz="1100" b="0" i="0" u="none" strike="noStrike" noProof="0" err="1">
                          <a:latin typeface="PF Square Sans Pro Light"/>
                        </a:rPr>
                        <a:t>greatest</a:t>
                      </a:r>
                      <a:r>
                        <a:rPr lang="pl-PL" sz="1100" b="0" i="0" u="none" strike="noStrike" noProof="0">
                          <a:latin typeface="PF Square Sans Pro Light"/>
                        </a:rPr>
                        <a:t> </a:t>
                      </a:r>
                      <a:r>
                        <a:rPr lang="pl-PL" sz="1100" b="0" i="0" u="none" strike="noStrike" noProof="0" err="1">
                          <a:latin typeface="PF Square Sans Pro Light"/>
                        </a:rPr>
                        <a:t>personal</a:t>
                      </a:r>
                      <a:r>
                        <a:rPr lang="pl-PL" sz="1100" b="0" i="0" u="none" strike="noStrike" noProof="0">
                          <a:latin typeface="PF Square Sans Pro Light"/>
                        </a:rPr>
                        <a:t> </a:t>
                      </a:r>
                      <a:r>
                        <a:rPr lang="pl-PL" sz="1100" b="0" i="0" u="none" strike="noStrike" noProof="0" err="1">
                          <a:latin typeface="PF Square Sans Pro Light"/>
                        </a:rPr>
                        <a:t>achievement</a:t>
                      </a:r>
                      <a:r>
                        <a:rPr lang="pl-PL" sz="1100" b="0" i="0" u="none" strike="noStrike" noProof="0">
                          <a:latin typeface="PF Square Sans Pro Light"/>
                        </a:rPr>
                        <a:t> </a:t>
                      </a:r>
                      <a:r>
                        <a:rPr lang="pl-PL" sz="1100" b="0" i="0" u="none" strike="noStrike" noProof="0" err="1">
                          <a:latin typeface="PF Square Sans Pro Light"/>
                        </a:rPr>
                        <a:t>is</a:t>
                      </a:r>
                      <a:r>
                        <a:rPr lang="pl-PL" sz="1100" b="0" i="0" u="none" strike="noStrike" noProof="0">
                          <a:latin typeface="PF Square Sans Pro Light"/>
                        </a:rPr>
                        <a:t> </a:t>
                      </a:r>
                      <a:r>
                        <a:rPr lang="pl-PL" sz="1100" b="0" i="0" u="none" strike="noStrike" noProof="0" err="1">
                          <a:latin typeface="PF Square Sans Pro Light"/>
                        </a:rPr>
                        <a:t>having</a:t>
                      </a:r>
                      <a:r>
                        <a:rPr lang="pl-PL" sz="1100" b="0" i="0" u="none" strike="noStrike" noProof="0">
                          <a:latin typeface="PF Square Sans Pro Light"/>
                        </a:rPr>
                        <a:t> </a:t>
                      </a:r>
                      <a:r>
                        <a:rPr lang="pl-PL" sz="1100" b="0" i="0" u="none" strike="noStrike" noProof="0" err="1">
                          <a:latin typeface="PF Square Sans Pro Light"/>
                        </a:rPr>
                        <a:t>seen</a:t>
                      </a:r>
                      <a:r>
                        <a:rPr lang="pl-PL" sz="1100" b="0" i="0" u="none" strike="noStrike" noProof="0">
                          <a:latin typeface="PF Square Sans Pro Light"/>
                        </a:rPr>
                        <a:t> </a:t>
                      </a:r>
                      <a:r>
                        <a:rPr lang="pl-PL" sz="1100" b="0" i="0" u="none" strike="noStrike" noProof="0" err="1">
                          <a:latin typeface="PF Square Sans Pro Light"/>
                        </a:rPr>
                        <a:t>how</a:t>
                      </a:r>
                      <a:r>
                        <a:rPr lang="pl-PL" sz="1100" b="0" i="0" u="none" strike="noStrike" noProof="0">
                          <a:latin typeface="PF Square Sans Pro Light"/>
                        </a:rPr>
                        <a:t> the </a:t>
                      </a:r>
                      <a:r>
                        <a:rPr lang="pl-PL" sz="1100" b="0" i="0" u="none" strike="noStrike" noProof="0" err="1">
                          <a:latin typeface="PF Square Sans Pro Light"/>
                        </a:rPr>
                        <a:t>values</a:t>
                      </a:r>
                      <a:r>
                        <a:rPr lang="pl-PL" sz="1100" b="0" i="0" u="none" strike="noStrike" noProof="0">
                          <a:latin typeface="PF Square Sans Pro Light"/>
                        </a:rPr>
                        <a:t> I </a:t>
                      </a:r>
                      <a:r>
                        <a:rPr lang="pl-PL" sz="1100" b="0" i="0" u="none" strike="noStrike" noProof="0" err="1">
                          <a:latin typeface="PF Square Sans Pro Light"/>
                        </a:rPr>
                        <a:t>believed</a:t>
                      </a:r>
                      <a:r>
                        <a:rPr lang="pl-PL" sz="1100" b="0" i="0" u="none" strike="noStrike" noProof="0">
                          <a:latin typeface="PF Square Sans Pro Light"/>
                        </a:rPr>
                        <a:t> in </a:t>
                      </a:r>
                      <a:r>
                        <a:rPr lang="pl-PL" sz="1100" b="0" i="0" u="none" strike="noStrike" noProof="0" err="1">
                          <a:latin typeface="PF Square Sans Pro Light"/>
                        </a:rPr>
                        <a:t>have</a:t>
                      </a:r>
                      <a:r>
                        <a:rPr lang="pl-PL" sz="1100" b="0" i="0" u="none" strike="noStrike" noProof="0">
                          <a:latin typeface="PF Square Sans Pro Light"/>
                        </a:rPr>
                        <a:t> </a:t>
                      </a:r>
                      <a:r>
                        <a:rPr lang="pl-PL" sz="1100" b="0" i="0" u="none" strike="noStrike" noProof="0" err="1">
                          <a:latin typeface="PF Square Sans Pro Light"/>
                        </a:rPr>
                        <a:t>translated</a:t>
                      </a:r>
                      <a:r>
                        <a:rPr lang="pl-PL" sz="1100" b="0" i="0" u="none" strike="noStrike" noProof="0">
                          <a:latin typeface="PF Square Sans Pro Light"/>
                        </a:rPr>
                        <a:t> </a:t>
                      </a:r>
                      <a:r>
                        <a:rPr lang="pl-PL" sz="1100" b="0" i="0" u="none" strike="noStrike" noProof="0" err="1">
                          <a:latin typeface="PF Square Sans Pro Light"/>
                        </a:rPr>
                        <a:t>into</a:t>
                      </a:r>
                      <a:r>
                        <a:rPr lang="pl-PL" sz="1100" b="0" i="0" u="none" strike="noStrike" noProof="0">
                          <a:latin typeface="PF Square Sans Pro Light"/>
                        </a:rPr>
                        <a:t> </a:t>
                      </a:r>
                      <a:r>
                        <a:rPr lang="pl-PL" sz="1100" b="0" i="0" u="none" strike="noStrike" noProof="0" err="1">
                          <a:latin typeface="PF Square Sans Pro Light"/>
                        </a:rPr>
                        <a:t>tangible</a:t>
                      </a:r>
                      <a:r>
                        <a:rPr lang="pl-PL" sz="1100" b="0" i="0" u="none" strike="noStrike" noProof="0">
                          <a:latin typeface="PF Square Sans Pro Light"/>
                        </a:rPr>
                        <a:t> and </a:t>
                      </a:r>
                      <a:r>
                        <a:rPr lang="pl-PL" sz="1100" b="0" i="0" u="none" strike="noStrike" noProof="0" err="1">
                          <a:latin typeface="PF Square Sans Pro Light"/>
                        </a:rPr>
                        <a:t>sustainable</a:t>
                      </a:r>
                      <a:r>
                        <a:rPr lang="pl-PL" sz="1100" b="0" i="0" u="none" strike="noStrike" noProof="0">
                          <a:latin typeface="PF Square Sans Pro Light"/>
                        </a:rPr>
                        <a:t> </a:t>
                      </a:r>
                      <a:r>
                        <a:rPr lang="pl-PL" sz="1100" b="0" i="0" u="none" strike="noStrike" noProof="0" err="1">
                          <a:latin typeface="PF Square Sans Pro Light"/>
                        </a:rPr>
                        <a:t>success</a:t>
                      </a:r>
                      <a:r>
                        <a:rPr lang="pl-PL" sz="1100" b="0" i="0" u="none" strike="noStrike" noProof="0">
                          <a:latin typeface="PF Square Sans Pro Light"/>
                        </a:rPr>
                        <a:t>. The </a:t>
                      </a:r>
                      <a:r>
                        <a:rPr lang="pl-PL" sz="1100" b="0" i="0" u="none" strike="noStrike" noProof="0" err="1">
                          <a:latin typeface="PF Square Sans Pro Light"/>
                        </a:rPr>
                        <a:t>journey</a:t>
                      </a:r>
                      <a:r>
                        <a:rPr lang="pl-PL" sz="1100" b="0" i="0" u="none" strike="noStrike" noProof="0">
                          <a:latin typeface="PF Square Sans Pro Light"/>
                        </a:rPr>
                        <a:t> </a:t>
                      </a:r>
                      <a:r>
                        <a:rPr lang="pl-PL" sz="1100" b="0" i="0" u="none" strike="noStrike" noProof="0" err="1">
                          <a:latin typeface="PF Square Sans Pro Light"/>
                        </a:rPr>
                        <a:t>hasn’t</a:t>
                      </a:r>
                      <a:r>
                        <a:rPr lang="pl-PL" sz="1100" b="0" i="0" u="none" strike="noStrike" noProof="0">
                          <a:latin typeface="PF Square Sans Pro Light"/>
                        </a:rPr>
                        <a:t> </a:t>
                      </a:r>
                      <a:r>
                        <a:rPr lang="pl-PL" sz="1100" b="0" i="0" u="none" strike="noStrike" noProof="0" err="1">
                          <a:latin typeface="PF Square Sans Pro Light"/>
                        </a:rPr>
                        <a:t>been</a:t>
                      </a:r>
                      <a:r>
                        <a:rPr lang="pl-PL" sz="1100" b="0" i="0" u="none" strike="noStrike" noProof="0">
                          <a:latin typeface="PF Square Sans Pro Light"/>
                        </a:rPr>
                        <a:t> </a:t>
                      </a:r>
                      <a:r>
                        <a:rPr lang="pl-PL" sz="1100" b="0" i="0" u="none" strike="noStrike" noProof="0" err="1">
                          <a:latin typeface="PF Square Sans Pro Light"/>
                        </a:rPr>
                        <a:t>easy</a:t>
                      </a:r>
                      <a:r>
                        <a:rPr lang="pl-PL" sz="1100" b="0" i="0" u="none" strike="noStrike" noProof="0">
                          <a:latin typeface="PF Square Sans Pro Light"/>
                        </a:rPr>
                        <a:t>, but </a:t>
                      </a:r>
                      <a:r>
                        <a:rPr lang="pl-PL" sz="1100" b="0" i="0" u="none" strike="noStrike" noProof="0" err="1">
                          <a:latin typeface="PF Square Sans Pro Light"/>
                        </a:rPr>
                        <a:t>every</a:t>
                      </a:r>
                      <a:r>
                        <a:rPr lang="pl-PL" sz="1100" b="0" i="0" u="none" strike="noStrike" noProof="0">
                          <a:latin typeface="PF Square Sans Pro Light"/>
                        </a:rPr>
                        <a:t> challenge </a:t>
                      </a:r>
                      <a:r>
                        <a:rPr lang="pl-PL" sz="1100" b="0" i="0" u="none" strike="noStrike" noProof="0" err="1">
                          <a:latin typeface="PF Square Sans Pro Light"/>
                        </a:rPr>
                        <a:t>faced</a:t>
                      </a:r>
                      <a:r>
                        <a:rPr lang="pl-PL" sz="1100" b="0" i="0" u="none" strike="noStrike" noProof="0">
                          <a:latin typeface="PF Square Sans Pro Light"/>
                        </a:rPr>
                        <a:t> </a:t>
                      </a:r>
                      <a:r>
                        <a:rPr lang="pl-PL" sz="1100" b="0" i="0" u="none" strike="noStrike" noProof="0" err="1">
                          <a:latin typeface="PF Square Sans Pro Light"/>
                        </a:rPr>
                        <a:t>has</a:t>
                      </a:r>
                      <a:r>
                        <a:rPr lang="pl-PL" sz="1100" b="0" i="0" u="none" strike="noStrike" noProof="0">
                          <a:latin typeface="PF Square Sans Pro Light"/>
                        </a:rPr>
                        <a:t> </a:t>
                      </a:r>
                      <a:r>
                        <a:rPr lang="pl-PL" sz="1100" b="0" i="0" u="none" strike="noStrike" noProof="0" err="1">
                          <a:latin typeface="PF Square Sans Pro Light"/>
                        </a:rPr>
                        <a:t>been</a:t>
                      </a:r>
                      <a:r>
                        <a:rPr lang="pl-PL" sz="1100" b="0" i="0" u="none" strike="noStrike" noProof="0">
                          <a:latin typeface="PF Square Sans Pro Light"/>
                        </a:rPr>
                        <a:t> </a:t>
                      </a:r>
                      <a:r>
                        <a:rPr lang="pl-PL" sz="1100" b="0" i="0" u="none" strike="noStrike" noProof="0" err="1">
                          <a:latin typeface="PF Square Sans Pro Light"/>
                        </a:rPr>
                        <a:t>an</a:t>
                      </a:r>
                      <a:r>
                        <a:rPr lang="pl-PL" sz="1100" b="0" i="0" u="none" strike="noStrike" noProof="0">
                          <a:latin typeface="PF Square Sans Pro Light"/>
                        </a:rPr>
                        <a:t> </a:t>
                      </a:r>
                      <a:r>
                        <a:rPr lang="pl-PL" sz="1100" b="0" i="0" u="none" strike="noStrike" noProof="0" err="1">
                          <a:latin typeface="PF Square Sans Pro Light"/>
                        </a:rPr>
                        <a:t>opportunity</a:t>
                      </a:r>
                      <a:r>
                        <a:rPr lang="pl-PL" sz="1100" b="0" i="0" u="none" strike="noStrike" noProof="0">
                          <a:latin typeface="PF Square Sans Pro Light"/>
                        </a:rPr>
                        <a:t> to </a:t>
                      </a:r>
                      <a:r>
                        <a:rPr lang="pl-PL" sz="1100" b="0" i="0" u="none" strike="noStrike" noProof="0" err="1">
                          <a:latin typeface="PF Square Sans Pro Light"/>
                        </a:rPr>
                        <a:t>learn</a:t>
                      </a:r>
                      <a:r>
                        <a:rPr lang="pl-PL" sz="1100" b="0" i="0" u="none" strike="noStrike" noProof="0">
                          <a:latin typeface="PF Square Sans Pro Light"/>
                        </a:rPr>
                        <a:t>, </a:t>
                      </a:r>
                      <a:r>
                        <a:rPr lang="pl-PL" sz="1100" b="0" i="0" u="none" strike="noStrike" noProof="0" err="1">
                          <a:latin typeface="PF Square Sans Pro Light"/>
                        </a:rPr>
                        <a:t>grow</a:t>
                      </a:r>
                      <a:r>
                        <a:rPr lang="pl-PL" sz="1100" b="0" i="0" u="none" strike="noStrike" noProof="0">
                          <a:latin typeface="PF Square Sans Pro Light"/>
                        </a:rPr>
                        <a:t>, and </a:t>
                      </a:r>
                      <a:r>
                        <a:rPr lang="pl-PL" sz="1100" b="0" i="0" u="none" strike="noStrike" noProof="0" err="1">
                          <a:latin typeface="PF Square Sans Pro Light"/>
                        </a:rPr>
                        <a:t>improve</a:t>
                      </a:r>
                      <a:r>
                        <a:rPr lang="pl-PL" sz="1100" b="0" i="0" u="none" strike="noStrike" noProof="0">
                          <a:latin typeface="PF Square Sans Pro Light"/>
                        </a:rPr>
                        <a:t>. </a:t>
                      </a:r>
                      <a:r>
                        <a:rPr lang="pl-PL" sz="1100" b="0" i="0" u="none" strike="noStrike" noProof="0" err="1">
                          <a:latin typeface="PF Square Sans Pro Light"/>
                        </a:rPr>
                        <a:t>Leading</a:t>
                      </a:r>
                      <a:r>
                        <a:rPr lang="pl-PL" sz="1100" b="0" i="0" u="none" strike="noStrike" noProof="0">
                          <a:latin typeface="PF Square Sans Pro Light"/>
                        </a:rPr>
                        <a:t> a </a:t>
                      </a:r>
                      <a:r>
                        <a:rPr lang="pl-PL" sz="1100" b="0" i="0" u="none" strike="noStrike" noProof="0" err="1">
                          <a:latin typeface="PF Square Sans Pro Light"/>
                        </a:rPr>
                        <a:t>company</a:t>
                      </a:r>
                      <a:r>
                        <a:rPr lang="pl-PL" sz="1100" b="0" i="0" u="none" strike="noStrike" noProof="0">
                          <a:latin typeface="PF Square Sans Pro Light"/>
                        </a:rPr>
                        <a:t> with a </a:t>
                      </a:r>
                      <a:r>
                        <a:rPr lang="pl-PL" sz="1100" b="0" i="0" u="none" strike="noStrike" noProof="0" err="1">
                          <a:latin typeface="PF Square Sans Pro Light"/>
                        </a:rPr>
                        <a:t>clear</a:t>
                      </a:r>
                      <a:r>
                        <a:rPr lang="pl-PL" sz="1100" b="0" i="0" u="none" strike="noStrike" noProof="0">
                          <a:latin typeface="PF Square Sans Pro Light"/>
                        </a:rPr>
                        <a:t> </a:t>
                      </a:r>
                      <a:r>
                        <a:rPr lang="pl-PL" sz="1100" b="0" i="0" u="none" strike="noStrike" noProof="0" err="1">
                          <a:latin typeface="PF Square Sans Pro Light"/>
                        </a:rPr>
                        <a:t>vision</a:t>
                      </a:r>
                      <a:r>
                        <a:rPr lang="pl-PL" sz="1100" b="0" i="0" u="none" strike="noStrike" noProof="0">
                          <a:latin typeface="PF Square Sans Pro Light"/>
                        </a:rPr>
                        <a:t> </a:t>
                      </a:r>
                      <a:r>
                        <a:rPr lang="pl-PL" sz="1100" b="0" i="0" u="none" strike="noStrike" noProof="0" err="1">
                          <a:latin typeface="PF Square Sans Pro Light"/>
                        </a:rPr>
                        <a:t>that</a:t>
                      </a:r>
                      <a:r>
                        <a:rPr lang="pl-PL" sz="1100" b="0" i="0" u="none" strike="noStrike" noProof="0">
                          <a:latin typeface="PF Square Sans Pro Light"/>
                        </a:rPr>
                        <a:t> </a:t>
                      </a:r>
                      <a:r>
                        <a:rPr lang="pl-PL" sz="1100" b="0" i="0" u="none" strike="noStrike" noProof="0" err="1">
                          <a:latin typeface="PF Square Sans Pro Light"/>
                        </a:rPr>
                        <a:t>is</a:t>
                      </a:r>
                      <a:r>
                        <a:rPr lang="pl-PL" sz="1100" b="0" i="0" u="none" strike="noStrike" noProof="0">
                          <a:latin typeface="PF Square Sans Pro Light"/>
                        </a:rPr>
                        <a:t> </a:t>
                      </a:r>
                      <a:r>
                        <a:rPr lang="pl-PL" sz="1100" b="0" i="0" u="none" strike="noStrike" noProof="0" err="1">
                          <a:latin typeface="PF Square Sans Pro Light"/>
                        </a:rPr>
                        <a:t>now</a:t>
                      </a:r>
                      <a:r>
                        <a:rPr lang="pl-PL" sz="1100" b="0" i="0" u="none" strike="noStrike" noProof="0">
                          <a:latin typeface="PF Square Sans Pro Light"/>
                        </a:rPr>
                        <a:t> </a:t>
                      </a:r>
                      <a:r>
                        <a:rPr lang="pl-PL" sz="1100" b="0" i="0" u="none" strike="noStrike" noProof="0" err="1">
                          <a:latin typeface="PF Square Sans Pro Light"/>
                        </a:rPr>
                        <a:t>recognized</a:t>
                      </a:r>
                      <a:r>
                        <a:rPr lang="pl-PL" sz="1100" b="0" i="0" u="none" strike="noStrike" noProof="0">
                          <a:latin typeface="PF Square Sans Pro Light"/>
                        </a:rPr>
                        <a:t> for </a:t>
                      </a:r>
                      <a:r>
                        <a:rPr lang="pl-PL" sz="1100" b="0" i="0" u="none" strike="noStrike" noProof="0" err="1">
                          <a:latin typeface="PF Square Sans Pro Light"/>
                        </a:rPr>
                        <a:t>its</a:t>
                      </a:r>
                      <a:r>
                        <a:rPr lang="pl-PL" sz="1100" b="0" i="0" u="none" strike="noStrike" noProof="0">
                          <a:latin typeface="PF Square Sans Pro Light"/>
                        </a:rPr>
                        <a:t> excellence </a:t>
                      </a:r>
                      <a:r>
                        <a:rPr lang="pl-PL" sz="1100" b="0" i="0" u="none" strike="noStrike" noProof="0" err="1">
                          <a:latin typeface="PF Square Sans Pro Light"/>
                        </a:rPr>
                        <a:t>is</a:t>
                      </a:r>
                      <a:r>
                        <a:rPr lang="pl-PL" sz="1100" b="0" i="0" u="none" strike="noStrike" noProof="0">
                          <a:latin typeface="PF Square Sans Pro Light"/>
                        </a:rPr>
                        <a:t> the </a:t>
                      </a:r>
                      <a:r>
                        <a:rPr lang="pl-PL" sz="1100" b="0" i="0" u="none" strike="noStrike" noProof="0" err="1">
                          <a:latin typeface="PF Square Sans Pro Light"/>
                        </a:rPr>
                        <a:t>realization</a:t>
                      </a:r>
                      <a:r>
                        <a:rPr lang="pl-PL" sz="1100" b="0" i="0" u="none" strike="noStrike" noProof="0">
                          <a:latin typeface="PF Square Sans Pro Light"/>
                        </a:rPr>
                        <a:t> of a </a:t>
                      </a:r>
                      <a:r>
                        <a:rPr lang="pl-PL" sz="1100" b="0" i="0" u="none" strike="noStrike" noProof="0" err="1">
                          <a:latin typeface="PF Square Sans Pro Light"/>
                        </a:rPr>
                        <a:t>dream</a:t>
                      </a:r>
                      <a:r>
                        <a:rPr lang="pl-PL" sz="1100" b="0" i="0" u="none" strike="noStrike" noProof="0">
                          <a:latin typeface="PF Square Sans Pro Light"/>
                        </a:rPr>
                        <a:t> I </a:t>
                      </a:r>
                      <a:r>
                        <a:rPr lang="pl-PL" sz="1100" b="0" i="0" u="none" strike="noStrike" noProof="0" err="1">
                          <a:latin typeface="PF Square Sans Pro Light"/>
                        </a:rPr>
                        <a:t>have</a:t>
                      </a:r>
                      <a:r>
                        <a:rPr lang="pl-PL" sz="1100" b="0" i="0" u="none" strike="noStrike" noProof="0">
                          <a:latin typeface="PF Square Sans Pro Light"/>
                        </a:rPr>
                        <a:t> </a:t>
                      </a:r>
                      <a:r>
                        <a:rPr lang="pl-PL" sz="1100" b="0" i="0" u="none" strike="noStrike" noProof="0" err="1">
                          <a:latin typeface="PF Square Sans Pro Light"/>
                        </a:rPr>
                        <a:t>nurtured</a:t>
                      </a:r>
                      <a:r>
                        <a:rPr lang="pl-PL" sz="1100" b="0" i="0" u="none" strike="noStrike" noProof="0">
                          <a:latin typeface="PF Square Sans Pro Light"/>
                        </a:rPr>
                        <a:t> from the </a:t>
                      </a:r>
                      <a:r>
                        <a:rPr lang="pl-PL" sz="1100" b="0" i="0" u="none" strike="noStrike" noProof="0" err="1">
                          <a:latin typeface="PF Square Sans Pro Light"/>
                        </a:rPr>
                        <a:t>beginning</a:t>
                      </a:r>
                      <a:endParaRPr lang="en-US" sz="1100" err="1"/>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9613438"/>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Who is the person you have become along this journey?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1100" b="0" i="0">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87236550"/>
                  </a:ext>
                </a:extLst>
              </a:tr>
            </a:tbl>
          </a:graphicData>
        </a:graphic>
      </p:graphicFrame>
      <p:pic>
        <p:nvPicPr>
          <p:cNvPr id="3" name="Picture 2">
            <a:extLst>
              <a:ext uri="{FF2B5EF4-FFF2-40B4-BE49-F238E27FC236}">
                <a16:creationId xmlns:a16="http://schemas.microsoft.com/office/drawing/2014/main" id="{02BF9FF5-6498-5503-CA5B-1A2A53DB8CB9}"/>
              </a:ext>
            </a:extLst>
          </p:cNvPr>
          <p:cNvPicPr>
            <a:picLocks noGrp="1" noRot="1" noChangeAspect="1" noMove="1" noResize="1" noEditPoints="1" noAdjustHandles="1" noChangeArrowheads="1" noChangeShapeType="1" noCrop="1"/>
          </p:cNvPicPr>
          <p:nvPr/>
        </p:nvPicPr>
        <p:blipFill>
          <a:blip r:embed="rId3"/>
          <a:stretch>
            <a:fillRect/>
          </a:stretch>
        </p:blipFill>
        <p:spPr>
          <a:xfrm>
            <a:off x="-1" y="-79357"/>
            <a:ext cx="9262573" cy="919095"/>
          </a:xfrm>
          <a:prstGeom prst="rect">
            <a:avLst/>
          </a:prstGeom>
        </p:spPr>
      </p:pic>
      <p:pic>
        <p:nvPicPr>
          <p:cNvPr id="7" name="Picture 6">
            <a:extLst>
              <a:ext uri="{FF2B5EF4-FFF2-40B4-BE49-F238E27FC236}">
                <a16:creationId xmlns:a16="http://schemas.microsoft.com/office/drawing/2014/main" id="{F74818D1-1F50-CD5B-89AB-FD16C1DF1036}"/>
              </a:ext>
            </a:extLst>
          </p:cNvPr>
          <p:cNvPicPr>
            <a:picLocks noGrp="1" noRo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6290311" y="195082"/>
            <a:ext cx="3869730" cy="355285"/>
          </a:xfrm>
          <a:prstGeom prst="rect">
            <a:avLst/>
          </a:prstGeom>
        </p:spPr>
      </p:pic>
    </p:spTree>
    <p:extLst>
      <p:ext uri="{BB962C8B-B14F-4D97-AF65-F5344CB8AC3E}">
        <p14:creationId xmlns:p14="http://schemas.microsoft.com/office/powerpoint/2010/main" val="2954318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538587604"/>
              </p:ext>
            </p:extLst>
          </p:nvPr>
        </p:nvGraphicFramePr>
        <p:xfrm>
          <a:off x="60962" y="590994"/>
          <a:ext cx="10009014" cy="6886251"/>
        </p:xfrm>
        <a:graphic>
          <a:graphicData uri="http://schemas.openxmlformats.org/drawingml/2006/table">
            <a:tbl>
              <a:tblPr firstRow="1" bandRow="1">
                <a:tableStyleId>{2D5ABB26-0587-4C30-8999-92F81FD0307C}</a:tableStyleId>
              </a:tblPr>
              <a:tblGrid>
                <a:gridCol w="10009014">
                  <a:extLst>
                    <a:ext uri="{9D8B030D-6E8A-4147-A177-3AD203B41FA5}">
                      <a16:colId xmlns:a16="http://schemas.microsoft.com/office/drawing/2014/main" val="3308902235"/>
                    </a:ext>
                  </a:extLst>
                </a:gridCol>
              </a:tblGrid>
              <a:tr h="376221">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a:ea typeface="Riforma LL" panose="020B0504020101020102" pitchFamily="34" charset="77"/>
                          <a:cs typeface="Arial"/>
                        </a:rPr>
                        <a:t>Describe your dream story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4531745">
                <a:tc>
                  <a:txBody>
                    <a:bodyPr/>
                    <a:lstStyle/>
                    <a:p>
                      <a:pPr lvl="0" algn="l">
                        <a:lnSpc>
                          <a:spcPct val="100000"/>
                        </a:lnSpc>
                        <a:spcBef>
                          <a:spcPts val="0"/>
                        </a:spcBef>
                        <a:spcAft>
                          <a:spcPts val="0"/>
                        </a:spcAft>
                        <a:buNone/>
                      </a:pPr>
                      <a:r>
                        <a:rPr lang="en-US" sz="1400" b="0" i="0" u="none" strike="noStrike" noProof="0" dirty="0">
                          <a:solidFill>
                            <a:srgbClr val="242424"/>
                          </a:solidFill>
                          <a:latin typeface="PF Square Sans Pro Light"/>
                        </a:rPr>
                        <a:t>My dream story is about transforming </a:t>
                      </a:r>
                      <a:r>
                        <a:rPr lang="en-US" sz="1400" b="0" i="0" u="none" strike="noStrike" noProof="0" err="1">
                          <a:solidFill>
                            <a:srgbClr val="242424"/>
                          </a:solidFill>
                          <a:latin typeface="PF Square Sans Pro Light"/>
                        </a:rPr>
                        <a:t>BAschieri</a:t>
                      </a:r>
                      <a:r>
                        <a:rPr lang="en-US" sz="1400" b="0" i="0" u="none" strike="noStrike" noProof="0" dirty="0">
                          <a:solidFill>
                            <a:srgbClr val="242424"/>
                          </a:solidFill>
                          <a:latin typeface="PF Square Sans Pro Light"/>
                        </a:rPr>
                        <a:t> &amp; </a:t>
                      </a:r>
                      <a:r>
                        <a:rPr lang="en-US" sz="1400" b="0" i="0" u="none" strike="noStrike" noProof="0" err="1">
                          <a:solidFill>
                            <a:srgbClr val="242424"/>
                          </a:solidFill>
                          <a:latin typeface="PF Square Sans Pro Light"/>
                        </a:rPr>
                        <a:t>Pellagri</a:t>
                      </a:r>
                      <a:r>
                        <a:rPr lang="en-US" sz="1400" b="0" i="0" u="none" strike="noStrike" noProof="0" dirty="0">
                          <a:solidFill>
                            <a:srgbClr val="242424"/>
                          </a:solidFill>
                          <a:latin typeface="PF Square Sans Pro Light"/>
                        </a:rPr>
                        <a:t> from a respected, premium ammunition brand into a global legend. I envision a future where our company is not only recognized for its unmatched product quality and innovation but also for creating an entirely new lifestyle experience around the world of hunting and sport shooting. It's about building a brand that transcends the product and resonates deeply with generations to come—a brand that connects with people on an emotional level, offering them a sense of belonging, purpose, and adventure.</a:t>
                      </a:r>
                      <a:endParaRPr lang="en-US" sz="1400">
                        <a:latin typeface="PF Square Sans Pro Light"/>
                      </a:endParaRPr>
                    </a:p>
                    <a:p>
                      <a:pPr lvl="0" algn="l">
                        <a:lnSpc>
                          <a:spcPct val="100000"/>
                        </a:lnSpc>
                        <a:spcBef>
                          <a:spcPts val="0"/>
                        </a:spcBef>
                        <a:spcAft>
                          <a:spcPts val="0"/>
                        </a:spcAft>
                        <a:buNone/>
                      </a:pPr>
                      <a:r>
                        <a:rPr lang="en-US" sz="1400" b="0" i="0" u="none" strike="noStrike" noProof="0" dirty="0">
                          <a:solidFill>
                            <a:srgbClr val="242424"/>
                          </a:solidFill>
                          <a:latin typeface="PF Square Sans Pro Light"/>
                        </a:rPr>
                        <a:t>This journey is one of constant evolution, where we push the boundaries of innovation while staying true to our heritage. Our commitment to excellence and passion for the craft will be the foundation for everything we do, whether it's introducing groundbreaking eco-friendly technologies or creating a community that shares our values. We won’t just be selling ammunition; we will be creating experiences, memories, and a lifestyle that our customers cherish.</a:t>
                      </a:r>
                      <a:endParaRPr lang="en-US" sz="1400"/>
                    </a:p>
                    <a:p>
                      <a:pPr lvl="0" algn="l">
                        <a:lnSpc>
                          <a:spcPct val="100000"/>
                        </a:lnSpc>
                        <a:spcBef>
                          <a:spcPts val="0"/>
                        </a:spcBef>
                        <a:spcAft>
                          <a:spcPts val="0"/>
                        </a:spcAft>
                        <a:buNone/>
                      </a:pPr>
                      <a:r>
                        <a:rPr lang="en-US" sz="1400" b="0" i="0" u="none" strike="noStrike" noProof="0" dirty="0">
                          <a:solidFill>
                            <a:srgbClr val="242424"/>
                          </a:solidFill>
                          <a:latin typeface="PF Square Sans Pro Light"/>
                        </a:rPr>
                        <a:t>Through this journey, we will lead by example, fostering a culture of creativity, trust, and sustainability within our company and across the global community. It’s about building something timeless—something that leaves a legacy for future generations, while always keeping the thrill, emotion, and sense of adventure at the heart of everything we do.</a:t>
                      </a:r>
                      <a:endParaRPr lang="en-US" sz="1400">
                        <a:latin typeface="PF Square Sans Pro Light"/>
                      </a:endParaRPr>
                    </a:p>
                    <a:p>
                      <a:pPr lvl="0" algn="l">
                        <a:lnSpc>
                          <a:spcPct val="100000"/>
                        </a:lnSpc>
                        <a:spcBef>
                          <a:spcPts val="0"/>
                        </a:spcBef>
                        <a:spcAft>
                          <a:spcPts val="0"/>
                        </a:spcAft>
                        <a:buNone/>
                      </a:pPr>
                      <a:r>
                        <a:rPr lang="en-US" sz="1400" b="0" i="0" u="none" strike="noStrike" noProof="0" dirty="0">
                          <a:solidFill>
                            <a:srgbClr val="242424"/>
                          </a:solidFill>
                          <a:latin typeface="PF Square Sans Pro Light"/>
                        </a:rPr>
                        <a:t>This dream story is not just about achieving business success—it’s about becoming a beacon for those who share our passion, inspiring them to live their fullest lives. We’ll be a symbol of what’s possible when dedication, passion, and innovation come together. Our dream is to not only leave a mark on the world of shooting sports but to redefine what it means to be part of something greater.</a:t>
                      </a:r>
                      <a:endParaRPr lang="en-US" sz="1400"/>
                    </a:p>
                    <a:p>
                      <a:pPr lvl="0" algn="l">
                        <a:lnSpc>
                          <a:spcPct val="100000"/>
                        </a:lnSpc>
                        <a:spcBef>
                          <a:spcPts val="0"/>
                        </a:spcBef>
                        <a:spcAft>
                          <a:spcPts val="0"/>
                        </a:spcAft>
                        <a:buNone/>
                      </a:pPr>
                      <a:r>
                        <a:rPr lang="en-US" sz="1400" b="0" i="0" u="none" strike="noStrike" noProof="0" dirty="0">
                          <a:solidFill>
                            <a:srgbClr val="242424"/>
                          </a:solidFill>
                          <a:latin typeface="PF Square Sans Pro Light"/>
                        </a:rPr>
                        <a:t>4o mini</a:t>
                      </a:r>
                      <a:endParaRPr lang="en-US" sz="1400" dirty="0"/>
                    </a:p>
                    <a:p>
                      <a:pPr lvl="0" algn="l">
                        <a:lnSpc>
                          <a:spcPct val="100000"/>
                        </a:lnSpc>
                        <a:spcBef>
                          <a:spcPts val="0"/>
                        </a:spcBef>
                        <a:spcAft>
                          <a:spcPts val="0"/>
                        </a:spcAft>
                        <a:buNone/>
                      </a:pPr>
                      <a:endParaRPr lang="en-US" sz="900" b="0" i="0" u="none" strike="noStrike" noProof="0">
                        <a:solidFill>
                          <a:srgbClr val="242424"/>
                        </a:solidFill>
                      </a:endParaRPr>
                    </a:p>
                    <a:p>
                      <a:pPr lvl="0" algn="l">
                        <a:lnSpc>
                          <a:spcPct val="100000"/>
                        </a:lnSpc>
                        <a:spcBef>
                          <a:spcPts val="0"/>
                        </a:spcBef>
                        <a:spcAft>
                          <a:spcPts val="0"/>
                        </a:spcAft>
                        <a:buNone/>
                      </a:pPr>
                      <a:endParaRPr lang="en-US" sz="1400" b="0" i="0" u="none" strike="noStrike" noProof="0">
                        <a:solidFill>
                          <a:srgbClr val="242424"/>
                        </a:solidFill>
                        <a:latin typeface="Arial"/>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38427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kern="1200" dirty="0">
                          <a:solidFill>
                            <a:schemeClr val="bg1"/>
                          </a:solidFill>
                          <a:latin typeface="Arial"/>
                          <a:ea typeface="Riforma LL" panose="020B0504020101020102" pitchFamily="34" charset="77"/>
                          <a:cs typeface="Arial"/>
                        </a:rPr>
                        <a:t>If you are to tell your dream story to a friend with 1 sentence, what would it be: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710048040"/>
                  </a:ext>
                </a:extLst>
              </a:tr>
              <a:tr h="1594015">
                <a:tc>
                  <a:txBody>
                    <a:bodyPr/>
                    <a:lstStyle/>
                    <a:p>
                      <a:pPr lvl="0" algn="l">
                        <a:lnSpc>
                          <a:spcPct val="100000"/>
                        </a:lnSpc>
                        <a:spcBef>
                          <a:spcPts val="0"/>
                        </a:spcBef>
                        <a:spcAft>
                          <a:spcPts val="0"/>
                        </a:spcAft>
                        <a:buNone/>
                      </a:pPr>
                      <a:r>
                        <a:rPr lang="en-US" sz="1200" b="0" i="0" u="none" strike="noStrike" noProof="0" dirty="0"/>
                        <a:t>My dream is to transform </a:t>
                      </a:r>
                      <a:r>
                        <a:rPr lang="en-US" sz="1200" b="0" i="0" u="none" strike="noStrike" noProof="0" dirty="0" err="1"/>
                        <a:t>BAschieri</a:t>
                      </a:r>
                      <a:r>
                        <a:rPr lang="en-US" sz="1200" b="0" i="0" u="none" strike="noStrike" noProof="0" dirty="0"/>
                        <a:t> &amp; </a:t>
                      </a:r>
                      <a:r>
                        <a:rPr lang="en-US" sz="1200" b="0" i="0" u="none" strike="noStrike" noProof="0" dirty="0" err="1"/>
                        <a:t>Pellagri</a:t>
                      </a:r>
                      <a:r>
                        <a:rPr lang="en-US" sz="1200" b="0" i="0" u="none" strike="noStrike" noProof="0" dirty="0"/>
                        <a:t> into a legendary brand that creates a unique lifestyle experience for future generations, driven by passion, innovation, and a deep sense of belonging."</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extLst>
                  <a:ext uri="{0D108BD9-81ED-4DB2-BD59-A6C34878D82A}">
                    <a16:rowId xmlns:a16="http://schemas.microsoft.com/office/drawing/2014/main" val="4050904300"/>
                  </a:ext>
                </a:extLst>
              </a:tr>
            </a:tbl>
          </a:graphicData>
        </a:graphic>
      </p:graphicFrame>
      <p:pic>
        <p:nvPicPr>
          <p:cNvPr id="3" name="Picture 2">
            <a:extLst>
              <a:ext uri="{FF2B5EF4-FFF2-40B4-BE49-F238E27FC236}">
                <a16:creationId xmlns:a16="http://schemas.microsoft.com/office/drawing/2014/main" id="{43CED4C8-D101-EFF5-D6A1-4881CAAC8C18}"/>
              </a:ext>
            </a:extLst>
          </p:cNvPr>
          <p:cNvPicPr>
            <a:picLocks noGrp="1" noRot="1" noChangeAspect="1" noMove="1" noResize="1" noEditPoints="1" noAdjustHandles="1" noChangeArrowheads="1" noChangeShapeType="1" noCrop="1"/>
          </p:cNvPicPr>
          <p:nvPr/>
        </p:nvPicPr>
        <p:blipFill>
          <a:blip r:embed="rId3"/>
          <a:stretch>
            <a:fillRect/>
          </a:stretch>
        </p:blipFill>
        <p:spPr>
          <a:xfrm>
            <a:off x="-1" y="-79357"/>
            <a:ext cx="9262573" cy="919095"/>
          </a:xfrm>
          <a:prstGeom prst="rect">
            <a:avLst/>
          </a:prstGeom>
        </p:spPr>
      </p:pic>
      <p:pic>
        <p:nvPicPr>
          <p:cNvPr id="6" name="Picture 5">
            <a:extLst>
              <a:ext uri="{FF2B5EF4-FFF2-40B4-BE49-F238E27FC236}">
                <a16:creationId xmlns:a16="http://schemas.microsoft.com/office/drawing/2014/main" id="{DF6EB51A-3803-BADB-7CE8-C501555EC4FC}"/>
              </a:ext>
            </a:extLst>
          </p:cNvPr>
          <p:cNvPicPr>
            <a:picLocks noGrp="1" noRo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6290311" y="195082"/>
            <a:ext cx="3869730" cy="355285"/>
          </a:xfrm>
          <a:prstGeom prst="rect">
            <a:avLst/>
          </a:prstGeom>
        </p:spPr>
      </p:pic>
    </p:spTree>
    <p:extLst>
      <p:ext uri="{BB962C8B-B14F-4D97-AF65-F5344CB8AC3E}">
        <p14:creationId xmlns:p14="http://schemas.microsoft.com/office/powerpoint/2010/main" val="2451837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207242528"/>
              </p:ext>
            </p:extLst>
          </p:nvPr>
        </p:nvGraphicFramePr>
        <p:xfrm>
          <a:off x="256819" y="719276"/>
          <a:ext cx="9776012" cy="6972805"/>
        </p:xfrm>
        <a:graphic>
          <a:graphicData uri="http://schemas.openxmlformats.org/drawingml/2006/table">
            <a:tbl>
              <a:tblPr firstRow="1" bandRow="1">
                <a:tableStyleId>{2D5ABB26-0587-4C30-8999-92F81FD0307C}</a:tableStyleId>
              </a:tblPr>
              <a:tblGrid>
                <a:gridCol w="4888006">
                  <a:extLst>
                    <a:ext uri="{9D8B030D-6E8A-4147-A177-3AD203B41FA5}">
                      <a16:colId xmlns:a16="http://schemas.microsoft.com/office/drawing/2014/main" val="3308902235"/>
                    </a:ext>
                  </a:extLst>
                </a:gridCol>
                <a:gridCol w="4888006">
                  <a:extLst>
                    <a:ext uri="{9D8B030D-6E8A-4147-A177-3AD203B41FA5}">
                      <a16:colId xmlns:a16="http://schemas.microsoft.com/office/drawing/2014/main" val="3046643254"/>
                    </a:ext>
                  </a:extLst>
                </a:gridCol>
              </a:tblGrid>
              <a:tr h="4349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a:ea typeface="Riforma LL" panose="020B0504020101020102" pitchFamily="34" charset="77"/>
                          <a:cs typeface="Arial"/>
                        </a:rPr>
                        <a:t>List 7-10 words that best describe your dream</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a:ea typeface="Riforma LL" panose="020B0504020101020102" pitchFamily="34" charset="77"/>
                          <a:cs typeface="Arial"/>
                        </a:rPr>
                        <a:t>The people that could be associated with your dream</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2097482">
                <a:tc>
                  <a:txBody>
                    <a:bodyPr/>
                    <a:lstStyle/>
                    <a:p>
                      <a:pPr marL="0" lvl="0" indent="0" algn="l">
                        <a:lnSpc>
                          <a:spcPct val="100000"/>
                        </a:lnSpc>
                        <a:spcBef>
                          <a:spcPts val="0"/>
                        </a:spcBef>
                        <a:spcAft>
                          <a:spcPts val="0"/>
                        </a:spcAft>
                        <a:buFont typeface="Arial" panose="020B0604020202020204" pitchFamily="34" charset="0"/>
                        <a:buChar char="•"/>
                      </a:pPr>
                      <a:r>
                        <a:rPr lang="en-US" sz="1400" b="1" i="0" u="none" strike="noStrike" noProof="0">
                          <a:solidFill>
                            <a:srgbClr val="000000"/>
                          </a:solidFill>
                          <a:latin typeface="PF Square Sans Pro Light"/>
                        </a:rPr>
                        <a:t>Legendary</a:t>
                      </a:r>
                      <a:endParaRPr lang="en-US" sz="1400" b="0" i="0" u="none" strike="noStrike" noProof="0">
                        <a:solidFill>
                          <a:srgbClr val="000000"/>
                        </a:solidFill>
                        <a:latin typeface="Arial" panose="020B0604020202020204" pitchFamily="34" charset="0"/>
                        <a:cs typeface="Arial" panose="020B0604020202020204" pitchFamily="34" charset="0"/>
                      </a:endParaRPr>
                    </a:p>
                    <a:p>
                      <a:pPr marL="0" lvl="0" indent="0" algn="l">
                        <a:lnSpc>
                          <a:spcPct val="100000"/>
                        </a:lnSpc>
                        <a:spcBef>
                          <a:spcPts val="0"/>
                        </a:spcBef>
                        <a:spcAft>
                          <a:spcPts val="0"/>
                        </a:spcAft>
                        <a:buFont typeface="Arial" panose="020B0604020202020204" pitchFamily="34" charset="0"/>
                        <a:buChar char="•"/>
                      </a:pPr>
                      <a:r>
                        <a:rPr lang="en-US" sz="1400" b="1" i="0" u="none" strike="noStrike" noProof="0">
                          <a:solidFill>
                            <a:srgbClr val="000000"/>
                          </a:solidFill>
                          <a:latin typeface="PF Square Sans Pro Light"/>
                        </a:rPr>
                        <a:t>Innovation</a:t>
                      </a:r>
                      <a:endParaRPr lang="en-US"/>
                    </a:p>
                    <a:p>
                      <a:pPr marL="0" lvl="0" indent="0" algn="l">
                        <a:lnSpc>
                          <a:spcPct val="100000"/>
                        </a:lnSpc>
                        <a:spcBef>
                          <a:spcPts val="0"/>
                        </a:spcBef>
                        <a:spcAft>
                          <a:spcPts val="0"/>
                        </a:spcAft>
                        <a:buFont typeface="Arial" panose="020B0604020202020204" pitchFamily="34" charset="0"/>
                        <a:buChar char="•"/>
                      </a:pPr>
                      <a:r>
                        <a:rPr lang="en-US" sz="1400" b="1" i="0" u="none" strike="noStrike" noProof="0">
                          <a:solidFill>
                            <a:srgbClr val="000000"/>
                          </a:solidFill>
                          <a:latin typeface="PF Square Sans Pro Light"/>
                        </a:rPr>
                        <a:t>Lifestyle</a:t>
                      </a:r>
                      <a:endParaRPr lang="en-US"/>
                    </a:p>
                    <a:p>
                      <a:pPr marL="0" lvl="0" indent="0" algn="l">
                        <a:lnSpc>
                          <a:spcPct val="100000"/>
                        </a:lnSpc>
                        <a:spcBef>
                          <a:spcPts val="0"/>
                        </a:spcBef>
                        <a:spcAft>
                          <a:spcPts val="0"/>
                        </a:spcAft>
                        <a:buFont typeface="Arial" panose="020B0604020202020204" pitchFamily="34" charset="0"/>
                        <a:buChar char="•"/>
                      </a:pPr>
                      <a:r>
                        <a:rPr lang="en-US" sz="1400" b="1" i="0" u="none" strike="noStrike" noProof="0">
                          <a:solidFill>
                            <a:srgbClr val="000000"/>
                          </a:solidFill>
                          <a:latin typeface="PF Square Sans Pro Light"/>
                        </a:rPr>
                        <a:t>Passion</a:t>
                      </a:r>
                      <a:endParaRPr lang="en-US"/>
                    </a:p>
                    <a:p>
                      <a:pPr marL="0" lvl="0" indent="0" algn="l">
                        <a:lnSpc>
                          <a:spcPct val="100000"/>
                        </a:lnSpc>
                        <a:spcBef>
                          <a:spcPts val="0"/>
                        </a:spcBef>
                        <a:spcAft>
                          <a:spcPts val="0"/>
                        </a:spcAft>
                        <a:buFont typeface="Arial" panose="020B0604020202020204" pitchFamily="34" charset="0"/>
                        <a:buChar char="•"/>
                      </a:pPr>
                      <a:r>
                        <a:rPr lang="en-US" sz="1400" b="1" i="0" u="none" strike="noStrike" noProof="0">
                          <a:solidFill>
                            <a:srgbClr val="000000"/>
                          </a:solidFill>
                          <a:latin typeface="PF Square Sans Pro Light"/>
                        </a:rPr>
                        <a:t>Excellence</a:t>
                      </a:r>
                      <a:endParaRPr lang="en-US" b="1">
                        <a:latin typeface="PF Square Sans Pro Light"/>
                      </a:endParaRPr>
                    </a:p>
                    <a:p>
                      <a:pPr marL="0" lvl="0" indent="0" algn="l">
                        <a:lnSpc>
                          <a:spcPct val="100000"/>
                        </a:lnSpc>
                        <a:spcBef>
                          <a:spcPts val="0"/>
                        </a:spcBef>
                        <a:spcAft>
                          <a:spcPts val="0"/>
                        </a:spcAft>
                        <a:buFont typeface="Arial" panose="020B0604020202020204" pitchFamily="34" charset="0"/>
                        <a:buChar char="•"/>
                      </a:pPr>
                      <a:r>
                        <a:rPr lang="en-US" sz="1400" b="1" i="0" u="none" strike="noStrike" noProof="0">
                          <a:solidFill>
                            <a:srgbClr val="000000"/>
                          </a:solidFill>
                          <a:latin typeface="PF Square Sans Pro Light"/>
                        </a:rPr>
                        <a:t>Adventure</a:t>
                      </a:r>
                      <a:endParaRPr lang="en-US"/>
                    </a:p>
                    <a:p>
                      <a:pPr marL="0" lvl="0" indent="0" algn="l">
                        <a:lnSpc>
                          <a:spcPct val="100000"/>
                        </a:lnSpc>
                        <a:spcBef>
                          <a:spcPts val="0"/>
                        </a:spcBef>
                        <a:spcAft>
                          <a:spcPts val="0"/>
                        </a:spcAft>
                        <a:buFont typeface="Arial" panose="020B0604020202020204" pitchFamily="34" charset="0"/>
                        <a:buChar char="•"/>
                      </a:pPr>
                      <a:r>
                        <a:rPr lang="en-US" sz="1400" b="1" i="0" u="none" strike="noStrike" noProof="0">
                          <a:solidFill>
                            <a:srgbClr val="000000"/>
                          </a:solidFill>
                          <a:latin typeface="PF Square Sans Pro Light"/>
                        </a:rPr>
                        <a:t>Community</a:t>
                      </a:r>
                      <a:endParaRPr lang="en-US"/>
                    </a:p>
                    <a:p>
                      <a:pPr marL="0" lvl="0" indent="0" algn="l">
                        <a:lnSpc>
                          <a:spcPct val="100000"/>
                        </a:lnSpc>
                        <a:spcBef>
                          <a:spcPts val="0"/>
                        </a:spcBef>
                        <a:spcAft>
                          <a:spcPts val="0"/>
                        </a:spcAft>
                        <a:buFont typeface="Arial" panose="020B0604020202020204" pitchFamily="34" charset="0"/>
                        <a:buChar char="•"/>
                      </a:pPr>
                      <a:r>
                        <a:rPr lang="en-US" sz="1400" b="1" i="0" u="none" strike="noStrike" noProof="0">
                          <a:solidFill>
                            <a:srgbClr val="000000"/>
                          </a:solidFill>
                          <a:latin typeface="PF Square Sans Pro Light"/>
                        </a:rPr>
                        <a:t>Sustainability</a:t>
                      </a:r>
                      <a:endParaRPr lang="en-US"/>
                    </a:p>
                    <a:p>
                      <a:pPr marL="0" lvl="0" indent="0" algn="l">
                        <a:lnSpc>
                          <a:spcPct val="100000"/>
                        </a:lnSpc>
                        <a:spcBef>
                          <a:spcPts val="0"/>
                        </a:spcBef>
                        <a:spcAft>
                          <a:spcPts val="0"/>
                        </a:spcAft>
                        <a:buFont typeface="Arial" panose="020B0604020202020204" pitchFamily="34" charset="0"/>
                        <a:buChar char="•"/>
                      </a:pPr>
                      <a:r>
                        <a:rPr lang="en-US" sz="1400" b="1" i="0" u="none" strike="noStrike" noProof="0">
                          <a:solidFill>
                            <a:srgbClr val="000000"/>
                          </a:solidFill>
                          <a:latin typeface="PF Square Sans Pro Light"/>
                        </a:rPr>
                        <a:t>Heritage</a:t>
                      </a:r>
                      <a:endParaRPr lang="en-US"/>
                    </a:p>
                    <a:p>
                      <a:pPr marL="0" lvl="0" indent="0" algn="l">
                        <a:lnSpc>
                          <a:spcPct val="100000"/>
                        </a:lnSpc>
                        <a:spcBef>
                          <a:spcPts val="0"/>
                        </a:spcBef>
                        <a:spcAft>
                          <a:spcPts val="0"/>
                        </a:spcAft>
                        <a:buFont typeface="Arial" panose="020B0604020202020204" pitchFamily="34" charset="0"/>
                        <a:buChar char="•"/>
                      </a:pPr>
                      <a:r>
                        <a:rPr lang="en-US" sz="1400" b="1" i="0" u="none" strike="noStrike" noProof="0">
                          <a:solidFill>
                            <a:srgbClr val="000000"/>
                          </a:solidFill>
                          <a:latin typeface="PF Square Sans Pro Light"/>
                        </a:rPr>
                        <a:t>Connection</a:t>
                      </a:r>
                      <a:endParaRPr lang="en-US"/>
                    </a:p>
                    <a:p>
                      <a:pPr marL="285750" lvl="0" indent="-285750" algn="l">
                        <a:lnSpc>
                          <a:spcPct val="100000"/>
                        </a:lnSpc>
                        <a:spcBef>
                          <a:spcPts val="0"/>
                        </a:spcBef>
                        <a:spcAft>
                          <a:spcPts val="0"/>
                        </a:spcAft>
                        <a:buFont typeface="Arial" panose="020B0604020202020204" pitchFamily="34" charset="0"/>
                        <a:buChar char="•"/>
                      </a:pPr>
                      <a:endParaRPr lang="en-US" sz="1400" b="0" i="0" u="none" strike="noStrike" noProof="0">
                        <a:solidFill>
                          <a:srgbClr val="000000"/>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a:lnSpc>
                          <a:spcPct val="100000"/>
                        </a:lnSpc>
                        <a:spcBef>
                          <a:spcPts val="0"/>
                        </a:spcBef>
                        <a:spcAft>
                          <a:spcPts val="0"/>
                        </a:spcAft>
                        <a:buClrTx/>
                        <a:buSzTx/>
                        <a:buFont typeface="Arial" panose="020B0604020202020204" pitchFamily="34" charset="0"/>
                        <a:buChar char="•"/>
                      </a:pPr>
                      <a:r>
                        <a:rPr lang="en-US" sz="1200" b="0" i="0" u="none" strike="noStrike" noProof="0"/>
                        <a:t>Community</a:t>
                      </a:r>
                    </a:p>
                    <a:p>
                      <a:pPr marL="171450" marR="0" lvl="0" indent="-171450" algn="l">
                        <a:lnSpc>
                          <a:spcPct val="100000"/>
                        </a:lnSpc>
                        <a:spcBef>
                          <a:spcPts val="0"/>
                        </a:spcBef>
                        <a:spcAft>
                          <a:spcPts val="0"/>
                        </a:spcAft>
                        <a:buClrTx/>
                        <a:buSzTx/>
                        <a:buFont typeface="Arial" panose="020B0604020202020204" pitchFamily="34" charset="0"/>
                        <a:buChar char="•"/>
                      </a:pPr>
                      <a:r>
                        <a:rPr lang="en-US" sz="1200" b="0" i="0" u="none" strike="noStrike" noProof="0">
                          <a:latin typeface="PF Square Sans Pro Light"/>
                        </a:rPr>
                        <a:t>Innovators</a:t>
                      </a:r>
                      <a:endParaRPr lang="en-US" sz="1200" b="0" i="0" u="none" strike="noStrike" noProof="0"/>
                    </a:p>
                    <a:p>
                      <a:pPr marL="171450" marR="0" lvl="0" indent="-171450" algn="l">
                        <a:lnSpc>
                          <a:spcPct val="100000"/>
                        </a:lnSpc>
                        <a:spcBef>
                          <a:spcPts val="0"/>
                        </a:spcBef>
                        <a:spcAft>
                          <a:spcPts val="0"/>
                        </a:spcAft>
                        <a:buClrTx/>
                        <a:buSzTx/>
                        <a:buFont typeface="Arial" panose="020B0604020202020204" pitchFamily="34" charset="0"/>
                        <a:buChar char="•"/>
                      </a:pPr>
                      <a:r>
                        <a:rPr lang="en-US" sz="1200" b="0" i="0" u="none" strike="noStrike" noProof="0">
                          <a:latin typeface="PF Square Sans Pro Light"/>
                        </a:rPr>
                        <a:t>Industry Influencers</a:t>
                      </a:r>
                    </a:p>
                    <a:p>
                      <a:pPr marL="171450" marR="0" lvl="0" indent="-171450" algn="l">
                        <a:lnSpc>
                          <a:spcPct val="100000"/>
                        </a:lnSpc>
                        <a:spcBef>
                          <a:spcPts val="0"/>
                        </a:spcBef>
                        <a:spcAft>
                          <a:spcPts val="0"/>
                        </a:spcAft>
                        <a:buClrTx/>
                        <a:buSzTx/>
                        <a:buFont typeface="Arial" panose="020B0604020202020204" pitchFamily="34" charset="0"/>
                        <a:buChar char="•"/>
                      </a:pPr>
                      <a:r>
                        <a:rPr lang="en-US" sz="1200" b="0" i="0" u="none" strike="noStrike" noProof="0">
                          <a:latin typeface="PF Square Sans Pro Light"/>
                        </a:rPr>
                        <a:t>Customers</a:t>
                      </a:r>
                    </a:p>
                    <a:p>
                      <a:pPr marL="171450" marR="0" lvl="0" indent="-171450" algn="l">
                        <a:lnSpc>
                          <a:spcPct val="100000"/>
                        </a:lnSpc>
                        <a:spcBef>
                          <a:spcPts val="0"/>
                        </a:spcBef>
                        <a:spcAft>
                          <a:spcPts val="0"/>
                        </a:spcAft>
                        <a:buClrTx/>
                        <a:buSzTx/>
                        <a:buFont typeface="Arial" panose="020B0604020202020204" pitchFamily="34" charset="0"/>
                        <a:buChar char="•"/>
                      </a:pPr>
                      <a:r>
                        <a:rPr lang="en-US" sz="1200" b="0" i="0" u="none" strike="noStrike" noProof="0"/>
                        <a:t>Employees and Team Members</a:t>
                      </a:r>
                    </a:p>
                    <a:p>
                      <a:pPr marL="171450" marR="0" lvl="0" indent="-171450" algn="l">
                        <a:lnSpc>
                          <a:spcPct val="100000"/>
                        </a:lnSpc>
                        <a:spcBef>
                          <a:spcPts val="0"/>
                        </a:spcBef>
                        <a:spcAft>
                          <a:spcPts val="0"/>
                        </a:spcAft>
                        <a:buClrTx/>
                        <a:buSzTx/>
                        <a:buFont typeface="Arial" panose="020B0604020202020204" pitchFamily="34" charset="0"/>
                        <a:buChar char="•"/>
                      </a:pPr>
                      <a:r>
                        <a:rPr lang="en-US" sz="1200" b="0" i="0" u="none" strike="noStrike" noProof="0">
                          <a:latin typeface="PF Square Sans Pro Light"/>
                        </a:rPr>
                        <a:t>Future Generations</a:t>
                      </a:r>
                      <a:endParaRPr lang="en-US" sz="1200" b="0" i="0" u="none" strike="noStrike" noProof="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52636">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kern="1200">
                          <a:solidFill>
                            <a:schemeClr val="bg1"/>
                          </a:solidFill>
                          <a:latin typeface="Arial"/>
                          <a:ea typeface="Riforma LL" panose="020B0504020101020102" pitchFamily="34" charset="77"/>
                          <a:cs typeface="Arial"/>
                        </a:rPr>
                        <a:t>Select 7-10 pictures that make your dream vivid</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BG"/>
                    </a:p>
                  </a:txBody>
                  <a:tcPr/>
                </a:tc>
                <a:extLst>
                  <a:ext uri="{0D108BD9-81ED-4DB2-BD59-A6C34878D82A}">
                    <a16:rowId xmlns:a16="http://schemas.microsoft.com/office/drawing/2014/main" val="1710048040"/>
                  </a:ext>
                </a:extLst>
              </a:tr>
              <a:tr h="3646824">
                <a:tc gridSpan="2">
                  <a:txBody>
                    <a:bodyPr/>
                    <a:lstStyle/>
                    <a:p>
                      <a:pPr marL="285750" marR="0" lvl="0" indent="-285750" algn="l" rtl="0" eaLnBrk="1" fontAlgn="auto" latinLnBrk="0" hangingPunct="1">
                        <a:lnSpc>
                          <a:spcPct val="100000"/>
                        </a:lnSpc>
                        <a:spcBef>
                          <a:spcPts val="0"/>
                        </a:spcBef>
                        <a:spcAft>
                          <a:spcPts val="0"/>
                        </a:spcAft>
                        <a:buClrTx/>
                        <a:buSzTx/>
                        <a:buFont typeface="Arial" panose="020B0604020202020204" pitchFamily="34" charset="0"/>
                        <a:buChar char="•"/>
                      </a:pPr>
                      <a:r>
                        <a:rPr lang="en-US" sz="1400" b="0" i="0" u="none" strike="noStrike" kern="1200" cap="none" spc="0" normalizeH="0" baseline="0" noProof="0">
                          <a:ln>
                            <a:noFill/>
                          </a:ln>
                          <a:solidFill>
                            <a:srgbClr val="000000"/>
                          </a:solidFill>
                          <a:effectLst/>
                          <a:uLnTx/>
                          <a:uFillTx/>
                        </a:rPr>
                        <a:t>A Global Map with Pins</a:t>
                      </a:r>
                    </a:p>
                    <a:p>
                      <a:pPr marL="285750" marR="0" lvl="0" indent="-285750" algn="l">
                        <a:lnSpc>
                          <a:spcPct val="100000"/>
                        </a:lnSpc>
                        <a:spcBef>
                          <a:spcPts val="0"/>
                        </a:spcBef>
                        <a:spcAft>
                          <a:spcPts val="0"/>
                        </a:spcAft>
                        <a:buClrTx/>
                        <a:buSzTx/>
                        <a:buFont typeface="Arial" panose="020B0604020202020204" pitchFamily="34" charset="0"/>
                        <a:buChar char="•"/>
                      </a:pPr>
                      <a:r>
                        <a:rPr lang="en-US" sz="1400" b="0" i="0" u="none" strike="noStrike" kern="1200" cap="none" spc="0" normalizeH="0" baseline="0" noProof="0">
                          <a:ln>
                            <a:noFill/>
                          </a:ln>
                          <a:solidFill>
                            <a:srgbClr val="000000"/>
                          </a:solidFill>
                          <a:effectLst/>
                          <a:uLnTx/>
                          <a:uFillTx/>
                          <a:latin typeface="PF Square Sans Pro Light"/>
                        </a:rPr>
                        <a:t>A Group of Enthusiastic Hunters and Sport Shooters</a:t>
                      </a:r>
                      <a:endParaRPr lang="en-US" sz="1400" b="0" i="0" u="none" strike="noStrike" kern="1200" cap="none" spc="0" normalizeH="0" baseline="0" noProof="0">
                        <a:ln>
                          <a:noFill/>
                        </a:ln>
                        <a:solidFill>
                          <a:srgbClr val="000000"/>
                        </a:solidFill>
                        <a:effectLst/>
                        <a:uLnTx/>
                        <a:uFillTx/>
                      </a:endParaRPr>
                    </a:p>
                    <a:p>
                      <a:pPr marL="285750" marR="0" lvl="0" indent="-285750" algn="l">
                        <a:lnSpc>
                          <a:spcPct val="100000"/>
                        </a:lnSpc>
                        <a:spcBef>
                          <a:spcPts val="0"/>
                        </a:spcBef>
                        <a:spcAft>
                          <a:spcPts val="0"/>
                        </a:spcAft>
                        <a:buClrTx/>
                        <a:buSzTx/>
                        <a:buFont typeface="Arial" panose="020B0604020202020204" pitchFamily="34" charset="0"/>
                        <a:buChar char="•"/>
                      </a:pPr>
                      <a:r>
                        <a:rPr lang="en-US" sz="1400" b="0" i="0" u="none" strike="noStrike" kern="1200" cap="none" spc="0" normalizeH="0" baseline="0" noProof="0">
                          <a:ln>
                            <a:noFill/>
                          </a:ln>
                          <a:solidFill>
                            <a:srgbClr val="000000"/>
                          </a:solidFill>
                          <a:effectLst/>
                          <a:uLnTx/>
                          <a:uFillTx/>
                        </a:rPr>
                        <a:t>A Vintage Shotshell </a:t>
                      </a:r>
                    </a:p>
                    <a:p>
                      <a:pPr marL="285750" marR="0" lvl="0" indent="-285750" algn="l">
                        <a:lnSpc>
                          <a:spcPct val="100000"/>
                        </a:lnSpc>
                        <a:spcBef>
                          <a:spcPts val="0"/>
                        </a:spcBef>
                        <a:spcAft>
                          <a:spcPts val="0"/>
                        </a:spcAft>
                        <a:buClrTx/>
                        <a:buSzTx/>
                        <a:buFont typeface="Arial" panose="020B0604020202020204" pitchFamily="34" charset="0"/>
                        <a:buChar char="•"/>
                      </a:pPr>
                      <a:r>
                        <a:rPr lang="en-US" sz="1400" b="0" i="0" u="none" strike="noStrike" kern="1200" cap="none" spc="0" normalizeH="0" baseline="0" noProof="0">
                          <a:ln>
                            <a:noFill/>
                          </a:ln>
                          <a:solidFill>
                            <a:srgbClr val="000000"/>
                          </a:solidFill>
                          <a:effectLst/>
                          <a:uLnTx/>
                          <a:uFillTx/>
                        </a:rPr>
                        <a:t>A Group of Diverse Employees Collaborating</a:t>
                      </a:r>
                    </a:p>
                    <a:p>
                      <a:pPr marL="285750" marR="0" lvl="0" indent="-285750" algn="l">
                        <a:lnSpc>
                          <a:spcPct val="100000"/>
                        </a:lnSpc>
                        <a:spcBef>
                          <a:spcPts val="0"/>
                        </a:spcBef>
                        <a:spcAft>
                          <a:spcPts val="0"/>
                        </a:spcAft>
                        <a:buClrTx/>
                        <a:buSzTx/>
                        <a:buFont typeface="Arial" panose="020B0604020202020204" pitchFamily="34" charset="0"/>
                        <a:buChar char="•"/>
                      </a:pPr>
                      <a:r>
                        <a:rPr lang="en-US" sz="1400" b="0" i="0" u="none" strike="noStrike" kern="1200" cap="none" spc="0" normalizeH="0" baseline="0" noProof="0">
                          <a:ln>
                            <a:noFill/>
                          </a:ln>
                          <a:solidFill>
                            <a:srgbClr val="000000"/>
                          </a:solidFill>
                          <a:effectLst/>
                          <a:uLnTx/>
                          <a:uFillTx/>
                          <a:latin typeface="PF Square Sans Pro Light"/>
                        </a:rPr>
                        <a:t>A Group of People Celebrating Together</a:t>
                      </a:r>
                    </a:p>
                    <a:p>
                      <a:pPr marL="285750" marR="0" lvl="0" indent="-285750" algn="l">
                        <a:lnSpc>
                          <a:spcPct val="100000"/>
                        </a:lnSpc>
                        <a:spcBef>
                          <a:spcPts val="0"/>
                        </a:spcBef>
                        <a:spcAft>
                          <a:spcPts val="0"/>
                        </a:spcAft>
                        <a:buClrTx/>
                        <a:buSzTx/>
                        <a:buFont typeface="Arial" panose="020B0604020202020204" pitchFamily="34" charset="0"/>
                        <a:buChar char="•"/>
                      </a:pPr>
                      <a:r>
                        <a:rPr lang="en-US" sz="1400" b="0" i="0" u="none" strike="noStrike" kern="1200" cap="none" spc="0" normalizeH="0" baseline="0" noProof="0">
                          <a:ln>
                            <a:noFill/>
                          </a:ln>
                          <a:solidFill>
                            <a:srgbClr val="000000"/>
                          </a:solidFill>
                          <a:effectLst/>
                          <a:uLnTx/>
                          <a:uFillTx/>
                        </a:rPr>
                        <a:t>A Customer with a Strong Emotional Connection to the Brand</a:t>
                      </a:r>
                    </a:p>
                    <a:p>
                      <a:pPr marL="285750" marR="0" lvl="0" indent="-285750" algn="l">
                        <a:lnSpc>
                          <a:spcPct val="100000"/>
                        </a:lnSpc>
                        <a:spcBef>
                          <a:spcPts val="0"/>
                        </a:spcBef>
                        <a:spcAft>
                          <a:spcPts val="0"/>
                        </a:spcAft>
                        <a:buClrTx/>
                        <a:buSzTx/>
                        <a:buFont typeface="Arial" panose="020B0604020202020204" pitchFamily="34" charset="0"/>
                        <a:buChar char="•"/>
                      </a:pPr>
                      <a:r>
                        <a:rPr lang="en-US" sz="1400" b="0" i="0" u="none" strike="noStrike" kern="1200" cap="none" spc="0" normalizeH="0" baseline="0" noProof="0">
                          <a:ln>
                            <a:noFill/>
                          </a:ln>
                          <a:solidFill>
                            <a:srgbClr val="000000"/>
                          </a:solidFill>
                          <a:effectLst/>
                          <a:uLnTx/>
                          <a:uFillTx/>
                          <a:latin typeface="PF Square Sans Pro Light"/>
                        </a:rPr>
                        <a:t>Generations of Customers</a:t>
                      </a:r>
                      <a:endParaRPr lang="en-US" sz="1400" b="0" i="0" u="none" strike="noStrike" kern="1200" cap="none" spc="0" normalizeH="0" baseline="0" noProof="0">
                        <a:ln>
                          <a:noFill/>
                        </a:ln>
                        <a:solidFill>
                          <a:srgbClr val="000000"/>
                        </a:solidFill>
                        <a:effectLst/>
                        <a:uLnTx/>
                        <a:uFillTx/>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BG"/>
                    </a:p>
                  </a:txBody>
                  <a:tcPr/>
                </a:tc>
                <a:extLst>
                  <a:ext uri="{0D108BD9-81ED-4DB2-BD59-A6C34878D82A}">
                    <a16:rowId xmlns:a16="http://schemas.microsoft.com/office/drawing/2014/main" val="4050904300"/>
                  </a:ext>
                </a:extLst>
              </a:tr>
            </a:tbl>
          </a:graphicData>
        </a:graphic>
      </p:graphicFrame>
      <p:pic>
        <p:nvPicPr>
          <p:cNvPr id="3" name="Picture 2">
            <a:extLst>
              <a:ext uri="{FF2B5EF4-FFF2-40B4-BE49-F238E27FC236}">
                <a16:creationId xmlns:a16="http://schemas.microsoft.com/office/drawing/2014/main" id="{C022960C-4729-A534-948C-E924FD35EFA6}"/>
              </a:ext>
            </a:extLst>
          </p:cNvPr>
          <p:cNvPicPr>
            <a:picLocks noGrp="1" noRot="1" noChangeAspect="1" noMove="1" noResize="1" noEditPoints="1" noAdjustHandles="1" noChangeArrowheads="1" noChangeShapeType="1" noCrop="1"/>
          </p:cNvPicPr>
          <p:nvPr/>
        </p:nvPicPr>
        <p:blipFill>
          <a:blip r:embed="rId3"/>
          <a:stretch>
            <a:fillRect/>
          </a:stretch>
        </p:blipFill>
        <p:spPr>
          <a:xfrm>
            <a:off x="0" y="-52852"/>
            <a:ext cx="8840832" cy="877247"/>
          </a:xfrm>
          <a:prstGeom prst="rect">
            <a:avLst/>
          </a:prstGeom>
        </p:spPr>
      </p:pic>
      <p:sp>
        <p:nvSpPr>
          <p:cNvPr id="2" name="TextBox 1">
            <a:extLst>
              <a:ext uri="{FF2B5EF4-FFF2-40B4-BE49-F238E27FC236}">
                <a16:creationId xmlns:a16="http://schemas.microsoft.com/office/drawing/2014/main" id="{EB171F56-627E-C7FC-DB65-634C364E36C5}"/>
              </a:ext>
            </a:extLst>
          </p:cNvPr>
          <p:cNvSpPr txBox="1">
            <a:spLocks noGrp="1" noRot="1" noMove="1" noResize="1" noEditPoints="1" noAdjustHandles="1" noChangeArrowheads="1" noChangeShapeType="1"/>
          </p:cNvSpPr>
          <p:nvPr/>
        </p:nvSpPr>
        <p:spPr>
          <a:xfrm>
            <a:off x="4766046" y="242623"/>
            <a:ext cx="5342860" cy="230832"/>
          </a:xfrm>
          <a:prstGeom prst="rect">
            <a:avLst/>
          </a:prstGeom>
          <a:noFill/>
        </p:spPr>
        <p:txBody>
          <a:bodyPr wrap="square">
            <a:spAutoFit/>
          </a:bodyPr>
          <a:lstStyle/>
          <a:p>
            <a:pPr algn="r"/>
            <a:r>
              <a:rPr lang="en-GB" sz="900" b="0" i="0" u="none" strike="noStrike">
                <a:effectLst/>
                <a:latin typeface="Monument Grotesk Mono" panose="02010504030000020004" pitchFamily="2" charset="0"/>
              </a:rPr>
              <a:t>[MODULE:INDIVIDUAL AND COMPANY IDENTITY - SPRINT:DREAM]</a:t>
            </a:r>
            <a:endParaRPr lang="en-BG" sz="900">
              <a:latin typeface="Monument Grotesk Mono" panose="02010504030000020004" pitchFamily="2" charset="0"/>
            </a:endParaRPr>
          </a:p>
        </p:txBody>
      </p:sp>
    </p:spTree>
    <p:extLst>
      <p:ext uri="{BB962C8B-B14F-4D97-AF65-F5344CB8AC3E}">
        <p14:creationId xmlns:p14="http://schemas.microsoft.com/office/powerpoint/2010/main" val="1820793006"/>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Personalizzato</PresentationFormat>
  <Slides>5</Slides>
  <Notes>5</Notes>
  <HiddenSlides>0</HiddenSlides>
  <ScaleCrop>false</ScaleCrop>
  <HeadingPairs>
    <vt:vector size="4" baseType="variant">
      <vt:variant>
        <vt:lpstr>Tema</vt:lpstr>
      </vt:variant>
      <vt:variant>
        <vt:i4>3</vt:i4>
      </vt:variant>
      <vt:variant>
        <vt:lpstr>Titoli diapositive</vt:lpstr>
      </vt:variant>
      <vt:variant>
        <vt:i4>5</vt:i4>
      </vt:variant>
    </vt:vector>
  </HeadingPairs>
  <TitlesOfParts>
    <vt:vector size="8" baseType="lpstr">
      <vt:lpstr>4_Custom Design</vt:lpstr>
      <vt:lpstr>5_Custom Design</vt:lpstr>
      <vt:lpstr>SOLIDS</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identity</dc:title>
  <dc:creator>Miroslav</dc:creator>
  <cp:revision>7</cp:revision>
  <cp:lastPrinted>2020-02-28T13:07:06Z</cp:lastPrinted>
  <dcterms:created xsi:type="dcterms:W3CDTF">2019-08-22T09:52:59Z</dcterms:created>
  <dcterms:modified xsi:type="dcterms:W3CDTF">2025-03-27T14:29:16Z</dcterms:modified>
</cp:coreProperties>
</file>