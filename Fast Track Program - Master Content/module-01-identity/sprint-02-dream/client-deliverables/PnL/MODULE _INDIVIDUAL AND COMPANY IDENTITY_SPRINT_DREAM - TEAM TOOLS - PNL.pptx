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77" r:id="rId1"/>
    <p:sldMasterId id="2147484485" r:id="rId2"/>
    <p:sldMasterId id="2147484487" r:id="rId3"/>
  </p:sldMasterIdLst>
  <p:notesMasterIdLst>
    <p:notesMasterId r:id="rId8"/>
  </p:notesMasterIdLst>
  <p:handoutMasterIdLst>
    <p:handoutMasterId r:id="rId9"/>
  </p:handoutMasterIdLst>
  <p:sldIdLst>
    <p:sldId id="2465" r:id="rId4"/>
    <p:sldId id="2463" r:id="rId5"/>
    <p:sldId id="2423" r:id="rId6"/>
    <p:sldId id="2466" r:id="rId7"/>
  </p:sldIdLst>
  <p:sldSz cx="10688638" cy="7562850"/>
  <p:notesSz cx="6954838" cy="9240838"/>
  <p:defaultTextStyle>
    <a:defPPr>
      <a:defRPr lang="en-US"/>
    </a:defPPr>
    <a:lvl1pPr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1pPr>
    <a:lvl2pPr marL="4572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2pPr>
    <a:lvl3pPr marL="9144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3pPr>
    <a:lvl4pPr marL="13716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4pPr>
    <a:lvl5pPr marL="1828800" algn="l" rtl="0" eaLnBrk="0" fontAlgn="base" hangingPunct="0">
      <a:spcBef>
        <a:spcPct val="0"/>
      </a:spcBef>
      <a:spcAft>
        <a:spcPct val="0"/>
      </a:spcAft>
      <a:defRPr kern="1200">
        <a:solidFill>
          <a:schemeClr val="tx1"/>
        </a:solidFill>
        <a:latin typeface="PF Square Sans Pro Light" panose="02000506000000020004" pitchFamily="2" charset="0"/>
        <a:ea typeface="+mn-ea"/>
        <a:cs typeface="+mn-cs"/>
      </a:defRPr>
    </a:lvl5pPr>
    <a:lvl6pPr marL="2286000" algn="l" defTabSz="914400" rtl="0" eaLnBrk="1" latinLnBrk="0" hangingPunct="1">
      <a:defRPr kern="1200">
        <a:solidFill>
          <a:schemeClr val="tx1"/>
        </a:solidFill>
        <a:latin typeface="PF Square Sans Pro Light" panose="02000506000000020004" pitchFamily="2" charset="0"/>
        <a:ea typeface="+mn-ea"/>
        <a:cs typeface="+mn-cs"/>
      </a:defRPr>
    </a:lvl6pPr>
    <a:lvl7pPr marL="2743200" algn="l" defTabSz="914400" rtl="0" eaLnBrk="1" latinLnBrk="0" hangingPunct="1">
      <a:defRPr kern="1200">
        <a:solidFill>
          <a:schemeClr val="tx1"/>
        </a:solidFill>
        <a:latin typeface="PF Square Sans Pro Light" panose="02000506000000020004" pitchFamily="2" charset="0"/>
        <a:ea typeface="+mn-ea"/>
        <a:cs typeface="+mn-cs"/>
      </a:defRPr>
    </a:lvl7pPr>
    <a:lvl8pPr marL="3200400" algn="l" defTabSz="914400" rtl="0" eaLnBrk="1" latinLnBrk="0" hangingPunct="1">
      <a:defRPr kern="1200">
        <a:solidFill>
          <a:schemeClr val="tx1"/>
        </a:solidFill>
        <a:latin typeface="PF Square Sans Pro Light" panose="02000506000000020004" pitchFamily="2" charset="0"/>
        <a:ea typeface="+mn-ea"/>
        <a:cs typeface="+mn-cs"/>
      </a:defRPr>
    </a:lvl8pPr>
    <a:lvl9pPr marL="3657600" algn="l" defTabSz="914400" rtl="0" eaLnBrk="1" latinLnBrk="0" hangingPunct="1">
      <a:defRPr kern="1200">
        <a:solidFill>
          <a:schemeClr val="tx1"/>
        </a:solidFill>
        <a:latin typeface="PF Square Sans Pro Light" panose="02000506000000020004" pitchFamily="2"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tanas" initials="AY" lastIdx="1" clrIdx="0">
    <p:extLst>
      <p:ext uri="{19B8F6BF-5375-455C-9EA6-DF929625EA0E}">
        <p15:presenceInfo xmlns:p15="http://schemas.microsoft.com/office/powerpoint/2012/main" userId="Atana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69"/>
    <a:srgbClr val="717272"/>
    <a:srgbClr val="3D233B"/>
    <a:srgbClr val="B2B2B2"/>
    <a:srgbClr val="FCC100"/>
    <a:srgbClr val="0D3272"/>
    <a:srgbClr val="B46F59"/>
    <a:srgbClr val="0F85CE"/>
    <a:srgbClr val="EEEDEE"/>
    <a:srgbClr val="89BF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FF63A3-B20A-359A-DA07-EA9144AAA09B}" v="25" dt="2024-10-23T12:48:25.7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2653"/>
  </p:normalViewPr>
  <p:slideViewPr>
    <p:cSldViewPr snapToGrid="0">
      <p:cViewPr varScale="1">
        <p:scale>
          <a:sx n="70" d="100"/>
          <a:sy n="70" d="100"/>
        </p:scale>
        <p:origin x="3048" y="18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viewProps" Target="viewProps.xml"/><Relationship Id="rId2" Type="http://schemas.openxmlformats.org/officeDocument/2006/relationships/slideMaster" Target="slideMasters/slideMaster2.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presProps" Target="presProps.xml"/><Relationship Id="rId5" Type="http://schemas.openxmlformats.org/officeDocument/2006/relationships/slide" Target="slides/slide2.xml"/><Relationship Id="rId15" Type="http://schemas.microsoft.com/office/2016/11/relationships/changesInfo" Target="changesInfos/changesInfo1.xml"/><Relationship Id="rId10" Type="http://schemas.openxmlformats.org/officeDocument/2006/relationships/commentAuthors" Target="commentAuthors.xml"/><Relationship Id="rId4" Type="http://schemas.openxmlformats.org/officeDocument/2006/relationships/slide" Target="slides/slide1.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ść" userId="S::urn:spo:anon#2c5b6171c7db574fdf4723c21d3f6fcc15ff42d337a845411e8b6bcd85d523c0::" providerId="AD" clId="Web-{9EA908D2-709F-8E68-D21E-C363241A1A59}"/>
    <pc:docChg chg="modSld">
      <pc:chgData name="Gość" userId="S::urn:spo:anon#2c5b6171c7db574fdf4723c21d3f6fcc15ff42d337a845411e8b6bcd85d523c0::" providerId="AD" clId="Web-{9EA908D2-709F-8E68-D21E-C363241A1A59}" dt="2024-10-20T08:18:04.446" v="5"/>
      <pc:docMkLst>
        <pc:docMk/>
      </pc:docMkLst>
      <pc:sldChg chg="modSp">
        <pc:chgData name="Gość" userId="S::urn:spo:anon#2c5b6171c7db574fdf4723c21d3f6fcc15ff42d337a845411e8b6bcd85d523c0::" providerId="AD" clId="Web-{9EA908D2-709F-8E68-D21E-C363241A1A59}" dt="2024-10-20T08:18:04.446" v="5"/>
        <pc:sldMkLst>
          <pc:docMk/>
          <pc:sldMk cId="2451837985" sldId="2423"/>
        </pc:sldMkLst>
        <pc:graphicFrameChg chg="mod modGraphic">
          <ac:chgData name="Gość" userId="S::urn:spo:anon#2c5b6171c7db574fdf4723c21d3f6fcc15ff42d337a845411e8b6bcd85d523c0::" providerId="AD" clId="Web-{9EA908D2-709F-8E68-D21E-C363241A1A59}" dt="2024-10-20T08:18:04.446" v="5"/>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65577CB4-C538-AD37-FCE4-4536A7DCDE6E}"/>
    <pc:docChg chg="modSld">
      <pc:chgData name="Gość" userId="S::urn:spo:anon#48652732098c129f023f8102675102656a20b40396a24ea505534f92b67ad4dd::" providerId="AD" clId="Web-{65577CB4-C538-AD37-FCE4-4536A7DCDE6E}" dt="2024-10-20T11:20:41.422" v="3121"/>
      <pc:docMkLst>
        <pc:docMk/>
      </pc:docMkLst>
      <pc:sldChg chg="modSp">
        <pc:chgData name="Gość" userId="S::urn:spo:anon#48652732098c129f023f8102675102656a20b40396a24ea505534f92b67ad4dd::" providerId="AD" clId="Web-{65577CB4-C538-AD37-FCE4-4536A7DCDE6E}" dt="2024-10-20T11:20:41.422" v="3121"/>
        <pc:sldMkLst>
          <pc:docMk/>
          <pc:sldMk cId="2451837985" sldId="2423"/>
        </pc:sldMkLst>
        <pc:graphicFrameChg chg="mod modGraphic">
          <ac:chgData name="Gość" userId="S::urn:spo:anon#48652732098c129f023f8102675102656a20b40396a24ea505534f92b67ad4dd::" providerId="AD" clId="Web-{65577CB4-C538-AD37-FCE4-4536A7DCDE6E}" dt="2024-10-20T11:20:41.422" v="3121"/>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65577CB4-C538-AD37-FCE4-4536A7DCDE6E}" dt="2024-10-20T11:06:51.545" v="3043"/>
        <pc:sldMkLst>
          <pc:docMk/>
          <pc:sldMk cId="1820793006" sldId="2466"/>
        </pc:sldMkLst>
        <pc:graphicFrameChg chg="mod modGraphic">
          <ac:chgData name="Gość" userId="S::urn:spo:anon#48652732098c129f023f8102675102656a20b40396a24ea505534f92b67ad4dd::" providerId="AD" clId="Web-{65577CB4-C538-AD37-FCE4-4536A7DCDE6E}" dt="2024-10-20T11:06:51.545" v="3043"/>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B4391A7C-8BD0-0F45-7BF2-24D2E77B7FC9}"/>
    <pc:docChg chg="modSld">
      <pc:chgData name="Gość" userId="S::urn:spo:anon#48652732098c129f023f8102675102656a20b40396a24ea505534f92b67ad4dd::" providerId="AD" clId="Web-{B4391A7C-8BD0-0F45-7BF2-24D2E77B7FC9}" dt="2024-10-19T10:06:27.922" v="161"/>
      <pc:docMkLst>
        <pc:docMk/>
      </pc:docMkLst>
      <pc:sldChg chg="modSp">
        <pc:chgData name="Gość" userId="S::urn:spo:anon#48652732098c129f023f8102675102656a20b40396a24ea505534f92b67ad4dd::" providerId="AD" clId="Web-{B4391A7C-8BD0-0F45-7BF2-24D2E77B7FC9}" dt="2024-10-19T10:02:18.538" v="151"/>
        <pc:sldMkLst>
          <pc:docMk/>
          <pc:sldMk cId="2451837985" sldId="2423"/>
        </pc:sldMkLst>
        <pc:graphicFrameChg chg="mod modGraphic">
          <ac:chgData name="Gość" userId="S::urn:spo:anon#48652732098c129f023f8102675102656a20b40396a24ea505534f92b67ad4dd::" providerId="AD" clId="Web-{B4391A7C-8BD0-0F45-7BF2-24D2E77B7FC9}" dt="2024-10-19T10:02:18.538" v="151"/>
          <ac:graphicFrameMkLst>
            <pc:docMk/>
            <pc:sldMk cId="2451837985" sldId="2423"/>
            <ac:graphicFrameMk id="12" creationId="{74CF6476-D2C3-2348-BEC7-148925E380DF}"/>
          </ac:graphicFrameMkLst>
        </pc:graphicFrameChg>
      </pc:sldChg>
      <pc:sldChg chg="addSp delSp modSp">
        <pc:chgData name="Gość" userId="S::urn:spo:anon#48652732098c129f023f8102675102656a20b40396a24ea505534f92b67ad4dd::" providerId="AD" clId="Web-{B4391A7C-8BD0-0F45-7BF2-24D2E77B7FC9}" dt="2024-10-19T10:06:27.922" v="161"/>
        <pc:sldMkLst>
          <pc:docMk/>
          <pc:sldMk cId="1820793006" sldId="2466"/>
        </pc:sldMkLst>
        <pc:spChg chg="add del mod">
          <ac:chgData name="Gość" userId="S::urn:spo:anon#48652732098c129f023f8102675102656a20b40396a24ea505534f92b67ad4dd::" providerId="AD" clId="Web-{B4391A7C-8BD0-0F45-7BF2-24D2E77B7FC9}" dt="2024-10-19T10:04:00.557" v="157"/>
          <ac:spMkLst>
            <pc:docMk/>
            <pc:sldMk cId="1820793006" sldId="2466"/>
            <ac:spMk id="4" creationId="{7C307515-0EDA-8800-31F7-BC042638A1BB}"/>
          </ac:spMkLst>
        </pc:spChg>
        <pc:spChg chg="add del mod">
          <ac:chgData name="Gość" userId="S::urn:spo:anon#48652732098c129f023f8102675102656a20b40396a24ea505534f92b67ad4dd::" providerId="AD" clId="Web-{B4391A7C-8BD0-0F45-7BF2-24D2E77B7FC9}" dt="2024-10-19T10:03:56.713" v="156"/>
          <ac:spMkLst>
            <pc:docMk/>
            <pc:sldMk cId="1820793006" sldId="2466"/>
            <ac:spMk id="5" creationId="{361A4FF2-9D23-6753-1FC7-53827C7544E4}"/>
          </ac:spMkLst>
        </pc:spChg>
        <pc:picChg chg="add del mod">
          <ac:chgData name="Gość" userId="S::urn:spo:anon#48652732098c129f023f8102675102656a20b40396a24ea505534f92b67ad4dd::" providerId="AD" clId="Web-{B4391A7C-8BD0-0F45-7BF2-24D2E77B7FC9}" dt="2024-10-19T10:06:27.922" v="161"/>
          <ac:picMkLst>
            <pc:docMk/>
            <pc:sldMk cId="1820793006" sldId="2466"/>
            <ac:picMk id="6" creationId="{19BD3D90-E597-AC72-FC41-B8AE4BD19F5B}"/>
          </ac:picMkLst>
        </pc:picChg>
        <pc:picChg chg="add del mod">
          <ac:chgData name="Gość" userId="S::urn:spo:anon#48652732098c129f023f8102675102656a20b40396a24ea505534f92b67ad4dd::" providerId="AD" clId="Web-{B4391A7C-8BD0-0F45-7BF2-24D2E77B7FC9}" dt="2024-10-19T10:06:25.235" v="160"/>
          <ac:picMkLst>
            <pc:docMk/>
            <pc:sldMk cId="1820793006" sldId="2466"/>
            <ac:picMk id="7" creationId="{DEC7BCF5-C970-0841-DF7A-A9665EF8065A}"/>
          </ac:picMkLst>
        </pc:picChg>
      </pc:sldChg>
    </pc:docChg>
  </pc:docChgLst>
  <pc:docChgLst>
    <pc:chgData name="Gość" userId="S::urn:spo:anon#48652732098c129f023f8102675102656a20b40396a24ea505534f92b67ad4dd::" providerId="AD" clId="Web-{B2DEF801-D185-513C-5925-DC9FA258F6B9}"/>
    <pc:docChg chg="modSld">
      <pc:chgData name="Gość" userId="S::urn:spo:anon#48652732098c129f023f8102675102656a20b40396a24ea505534f92b67ad4dd::" providerId="AD" clId="Web-{B2DEF801-D185-513C-5925-DC9FA258F6B9}" dt="2024-10-17T08:32:19.465" v="15"/>
      <pc:docMkLst>
        <pc:docMk/>
      </pc:docMkLst>
      <pc:sldChg chg="modSp">
        <pc:chgData name="Gość" userId="S::urn:spo:anon#48652732098c129f023f8102675102656a20b40396a24ea505534f92b67ad4dd::" providerId="AD" clId="Web-{B2DEF801-D185-513C-5925-DC9FA258F6B9}" dt="2024-10-17T08:32:19.465" v="15"/>
        <pc:sldMkLst>
          <pc:docMk/>
          <pc:sldMk cId="1820793006" sldId="2466"/>
        </pc:sldMkLst>
        <pc:graphicFrameChg chg="mod modGraphic">
          <ac:chgData name="Gość" userId="S::urn:spo:anon#48652732098c129f023f8102675102656a20b40396a24ea505534f92b67ad4dd::" providerId="AD" clId="Web-{B2DEF801-D185-513C-5925-DC9FA258F6B9}" dt="2024-10-17T08:32:19.465" v="15"/>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F827C23D-7689-BD05-FAF5-34CE2F6D6362}"/>
    <pc:docChg chg="modSld">
      <pc:chgData name="Gość" userId="S::urn:spo:anon#48652732098c129f023f8102675102656a20b40396a24ea505534f92b67ad4dd::" providerId="AD" clId="Web-{F827C23D-7689-BD05-FAF5-34CE2F6D6362}" dt="2024-10-20T11:52:25.847" v="55"/>
      <pc:docMkLst>
        <pc:docMk/>
      </pc:docMkLst>
      <pc:sldChg chg="modSp">
        <pc:chgData name="Gość" userId="S::urn:spo:anon#48652732098c129f023f8102675102656a20b40396a24ea505534f92b67ad4dd::" providerId="AD" clId="Web-{F827C23D-7689-BD05-FAF5-34CE2F6D6362}" dt="2024-10-20T11:52:25.847" v="55"/>
        <pc:sldMkLst>
          <pc:docMk/>
          <pc:sldMk cId="2451837985" sldId="2423"/>
        </pc:sldMkLst>
        <pc:graphicFrameChg chg="mod modGraphic">
          <ac:chgData name="Gość" userId="S::urn:spo:anon#48652732098c129f023f8102675102656a20b40396a24ea505534f92b67ad4dd::" providerId="AD" clId="Web-{F827C23D-7689-BD05-FAF5-34CE2F6D6362}" dt="2024-10-20T11:52:25.847" v="55"/>
          <ac:graphicFrameMkLst>
            <pc:docMk/>
            <pc:sldMk cId="2451837985" sldId="2423"/>
            <ac:graphicFrameMk id="12" creationId="{74CF6476-D2C3-2348-BEC7-148925E380DF}"/>
          </ac:graphicFrameMkLst>
        </pc:graphicFrameChg>
      </pc:sldChg>
    </pc:docChg>
  </pc:docChgLst>
  <pc:docChgLst>
    <pc:chgData name="Gość" userId="S::urn:spo:anon#012f7925bfe39c15b70d12d6afb658ca714dd210a097a6249bb25f1272505b1a::" providerId="AD" clId="Web-{48C0BC53-9034-876A-62BC-76BF6104DD3B}"/>
    <pc:docChg chg="modSld">
      <pc:chgData name="Gość" userId="S::urn:spo:anon#012f7925bfe39c15b70d12d6afb658ca714dd210a097a6249bb25f1272505b1a::" providerId="AD" clId="Web-{48C0BC53-9034-876A-62BC-76BF6104DD3B}" dt="2024-10-14T10:05:13.007" v="17"/>
      <pc:docMkLst>
        <pc:docMk/>
      </pc:docMkLst>
      <pc:sldChg chg="modSp">
        <pc:chgData name="Gość" userId="S::urn:spo:anon#012f7925bfe39c15b70d12d6afb658ca714dd210a097a6249bb25f1272505b1a::" providerId="AD" clId="Web-{48C0BC53-9034-876A-62BC-76BF6104DD3B}" dt="2024-10-14T10:05:13.007" v="17"/>
        <pc:sldMkLst>
          <pc:docMk/>
          <pc:sldMk cId="2451837985" sldId="2423"/>
        </pc:sldMkLst>
        <pc:graphicFrameChg chg="mod modGraphic">
          <ac:chgData name="Gość" userId="S::urn:spo:anon#012f7925bfe39c15b70d12d6afb658ca714dd210a097a6249bb25f1272505b1a::" providerId="AD" clId="Web-{48C0BC53-9034-876A-62BC-76BF6104DD3B}" dt="2024-10-14T10:05:13.007" v="17"/>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26280259-1504-EFBB-6DCD-1C68DAFC20C1}"/>
    <pc:docChg chg="modSld">
      <pc:chgData name="Gość" userId="S::urn:spo:anon#48652732098c129f023f8102675102656a20b40396a24ea505534f92b67ad4dd::" providerId="AD" clId="Web-{26280259-1504-EFBB-6DCD-1C68DAFC20C1}" dt="2024-10-14T07:45:31.171" v="1"/>
      <pc:docMkLst>
        <pc:docMk/>
      </pc:docMkLst>
      <pc:sldChg chg="modSp">
        <pc:chgData name="Gość" userId="S::urn:spo:anon#48652732098c129f023f8102675102656a20b40396a24ea505534f92b67ad4dd::" providerId="AD" clId="Web-{26280259-1504-EFBB-6DCD-1C68DAFC20C1}" dt="2024-10-14T07:45:31.171" v="1"/>
        <pc:sldMkLst>
          <pc:docMk/>
          <pc:sldMk cId="3110103477" sldId="2463"/>
        </pc:sldMkLst>
        <pc:graphicFrameChg chg="modGraphic">
          <ac:chgData name="Gość" userId="S::urn:spo:anon#48652732098c129f023f8102675102656a20b40396a24ea505534f92b67ad4dd::" providerId="AD" clId="Web-{26280259-1504-EFBB-6DCD-1C68DAFC20C1}" dt="2024-10-14T07:45:31.171" v="1"/>
          <ac:graphicFrameMkLst>
            <pc:docMk/>
            <pc:sldMk cId="3110103477" sldId="2463"/>
            <ac:graphicFrameMk id="12" creationId="{74CF6476-D2C3-2348-BEC7-148925E380DF}"/>
          </ac:graphicFrameMkLst>
        </pc:graphicFrameChg>
      </pc:sldChg>
    </pc:docChg>
  </pc:docChgLst>
  <pc:docChgLst>
    <pc:chgData name="Ana-Maria Nankova" userId="S::ana-maria@fasttrack-europe.com::a218cca0-34b6-447c-a499-8829ab6c4acb" providerId="AD" clId="Web-{FBFF63A3-B20A-359A-DA07-EA9144AAA09B}"/>
    <pc:docChg chg="modSld">
      <pc:chgData name="Ana-Maria Nankova" userId="S::ana-maria@fasttrack-europe.com::a218cca0-34b6-447c-a499-8829ab6c4acb" providerId="AD" clId="Web-{FBFF63A3-B20A-359A-DA07-EA9144AAA09B}" dt="2024-10-23T12:35:17.462" v="21"/>
      <pc:docMkLst>
        <pc:docMk/>
      </pc:docMkLst>
      <pc:sldChg chg="modSp">
        <pc:chgData name="Ana-Maria Nankova" userId="S::ana-maria@fasttrack-europe.com::a218cca0-34b6-447c-a499-8829ab6c4acb" providerId="AD" clId="Web-{FBFF63A3-B20A-359A-DA07-EA9144AAA09B}" dt="2024-10-23T12:35:17.462" v="21"/>
        <pc:sldMkLst>
          <pc:docMk/>
          <pc:sldMk cId="2451837985" sldId="2423"/>
        </pc:sldMkLst>
        <pc:graphicFrameChg chg="mod modGraphic">
          <ac:chgData name="Ana-Maria Nankova" userId="S::ana-maria@fasttrack-europe.com::a218cca0-34b6-447c-a499-8829ab6c4acb" providerId="AD" clId="Web-{FBFF63A3-B20A-359A-DA07-EA9144AAA09B}" dt="2024-10-23T12:35:17.462" v="21"/>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E2AB3C64-DE71-8C07-EE4C-75B97571FDCE}"/>
    <pc:docChg chg="modSld">
      <pc:chgData name="Gość" userId="S::urn:spo:anon#48652732098c129f023f8102675102656a20b40396a24ea505534f92b67ad4dd::" providerId="AD" clId="Web-{E2AB3C64-DE71-8C07-EE4C-75B97571FDCE}" dt="2024-10-17T09:27:27.152" v="6542"/>
      <pc:docMkLst>
        <pc:docMk/>
      </pc:docMkLst>
      <pc:sldChg chg="modSp">
        <pc:chgData name="Gość" userId="S::urn:spo:anon#48652732098c129f023f8102675102656a20b40396a24ea505534f92b67ad4dd::" providerId="AD" clId="Web-{E2AB3C64-DE71-8C07-EE4C-75B97571FDCE}" dt="2024-10-17T08:37:04.482" v="3210"/>
        <pc:sldMkLst>
          <pc:docMk/>
          <pc:sldMk cId="1877047662" sldId="2420"/>
        </pc:sldMkLst>
        <pc:graphicFrameChg chg="mod modGraphic">
          <ac:chgData name="Gość" userId="S::urn:spo:anon#48652732098c129f023f8102675102656a20b40396a24ea505534f92b67ad4dd::" providerId="AD" clId="Web-{E2AB3C64-DE71-8C07-EE4C-75B97571FDCE}" dt="2024-10-17T08:37:04.482" v="3210"/>
          <ac:graphicFrameMkLst>
            <pc:docMk/>
            <pc:sldMk cId="1877047662" sldId="2420"/>
            <ac:graphicFrameMk id="18" creationId="{1F74CD5A-9F80-0549-8844-6BFF5ADE70C7}"/>
          </ac:graphicFrameMkLst>
        </pc:graphicFrameChg>
      </pc:sldChg>
      <pc:sldChg chg="modSp">
        <pc:chgData name="Gość" userId="S::urn:spo:anon#48652732098c129f023f8102675102656a20b40396a24ea505534f92b67ad4dd::" providerId="AD" clId="Web-{E2AB3C64-DE71-8C07-EE4C-75B97571FDCE}" dt="2024-10-17T09:24:37.271" v="6456"/>
        <pc:sldMkLst>
          <pc:docMk/>
          <pc:sldMk cId="2451837985" sldId="2423"/>
        </pc:sldMkLst>
        <pc:graphicFrameChg chg="mod modGraphic">
          <ac:chgData name="Gość" userId="S::urn:spo:anon#48652732098c129f023f8102675102656a20b40396a24ea505534f92b67ad4dd::" providerId="AD" clId="Web-{E2AB3C64-DE71-8C07-EE4C-75B97571FDCE}" dt="2024-10-17T09:24:37.271" v="6456"/>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E2AB3C64-DE71-8C07-EE4C-75B97571FDCE}" dt="2024-10-17T09:00:00.537" v="5134"/>
        <pc:sldMkLst>
          <pc:docMk/>
          <pc:sldMk cId="3110103477" sldId="2463"/>
        </pc:sldMkLst>
        <pc:graphicFrameChg chg="mod modGraphic">
          <ac:chgData name="Gość" userId="S::urn:spo:anon#48652732098c129f023f8102675102656a20b40396a24ea505534f92b67ad4dd::" providerId="AD" clId="Web-{E2AB3C64-DE71-8C07-EE4C-75B97571FDCE}" dt="2024-10-17T09:00:00.537" v="5134"/>
          <ac:graphicFrameMkLst>
            <pc:docMk/>
            <pc:sldMk cId="3110103477" sldId="2463"/>
            <ac:graphicFrameMk id="12" creationId="{74CF6476-D2C3-2348-BEC7-148925E380DF}"/>
          </ac:graphicFrameMkLst>
        </pc:graphicFrameChg>
      </pc:sldChg>
      <pc:sldChg chg="modSp">
        <pc:chgData name="Gość" userId="S::urn:spo:anon#48652732098c129f023f8102675102656a20b40396a24ea505534f92b67ad4dd::" providerId="AD" clId="Web-{E2AB3C64-DE71-8C07-EE4C-75B97571FDCE}" dt="2024-10-17T08:38:38.644" v="3330"/>
        <pc:sldMkLst>
          <pc:docMk/>
          <pc:sldMk cId="4070156159" sldId="2465"/>
        </pc:sldMkLst>
        <pc:graphicFrameChg chg="mod modGraphic">
          <ac:chgData name="Gość" userId="S::urn:spo:anon#48652732098c129f023f8102675102656a20b40396a24ea505534f92b67ad4dd::" providerId="AD" clId="Web-{E2AB3C64-DE71-8C07-EE4C-75B97571FDCE}" dt="2024-10-17T08:38:38.644" v="3330"/>
          <ac:graphicFrameMkLst>
            <pc:docMk/>
            <pc:sldMk cId="4070156159" sldId="2465"/>
            <ac:graphicFrameMk id="18" creationId="{1F74CD5A-9F80-0549-8844-6BFF5ADE70C7}"/>
          </ac:graphicFrameMkLst>
        </pc:graphicFrameChg>
      </pc:sldChg>
      <pc:sldChg chg="modSp">
        <pc:chgData name="Gość" userId="S::urn:spo:anon#48652732098c129f023f8102675102656a20b40396a24ea505534f92b67ad4dd::" providerId="AD" clId="Web-{E2AB3C64-DE71-8C07-EE4C-75B97571FDCE}" dt="2024-10-17T09:27:27.152" v="6542"/>
        <pc:sldMkLst>
          <pc:docMk/>
          <pc:sldMk cId="1820793006" sldId="2466"/>
        </pc:sldMkLst>
        <pc:graphicFrameChg chg="mod modGraphic">
          <ac:chgData name="Gość" userId="S::urn:spo:anon#48652732098c129f023f8102675102656a20b40396a24ea505534f92b67ad4dd::" providerId="AD" clId="Web-{E2AB3C64-DE71-8C07-EE4C-75B97571FDCE}" dt="2024-10-17T09:27:27.152" v="6542"/>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233D6511-9B9D-D0B8-92ED-8C4FDA334F21}"/>
    <pc:docChg chg="modSld">
      <pc:chgData name="Gość" userId="S::urn:spo:anon#48652732098c129f023f8102675102656a20b40396a24ea505534f92b67ad4dd::" providerId="AD" clId="Web-{233D6511-9B9D-D0B8-92ED-8C4FDA334F21}" dt="2024-10-18T12:55:44.248" v="19"/>
      <pc:docMkLst>
        <pc:docMk/>
      </pc:docMkLst>
      <pc:sldChg chg="modSp">
        <pc:chgData name="Gość" userId="S::urn:spo:anon#48652732098c129f023f8102675102656a20b40396a24ea505534f92b67ad4dd::" providerId="AD" clId="Web-{233D6511-9B9D-D0B8-92ED-8C4FDA334F21}" dt="2024-10-18T12:55:44.248" v="19"/>
        <pc:sldMkLst>
          <pc:docMk/>
          <pc:sldMk cId="2451837985" sldId="2423"/>
        </pc:sldMkLst>
        <pc:graphicFrameChg chg="mod modGraphic">
          <ac:chgData name="Gość" userId="S::urn:spo:anon#48652732098c129f023f8102675102656a20b40396a24ea505534f92b67ad4dd::" providerId="AD" clId="Web-{233D6511-9B9D-D0B8-92ED-8C4FDA334F21}" dt="2024-10-18T12:55:44.248" v="19"/>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620A08A5-AB32-CBFB-85AC-1CA5549730EE}"/>
    <pc:docChg chg="addSld delSld modSld">
      <pc:chgData name="Gość" userId="S::urn:spo:anon#48652732098c129f023f8102675102656a20b40396a24ea505534f92b67ad4dd::" providerId="AD" clId="Web-{620A08A5-AB32-CBFB-85AC-1CA5549730EE}" dt="2024-10-18T12:52:26.441" v="366"/>
      <pc:docMkLst>
        <pc:docMk/>
      </pc:docMkLst>
      <pc:sldChg chg="modSp">
        <pc:chgData name="Gość" userId="S::urn:spo:anon#48652732098c129f023f8102675102656a20b40396a24ea505534f92b67ad4dd::" providerId="AD" clId="Web-{620A08A5-AB32-CBFB-85AC-1CA5549730EE}" dt="2024-10-18T12:42:47.931" v="353"/>
        <pc:sldMkLst>
          <pc:docMk/>
          <pc:sldMk cId="2451837985" sldId="2423"/>
        </pc:sldMkLst>
        <pc:graphicFrameChg chg="mod modGraphic">
          <ac:chgData name="Gość" userId="S::urn:spo:anon#48652732098c129f023f8102675102656a20b40396a24ea505534f92b67ad4dd::" providerId="AD" clId="Web-{620A08A5-AB32-CBFB-85AC-1CA5549730EE}" dt="2024-10-18T12:42:47.931" v="353"/>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620A08A5-AB32-CBFB-85AC-1CA5549730EE}" dt="2024-10-18T12:30:00.933" v="335"/>
        <pc:sldMkLst>
          <pc:docMk/>
          <pc:sldMk cId="4070156159" sldId="2465"/>
        </pc:sldMkLst>
        <pc:graphicFrameChg chg="mod modGraphic">
          <ac:chgData name="Gość" userId="S::urn:spo:anon#48652732098c129f023f8102675102656a20b40396a24ea505534f92b67ad4dd::" providerId="AD" clId="Web-{620A08A5-AB32-CBFB-85AC-1CA5549730EE}" dt="2024-10-18T12:30:00.933" v="335"/>
          <ac:graphicFrameMkLst>
            <pc:docMk/>
            <pc:sldMk cId="4070156159" sldId="2465"/>
            <ac:graphicFrameMk id="18" creationId="{1F74CD5A-9F80-0549-8844-6BFF5ADE70C7}"/>
          </ac:graphicFrameMkLst>
        </pc:graphicFrameChg>
      </pc:sldChg>
      <pc:sldChg chg="addSp delSp modSp">
        <pc:chgData name="Gość" userId="S::urn:spo:anon#48652732098c129f023f8102675102656a20b40396a24ea505534f92b67ad4dd::" providerId="AD" clId="Web-{620A08A5-AB32-CBFB-85AC-1CA5549730EE}" dt="2024-10-18T12:52:22.925" v="365"/>
        <pc:sldMkLst>
          <pc:docMk/>
          <pc:sldMk cId="1820793006" sldId="2466"/>
        </pc:sldMkLst>
        <pc:graphicFrameChg chg="mod modGraphic">
          <ac:chgData name="Gość" userId="S::urn:spo:anon#48652732098c129f023f8102675102656a20b40396a24ea505534f92b67ad4dd::" providerId="AD" clId="Web-{620A08A5-AB32-CBFB-85AC-1CA5549730EE}" dt="2024-10-18T12:51:54.612" v="363"/>
          <ac:graphicFrameMkLst>
            <pc:docMk/>
            <pc:sldMk cId="1820793006" sldId="2466"/>
            <ac:graphicFrameMk id="12" creationId="{74CF6476-D2C3-2348-BEC7-148925E380DF}"/>
          </ac:graphicFrameMkLst>
        </pc:graphicFrameChg>
        <pc:picChg chg="add del mod">
          <ac:chgData name="Gość" userId="S::urn:spo:anon#48652732098c129f023f8102675102656a20b40396a24ea505534f92b67ad4dd::" providerId="AD" clId="Web-{620A08A5-AB32-CBFB-85AC-1CA5549730EE}" dt="2024-10-18T12:52:22.925" v="365"/>
          <ac:picMkLst>
            <pc:docMk/>
            <pc:sldMk cId="1820793006" sldId="2466"/>
            <ac:picMk id="4" creationId="{4F10198E-FD3F-67EF-C8AB-1BFA25303112}"/>
          </ac:picMkLst>
        </pc:picChg>
      </pc:sldChg>
      <pc:sldChg chg="addSp delSp modSp new del">
        <pc:chgData name="Gość" userId="S::urn:spo:anon#48652732098c129f023f8102675102656a20b40396a24ea505534f92b67ad4dd::" providerId="AD" clId="Web-{620A08A5-AB32-CBFB-85AC-1CA5549730EE}" dt="2024-10-18T12:52:26.441" v="366"/>
        <pc:sldMkLst>
          <pc:docMk/>
          <pc:sldMk cId="361989928" sldId="2467"/>
        </pc:sldMkLst>
        <pc:picChg chg="add del mod">
          <ac:chgData name="Gość" userId="S::urn:spo:anon#48652732098c129f023f8102675102656a20b40396a24ea505534f92b67ad4dd::" providerId="AD" clId="Web-{620A08A5-AB32-CBFB-85AC-1CA5549730EE}" dt="2024-10-18T12:51:07.143" v="359"/>
          <ac:picMkLst>
            <pc:docMk/>
            <pc:sldMk cId="361989928" sldId="2467"/>
            <ac:picMk id="8" creationId="{0F36D66C-A4C7-6EF4-6DAD-25FFF4D27751}"/>
          </ac:picMkLst>
        </pc:picChg>
      </pc:sldChg>
      <pc:sldChg chg="add del replId">
        <pc:chgData name="Gość" userId="S::urn:spo:anon#48652732098c129f023f8102675102656a20b40396a24ea505534f92b67ad4dd::" providerId="AD" clId="Web-{620A08A5-AB32-CBFB-85AC-1CA5549730EE}" dt="2024-10-18T12:48:13.561" v="355"/>
        <pc:sldMkLst>
          <pc:docMk/>
          <pc:sldMk cId="411644085" sldId="2467"/>
        </pc:sldMkLst>
      </pc:sldChg>
    </pc:docChg>
  </pc:docChgLst>
  <pc:docChgLst>
    <pc:chgData name="Gość" userId="S::urn:spo:anon#48652732098c129f023f8102675102656a20b40396a24ea505534f92b67ad4dd::" providerId="AD" clId="Web-{BEA125D0-1AA6-A7AD-EBE1-34644282BE49}"/>
    <pc:docChg chg="modSld">
      <pc:chgData name="Gość" userId="S::urn:spo:anon#48652732098c129f023f8102675102656a20b40396a24ea505534f92b67ad4dd::" providerId="AD" clId="Web-{BEA125D0-1AA6-A7AD-EBE1-34644282BE49}" dt="2024-10-18T16:39:22.537" v="19"/>
      <pc:docMkLst>
        <pc:docMk/>
      </pc:docMkLst>
      <pc:sldChg chg="modSp">
        <pc:chgData name="Gość" userId="S::urn:spo:anon#48652732098c129f023f8102675102656a20b40396a24ea505534f92b67ad4dd::" providerId="AD" clId="Web-{BEA125D0-1AA6-A7AD-EBE1-34644282BE49}" dt="2024-10-18T16:39:22.537" v="19"/>
        <pc:sldMkLst>
          <pc:docMk/>
          <pc:sldMk cId="2451837985" sldId="2423"/>
        </pc:sldMkLst>
        <pc:graphicFrameChg chg="mod modGraphic">
          <ac:chgData name="Gość" userId="S::urn:spo:anon#48652732098c129f023f8102675102656a20b40396a24ea505534f92b67ad4dd::" providerId="AD" clId="Web-{BEA125D0-1AA6-A7AD-EBE1-34644282BE49}" dt="2024-10-18T16:39:22.537" v="19"/>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1195CA78-1EEA-12FE-7BF0-739A38A09E1E}"/>
    <pc:docChg chg="modSld">
      <pc:chgData name="Gość" userId="S::urn:spo:anon#48652732098c129f023f8102675102656a20b40396a24ea505534f92b67ad4dd::" providerId="AD" clId="Web-{1195CA78-1EEA-12FE-7BF0-739A38A09E1E}" dt="2024-10-20T17:34:15.315" v="53"/>
      <pc:docMkLst>
        <pc:docMk/>
      </pc:docMkLst>
      <pc:sldChg chg="modSp">
        <pc:chgData name="Gość" userId="S::urn:spo:anon#48652732098c129f023f8102675102656a20b40396a24ea505534f92b67ad4dd::" providerId="AD" clId="Web-{1195CA78-1EEA-12FE-7BF0-739A38A09E1E}" dt="2024-10-20T17:34:15.315" v="53"/>
        <pc:sldMkLst>
          <pc:docMk/>
          <pc:sldMk cId="2451837985" sldId="2423"/>
        </pc:sldMkLst>
        <pc:graphicFrameChg chg="mod modGraphic">
          <ac:chgData name="Gość" userId="S::urn:spo:anon#48652732098c129f023f8102675102656a20b40396a24ea505534f92b67ad4dd::" providerId="AD" clId="Web-{1195CA78-1EEA-12FE-7BF0-739A38A09E1E}" dt="2024-10-20T17:34:15.315" v="53"/>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98D1B4CE-2E86-2C71-BED3-C46A8DA01D2A}"/>
    <pc:docChg chg="modSld">
      <pc:chgData name="Gość" userId="S::urn:spo:anon#48652732098c129f023f8102675102656a20b40396a24ea505534f92b67ad4dd::" providerId="AD" clId="Web-{98D1B4CE-2E86-2C71-BED3-C46A8DA01D2A}" dt="2024-10-17T09:28:08.913" v="15"/>
      <pc:docMkLst>
        <pc:docMk/>
      </pc:docMkLst>
      <pc:sldChg chg="modSp">
        <pc:chgData name="Gość" userId="S::urn:spo:anon#48652732098c129f023f8102675102656a20b40396a24ea505534f92b67ad4dd::" providerId="AD" clId="Web-{98D1B4CE-2E86-2C71-BED3-C46A8DA01D2A}" dt="2024-10-17T09:28:08.913" v="15"/>
        <pc:sldMkLst>
          <pc:docMk/>
          <pc:sldMk cId="1820793006" sldId="2466"/>
        </pc:sldMkLst>
        <pc:graphicFrameChg chg="mod modGraphic">
          <ac:chgData name="Gość" userId="S::urn:spo:anon#48652732098c129f023f8102675102656a20b40396a24ea505534f92b67ad4dd::" providerId="AD" clId="Web-{98D1B4CE-2E86-2C71-BED3-C46A8DA01D2A}" dt="2024-10-17T09:28:08.913" v="15"/>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F9326122-67C4-2B19-DCEB-69918924893D}"/>
    <pc:docChg chg="modSld">
      <pc:chgData name="Gość" userId="S::urn:spo:anon#48652732098c129f023f8102675102656a20b40396a24ea505534f92b67ad4dd::" providerId="AD" clId="Web-{F9326122-67C4-2B19-DCEB-69918924893D}" dt="2024-10-14T08:50:35.228" v="3658"/>
      <pc:docMkLst>
        <pc:docMk/>
      </pc:docMkLst>
      <pc:sldChg chg="modSp">
        <pc:chgData name="Gość" userId="S::urn:spo:anon#48652732098c129f023f8102675102656a20b40396a24ea505534f92b67ad4dd::" providerId="AD" clId="Web-{F9326122-67C4-2B19-DCEB-69918924893D}" dt="2024-10-14T08:38:36.770" v="1920"/>
        <pc:sldMkLst>
          <pc:docMk/>
          <pc:sldMk cId="1877047662" sldId="2420"/>
        </pc:sldMkLst>
        <pc:graphicFrameChg chg="mod modGraphic">
          <ac:chgData name="Gość" userId="S::urn:spo:anon#48652732098c129f023f8102675102656a20b40396a24ea505534f92b67ad4dd::" providerId="AD" clId="Web-{F9326122-67C4-2B19-DCEB-69918924893D}" dt="2024-10-14T08:38:36.770" v="1920"/>
          <ac:graphicFrameMkLst>
            <pc:docMk/>
            <pc:sldMk cId="1877047662" sldId="2420"/>
            <ac:graphicFrameMk id="18" creationId="{1F74CD5A-9F80-0549-8844-6BFF5ADE70C7}"/>
          </ac:graphicFrameMkLst>
        </pc:graphicFrameChg>
      </pc:sldChg>
      <pc:sldChg chg="modSp">
        <pc:chgData name="Gość" userId="S::urn:spo:anon#48652732098c129f023f8102675102656a20b40396a24ea505534f92b67ad4dd::" providerId="AD" clId="Web-{F9326122-67C4-2B19-DCEB-69918924893D}" dt="2024-10-14T08:50:35.228" v="3658"/>
        <pc:sldMkLst>
          <pc:docMk/>
          <pc:sldMk cId="2451837985" sldId="2423"/>
        </pc:sldMkLst>
        <pc:graphicFrameChg chg="mod modGraphic">
          <ac:chgData name="Gość" userId="S::urn:spo:anon#48652732098c129f023f8102675102656a20b40396a24ea505534f92b67ad4dd::" providerId="AD" clId="Web-{F9326122-67C4-2B19-DCEB-69918924893D}" dt="2024-10-14T08:50:35.228" v="3658"/>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F9326122-67C4-2B19-DCEB-69918924893D}" dt="2024-10-14T08:43:44.263" v="2868"/>
        <pc:sldMkLst>
          <pc:docMk/>
          <pc:sldMk cId="3110103477" sldId="2463"/>
        </pc:sldMkLst>
        <pc:graphicFrameChg chg="mod modGraphic">
          <ac:chgData name="Gość" userId="S::urn:spo:anon#48652732098c129f023f8102675102656a20b40396a24ea505534f92b67ad4dd::" providerId="AD" clId="Web-{F9326122-67C4-2B19-DCEB-69918924893D}" dt="2024-10-14T08:43:44.263" v="2868"/>
          <ac:graphicFrameMkLst>
            <pc:docMk/>
            <pc:sldMk cId="3110103477" sldId="2463"/>
            <ac:graphicFrameMk id="12" creationId="{74CF6476-D2C3-2348-BEC7-148925E380DF}"/>
          </ac:graphicFrameMkLst>
        </pc:graphicFrameChg>
      </pc:sldChg>
      <pc:sldChg chg="modSp">
        <pc:chgData name="Gość" userId="S::urn:spo:anon#48652732098c129f023f8102675102656a20b40396a24ea505534f92b67ad4dd::" providerId="AD" clId="Web-{F9326122-67C4-2B19-DCEB-69918924893D}" dt="2024-10-14T08:31:24.882" v="1479"/>
        <pc:sldMkLst>
          <pc:docMk/>
          <pc:sldMk cId="4070156159" sldId="2465"/>
        </pc:sldMkLst>
        <pc:graphicFrameChg chg="mod modGraphic">
          <ac:chgData name="Gość" userId="S::urn:spo:anon#48652732098c129f023f8102675102656a20b40396a24ea505534f92b67ad4dd::" providerId="AD" clId="Web-{F9326122-67C4-2B19-DCEB-69918924893D}" dt="2024-10-14T08:31:24.882" v="1479"/>
          <ac:graphicFrameMkLst>
            <pc:docMk/>
            <pc:sldMk cId="4070156159" sldId="2465"/>
            <ac:graphicFrameMk id="18" creationId="{1F74CD5A-9F80-0549-8844-6BFF5ADE70C7}"/>
          </ac:graphicFrameMkLst>
        </pc:graphicFrameChg>
      </pc:sldChg>
      <pc:sldChg chg="modSp">
        <pc:chgData name="Gość" userId="S::urn:spo:anon#48652732098c129f023f8102675102656a20b40396a24ea505534f92b67ad4dd::" providerId="AD" clId="Web-{F9326122-67C4-2B19-DCEB-69918924893D}" dt="2024-10-14T08:50:17.321" v="3642"/>
        <pc:sldMkLst>
          <pc:docMk/>
          <pc:sldMk cId="1820793006" sldId="2466"/>
        </pc:sldMkLst>
        <pc:graphicFrameChg chg="mod modGraphic">
          <ac:chgData name="Gość" userId="S::urn:spo:anon#48652732098c129f023f8102675102656a20b40396a24ea505534f92b67ad4dd::" providerId="AD" clId="Web-{F9326122-67C4-2B19-DCEB-69918924893D}" dt="2024-10-14T08:50:17.321" v="3642"/>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8460719D-9556-EE7B-C4B6-C21F23FD8CCB}"/>
    <pc:docChg chg="modSld">
      <pc:chgData name="Gość" userId="S::urn:spo:anon#48652732098c129f023f8102675102656a20b40396a24ea505534f92b67ad4dd::" providerId="AD" clId="Web-{8460719D-9556-EE7B-C4B6-C21F23FD8CCB}" dt="2024-10-20T09:23:47.396" v="257"/>
      <pc:docMkLst>
        <pc:docMk/>
      </pc:docMkLst>
      <pc:sldChg chg="modSp">
        <pc:chgData name="Gość" userId="S::urn:spo:anon#48652732098c129f023f8102675102656a20b40396a24ea505534f92b67ad4dd::" providerId="AD" clId="Web-{8460719D-9556-EE7B-C4B6-C21F23FD8CCB}" dt="2024-10-20T09:23:47.396" v="257"/>
        <pc:sldMkLst>
          <pc:docMk/>
          <pc:sldMk cId="2451837985" sldId="2423"/>
        </pc:sldMkLst>
        <pc:graphicFrameChg chg="mod modGraphic">
          <ac:chgData name="Gość" userId="S::urn:spo:anon#48652732098c129f023f8102675102656a20b40396a24ea505534f92b67ad4dd::" providerId="AD" clId="Web-{8460719D-9556-EE7B-C4B6-C21F23FD8CCB}" dt="2024-10-20T09:23:47.396" v="257"/>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06C6517A-9868-C28D-615A-EB0C16461AFD}"/>
    <pc:docChg chg="modSld">
      <pc:chgData name="Gość" userId="S::urn:spo:anon#48652732098c129f023f8102675102656a20b40396a24ea505534f92b67ad4dd::" providerId="AD" clId="Web-{06C6517A-9868-C28D-615A-EB0C16461AFD}" dt="2024-10-14T09:10:53.603" v="48"/>
      <pc:docMkLst>
        <pc:docMk/>
      </pc:docMkLst>
      <pc:sldChg chg="modSp">
        <pc:chgData name="Gość" userId="S::urn:spo:anon#48652732098c129f023f8102675102656a20b40396a24ea505534f92b67ad4dd::" providerId="AD" clId="Web-{06C6517A-9868-C28D-615A-EB0C16461AFD}" dt="2024-10-14T09:10:04.304" v="17"/>
        <pc:sldMkLst>
          <pc:docMk/>
          <pc:sldMk cId="1877047662" sldId="2420"/>
        </pc:sldMkLst>
        <pc:graphicFrameChg chg="mod modGraphic">
          <ac:chgData name="Gość" userId="S::urn:spo:anon#48652732098c129f023f8102675102656a20b40396a24ea505534f92b67ad4dd::" providerId="AD" clId="Web-{06C6517A-9868-C28D-615A-EB0C16461AFD}" dt="2024-10-14T09:10:04.304" v="17"/>
          <ac:graphicFrameMkLst>
            <pc:docMk/>
            <pc:sldMk cId="1877047662" sldId="2420"/>
            <ac:graphicFrameMk id="18" creationId="{1F74CD5A-9F80-0549-8844-6BFF5ADE70C7}"/>
          </ac:graphicFrameMkLst>
        </pc:graphicFrameChg>
      </pc:sldChg>
      <pc:sldChg chg="modSp">
        <pc:chgData name="Gość" userId="S::urn:spo:anon#48652732098c129f023f8102675102656a20b40396a24ea505534f92b67ad4dd::" providerId="AD" clId="Web-{06C6517A-9868-C28D-615A-EB0C16461AFD}" dt="2024-10-14T09:10:53.603" v="48"/>
        <pc:sldMkLst>
          <pc:docMk/>
          <pc:sldMk cId="2451837985" sldId="2423"/>
        </pc:sldMkLst>
        <pc:graphicFrameChg chg="mod modGraphic">
          <ac:chgData name="Gość" userId="S::urn:spo:anon#48652732098c129f023f8102675102656a20b40396a24ea505534f92b67ad4dd::" providerId="AD" clId="Web-{06C6517A-9868-C28D-615A-EB0C16461AFD}" dt="2024-10-14T09:10:53.603" v="48"/>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06C6517A-9868-C28D-615A-EB0C16461AFD}" dt="2024-10-14T09:10:36.493" v="38"/>
        <pc:sldMkLst>
          <pc:docMk/>
          <pc:sldMk cId="3110103477" sldId="2463"/>
        </pc:sldMkLst>
        <pc:graphicFrameChg chg="mod modGraphic">
          <ac:chgData name="Gość" userId="S::urn:spo:anon#48652732098c129f023f8102675102656a20b40396a24ea505534f92b67ad4dd::" providerId="AD" clId="Web-{06C6517A-9868-C28D-615A-EB0C16461AFD}" dt="2024-10-14T09:10:36.493" v="38"/>
          <ac:graphicFrameMkLst>
            <pc:docMk/>
            <pc:sldMk cId="3110103477" sldId="2463"/>
            <ac:graphicFrameMk id="12" creationId="{74CF6476-D2C3-2348-BEC7-148925E380DF}"/>
          </ac:graphicFrameMkLst>
        </pc:graphicFrameChg>
      </pc:sldChg>
      <pc:sldChg chg="modSp">
        <pc:chgData name="Gość" userId="S::urn:spo:anon#48652732098c129f023f8102675102656a20b40396a24ea505534f92b67ad4dd::" providerId="AD" clId="Web-{06C6517A-9868-C28D-615A-EB0C16461AFD}" dt="2024-10-14T09:09:44.663" v="5"/>
        <pc:sldMkLst>
          <pc:docMk/>
          <pc:sldMk cId="4070156159" sldId="2465"/>
        </pc:sldMkLst>
        <pc:graphicFrameChg chg="mod modGraphic">
          <ac:chgData name="Gość" userId="S::urn:spo:anon#48652732098c129f023f8102675102656a20b40396a24ea505534f92b67ad4dd::" providerId="AD" clId="Web-{06C6517A-9868-C28D-615A-EB0C16461AFD}" dt="2024-10-14T09:09:44.663" v="5"/>
          <ac:graphicFrameMkLst>
            <pc:docMk/>
            <pc:sldMk cId="4070156159" sldId="2465"/>
            <ac:graphicFrameMk id="18" creationId="{1F74CD5A-9F80-0549-8844-6BFF5ADE70C7}"/>
          </ac:graphicFrameMkLst>
        </pc:graphicFrameChg>
      </pc:sldChg>
      <pc:sldChg chg="modSp">
        <pc:chgData name="Gość" userId="S::urn:spo:anon#48652732098c129f023f8102675102656a20b40396a24ea505534f92b67ad4dd::" providerId="AD" clId="Web-{06C6517A-9868-C28D-615A-EB0C16461AFD}" dt="2024-10-14T09:10:48.650" v="46"/>
        <pc:sldMkLst>
          <pc:docMk/>
          <pc:sldMk cId="1820793006" sldId="2466"/>
        </pc:sldMkLst>
        <pc:graphicFrameChg chg="mod modGraphic">
          <ac:chgData name="Gość" userId="S::urn:spo:anon#48652732098c129f023f8102675102656a20b40396a24ea505534f92b67ad4dd::" providerId="AD" clId="Web-{06C6517A-9868-C28D-615A-EB0C16461AFD}" dt="2024-10-14T09:10:48.650" v="46"/>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055AB402-7A3D-C239-7F14-C07B9ABD03DC}"/>
    <pc:docChg chg="modSld">
      <pc:chgData name="Gość" userId="S::urn:spo:anon#48652732098c129f023f8102675102656a20b40396a24ea505534f92b67ad4dd::" providerId="AD" clId="Web-{055AB402-7A3D-C239-7F14-C07B9ABD03DC}" dt="2024-10-19T10:12:44.024" v="17"/>
      <pc:docMkLst>
        <pc:docMk/>
      </pc:docMkLst>
      <pc:sldChg chg="modSp">
        <pc:chgData name="Gość" userId="S::urn:spo:anon#48652732098c129f023f8102675102656a20b40396a24ea505534f92b67ad4dd::" providerId="AD" clId="Web-{055AB402-7A3D-C239-7F14-C07B9ABD03DC}" dt="2024-10-19T10:12:44.024" v="17"/>
        <pc:sldMkLst>
          <pc:docMk/>
          <pc:sldMk cId="2451837985" sldId="2423"/>
        </pc:sldMkLst>
        <pc:graphicFrameChg chg="mod modGraphic">
          <ac:chgData name="Gość" userId="S::urn:spo:anon#48652732098c129f023f8102675102656a20b40396a24ea505534f92b67ad4dd::" providerId="AD" clId="Web-{055AB402-7A3D-C239-7F14-C07B9ABD03DC}" dt="2024-10-19T10:12:44.024" v="17"/>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DB34BD55-EF1B-CBCD-D46D-FDE87755CB14}"/>
    <pc:docChg chg="modSld">
      <pc:chgData name="Gość" userId="S::urn:spo:anon#48652732098c129f023f8102675102656a20b40396a24ea505534f92b67ad4dd::" providerId="AD" clId="Web-{DB34BD55-EF1B-CBCD-D46D-FDE87755CB14}" dt="2024-10-17T09:29:52.897" v="155"/>
      <pc:docMkLst>
        <pc:docMk/>
      </pc:docMkLst>
      <pc:sldChg chg="modSp">
        <pc:chgData name="Gość" userId="S::urn:spo:anon#48652732098c129f023f8102675102656a20b40396a24ea505534f92b67ad4dd::" providerId="AD" clId="Web-{DB34BD55-EF1B-CBCD-D46D-FDE87755CB14}" dt="2024-10-17T09:07:58.576" v="119"/>
        <pc:sldMkLst>
          <pc:docMk/>
          <pc:sldMk cId="2451837985" sldId="2423"/>
        </pc:sldMkLst>
        <pc:graphicFrameChg chg="mod modGraphic">
          <ac:chgData name="Gość" userId="S::urn:spo:anon#48652732098c129f023f8102675102656a20b40396a24ea505534f92b67ad4dd::" providerId="AD" clId="Web-{DB34BD55-EF1B-CBCD-D46D-FDE87755CB14}" dt="2024-10-17T09:07:58.576" v="119"/>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DB34BD55-EF1B-CBCD-D46D-FDE87755CB14}" dt="2024-10-17T08:58:16.106" v="87"/>
        <pc:sldMkLst>
          <pc:docMk/>
          <pc:sldMk cId="3110103477" sldId="2463"/>
        </pc:sldMkLst>
        <pc:graphicFrameChg chg="mod modGraphic">
          <ac:chgData name="Gość" userId="S::urn:spo:anon#48652732098c129f023f8102675102656a20b40396a24ea505534f92b67ad4dd::" providerId="AD" clId="Web-{DB34BD55-EF1B-CBCD-D46D-FDE87755CB14}" dt="2024-10-17T08:58:16.106" v="87"/>
          <ac:graphicFrameMkLst>
            <pc:docMk/>
            <pc:sldMk cId="3110103477" sldId="2463"/>
            <ac:graphicFrameMk id="12" creationId="{74CF6476-D2C3-2348-BEC7-148925E380DF}"/>
          </ac:graphicFrameMkLst>
        </pc:graphicFrameChg>
      </pc:sldChg>
      <pc:sldChg chg="modSp">
        <pc:chgData name="Gość" userId="S::urn:spo:anon#48652732098c129f023f8102675102656a20b40396a24ea505534f92b67ad4dd::" providerId="AD" clId="Web-{DB34BD55-EF1B-CBCD-D46D-FDE87755CB14}" dt="2024-10-17T09:29:52.897" v="155"/>
        <pc:sldMkLst>
          <pc:docMk/>
          <pc:sldMk cId="1820793006" sldId="2466"/>
        </pc:sldMkLst>
        <pc:graphicFrameChg chg="mod modGraphic">
          <ac:chgData name="Gość" userId="S::urn:spo:anon#48652732098c129f023f8102675102656a20b40396a24ea505534f92b67ad4dd::" providerId="AD" clId="Web-{DB34BD55-EF1B-CBCD-D46D-FDE87755CB14}" dt="2024-10-17T09:29:52.897" v="155"/>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85A959B3-BA97-E1DF-1CD6-AF65220E21F5}"/>
    <pc:docChg chg="modSld">
      <pc:chgData name="Gość" userId="S::urn:spo:anon#48652732098c129f023f8102675102656a20b40396a24ea505534f92b67ad4dd::" providerId="AD" clId="Web-{85A959B3-BA97-E1DF-1CD6-AF65220E21F5}" dt="2024-10-18T08:24:02.394" v="119"/>
      <pc:docMkLst>
        <pc:docMk/>
      </pc:docMkLst>
      <pc:sldChg chg="modSp">
        <pc:chgData name="Gość" userId="S::urn:spo:anon#48652732098c129f023f8102675102656a20b40396a24ea505534f92b67ad4dd::" providerId="AD" clId="Web-{85A959B3-BA97-E1DF-1CD6-AF65220E21F5}" dt="2024-10-18T08:24:02.394" v="119"/>
        <pc:sldMkLst>
          <pc:docMk/>
          <pc:sldMk cId="2451837985" sldId="2423"/>
        </pc:sldMkLst>
        <pc:graphicFrameChg chg="mod modGraphic">
          <ac:chgData name="Gość" userId="S::urn:spo:anon#48652732098c129f023f8102675102656a20b40396a24ea505534f92b67ad4dd::" providerId="AD" clId="Web-{85A959B3-BA97-E1DF-1CD6-AF65220E21F5}" dt="2024-10-18T08:24:02.394" v="119"/>
          <ac:graphicFrameMkLst>
            <pc:docMk/>
            <pc:sldMk cId="2451837985" sldId="2423"/>
            <ac:graphicFrameMk id="12" creationId="{74CF6476-D2C3-2348-BEC7-148925E380DF}"/>
          </ac:graphicFrameMkLst>
        </pc:graphicFrameChg>
      </pc:sldChg>
    </pc:docChg>
  </pc:docChgLst>
  <pc:docChgLst>
    <pc:chgData name="Gość" userId="S::urn:spo:anon#48652732098c129f023f8102675102656a20b40396a24ea505534f92b67ad4dd::" providerId="AD" clId="Web-{62D4CE27-09BE-E439-2028-F6F54213DF8B}"/>
    <pc:docChg chg="modSld">
      <pc:chgData name="Gość" userId="S::urn:spo:anon#48652732098c129f023f8102675102656a20b40396a24ea505534f92b67ad4dd::" providerId="AD" clId="Web-{62D4CE27-09BE-E439-2028-F6F54213DF8B}" dt="2024-10-18T12:50:35.546" v="693"/>
      <pc:docMkLst>
        <pc:docMk/>
      </pc:docMkLst>
      <pc:sldChg chg="modSp">
        <pc:chgData name="Gość" userId="S::urn:spo:anon#48652732098c129f023f8102675102656a20b40396a24ea505534f92b67ad4dd::" providerId="AD" clId="Web-{62D4CE27-09BE-E439-2028-F6F54213DF8B}" dt="2024-10-18T12:32:47.066" v="493"/>
        <pc:sldMkLst>
          <pc:docMk/>
          <pc:sldMk cId="1877047662" sldId="2420"/>
        </pc:sldMkLst>
        <pc:graphicFrameChg chg="mod modGraphic">
          <ac:chgData name="Gość" userId="S::urn:spo:anon#48652732098c129f023f8102675102656a20b40396a24ea505534f92b67ad4dd::" providerId="AD" clId="Web-{62D4CE27-09BE-E439-2028-F6F54213DF8B}" dt="2024-10-18T12:32:47.066" v="493"/>
          <ac:graphicFrameMkLst>
            <pc:docMk/>
            <pc:sldMk cId="1877047662" sldId="2420"/>
            <ac:graphicFrameMk id="18" creationId="{1F74CD5A-9F80-0549-8844-6BFF5ADE70C7}"/>
          </ac:graphicFrameMkLst>
        </pc:graphicFrameChg>
      </pc:sldChg>
      <pc:sldChg chg="modSp">
        <pc:chgData name="Gość" userId="S::urn:spo:anon#48652732098c129f023f8102675102656a20b40396a24ea505534f92b67ad4dd::" providerId="AD" clId="Web-{62D4CE27-09BE-E439-2028-F6F54213DF8B}" dt="2024-10-18T12:40:50.382" v="577"/>
        <pc:sldMkLst>
          <pc:docMk/>
          <pc:sldMk cId="2451837985" sldId="2423"/>
        </pc:sldMkLst>
        <pc:graphicFrameChg chg="mod modGraphic">
          <ac:chgData name="Gość" userId="S::urn:spo:anon#48652732098c129f023f8102675102656a20b40396a24ea505534f92b67ad4dd::" providerId="AD" clId="Web-{62D4CE27-09BE-E439-2028-F6F54213DF8B}" dt="2024-10-18T12:40:50.382" v="577"/>
          <ac:graphicFrameMkLst>
            <pc:docMk/>
            <pc:sldMk cId="2451837985" sldId="2423"/>
            <ac:graphicFrameMk id="12" creationId="{74CF6476-D2C3-2348-BEC7-148925E380DF}"/>
          </ac:graphicFrameMkLst>
        </pc:graphicFrameChg>
      </pc:sldChg>
      <pc:sldChg chg="modSp">
        <pc:chgData name="Gość" userId="S::urn:spo:anon#48652732098c129f023f8102675102656a20b40396a24ea505534f92b67ad4dd::" providerId="AD" clId="Web-{62D4CE27-09BE-E439-2028-F6F54213DF8B}" dt="2024-10-18T12:37:17.811" v="557"/>
        <pc:sldMkLst>
          <pc:docMk/>
          <pc:sldMk cId="3110103477" sldId="2463"/>
        </pc:sldMkLst>
        <pc:graphicFrameChg chg="mod modGraphic">
          <ac:chgData name="Gość" userId="S::urn:spo:anon#48652732098c129f023f8102675102656a20b40396a24ea505534f92b67ad4dd::" providerId="AD" clId="Web-{62D4CE27-09BE-E439-2028-F6F54213DF8B}" dt="2024-10-18T12:37:17.811" v="557"/>
          <ac:graphicFrameMkLst>
            <pc:docMk/>
            <pc:sldMk cId="3110103477" sldId="2463"/>
            <ac:graphicFrameMk id="12" creationId="{74CF6476-D2C3-2348-BEC7-148925E380DF}"/>
          </ac:graphicFrameMkLst>
        </pc:graphicFrameChg>
      </pc:sldChg>
      <pc:sldChg chg="modSp">
        <pc:chgData name="Gość" userId="S::urn:spo:anon#48652732098c129f023f8102675102656a20b40396a24ea505534f92b67ad4dd::" providerId="AD" clId="Web-{62D4CE27-09BE-E439-2028-F6F54213DF8B}" dt="2024-10-18T12:31:34.048" v="439"/>
        <pc:sldMkLst>
          <pc:docMk/>
          <pc:sldMk cId="4070156159" sldId="2465"/>
        </pc:sldMkLst>
        <pc:graphicFrameChg chg="mod modGraphic">
          <ac:chgData name="Gość" userId="S::urn:spo:anon#48652732098c129f023f8102675102656a20b40396a24ea505534f92b67ad4dd::" providerId="AD" clId="Web-{62D4CE27-09BE-E439-2028-F6F54213DF8B}" dt="2024-10-18T12:31:34.048" v="439"/>
          <ac:graphicFrameMkLst>
            <pc:docMk/>
            <pc:sldMk cId="4070156159" sldId="2465"/>
            <ac:graphicFrameMk id="18" creationId="{1F74CD5A-9F80-0549-8844-6BFF5ADE70C7}"/>
          </ac:graphicFrameMkLst>
        </pc:graphicFrameChg>
      </pc:sldChg>
      <pc:sldChg chg="modSp">
        <pc:chgData name="Gość" userId="S::urn:spo:anon#48652732098c129f023f8102675102656a20b40396a24ea505534f92b67ad4dd::" providerId="AD" clId="Web-{62D4CE27-09BE-E439-2028-F6F54213DF8B}" dt="2024-10-18T12:50:35.546" v="693"/>
        <pc:sldMkLst>
          <pc:docMk/>
          <pc:sldMk cId="1820793006" sldId="2466"/>
        </pc:sldMkLst>
        <pc:graphicFrameChg chg="mod modGraphic">
          <ac:chgData name="Gość" userId="S::urn:spo:anon#48652732098c129f023f8102675102656a20b40396a24ea505534f92b67ad4dd::" providerId="AD" clId="Web-{62D4CE27-09BE-E439-2028-F6F54213DF8B}" dt="2024-10-18T12:50:35.546" v="693"/>
          <ac:graphicFrameMkLst>
            <pc:docMk/>
            <pc:sldMk cId="1820793006" sldId="2466"/>
            <ac:graphicFrameMk id="12" creationId="{74CF6476-D2C3-2348-BEC7-148925E380DF}"/>
          </ac:graphicFrameMkLst>
        </pc:graphicFrameChg>
      </pc:sldChg>
    </pc:docChg>
  </pc:docChgLst>
  <pc:docChgLst>
    <pc:chgData name="Gość" userId="S::urn:spo:anon#48652732098c129f023f8102675102656a20b40396a24ea505534f92b67ad4dd::" providerId="AD" clId="Web-{0D578BBF-6CA1-289A-9491-FF31A354EB01}"/>
    <pc:docChg chg="modSld">
      <pc:chgData name="Gość" userId="S::urn:spo:anon#48652732098c129f023f8102675102656a20b40396a24ea505534f92b67ad4dd::" providerId="AD" clId="Web-{0D578BBF-6CA1-289A-9491-FF31A354EB01}" dt="2024-10-17T08:45:57.596" v="7"/>
      <pc:docMkLst>
        <pc:docMk/>
      </pc:docMkLst>
      <pc:sldChg chg="modSp">
        <pc:chgData name="Gość" userId="S::urn:spo:anon#48652732098c129f023f8102675102656a20b40396a24ea505534f92b67ad4dd::" providerId="AD" clId="Web-{0D578BBF-6CA1-289A-9491-FF31A354EB01}" dt="2024-10-17T08:45:57.596" v="7"/>
        <pc:sldMkLst>
          <pc:docMk/>
          <pc:sldMk cId="3110103477" sldId="2463"/>
        </pc:sldMkLst>
        <pc:graphicFrameChg chg="mod modGraphic">
          <ac:chgData name="Gość" userId="S::urn:spo:anon#48652732098c129f023f8102675102656a20b40396a24ea505534f92b67ad4dd::" providerId="AD" clId="Web-{0D578BBF-6CA1-289A-9491-FF31A354EB01}" dt="2024-10-17T08:45:57.596" v="7"/>
          <ac:graphicFrameMkLst>
            <pc:docMk/>
            <pc:sldMk cId="3110103477" sldId="2463"/>
            <ac:graphicFrameMk id="12" creationId="{74CF6476-D2C3-2348-BEC7-148925E380DF}"/>
          </ac:graphicFrameMkLst>
        </pc:graphicFrameChg>
      </pc:sldChg>
    </pc:docChg>
  </pc:docChgLst>
  <pc:docChgLst>
    <pc:chgData name="Gość" userId="S::urn:spo:anon#48652732098c129f023f8102675102656a20b40396a24ea505534f92b67ad4dd::" providerId="AD" clId="Web-{136321BB-9FF5-37BB-DFAB-8BC2D3101C9E}"/>
    <pc:docChg chg="modSld">
      <pc:chgData name="Gość" userId="S::urn:spo:anon#48652732098c129f023f8102675102656a20b40396a24ea505534f92b67ad4dd::" providerId="AD" clId="Web-{136321BB-9FF5-37BB-DFAB-8BC2D3101C9E}" dt="2024-10-19T10:11:18.336" v="23"/>
      <pc:docMkLst>
        <pc:docMk/>
      </pc:docMkLst>
      <pc:sldChg chg="modSp">
        <pc:chgData name="Gość" userId="S::urn:spo:anon#48652732098c129f023f8102675102656a20b40396a24ea505534f92b67ad4dd::" providerId="AD" clId="Web-{136321BB-9FF5-37BB-DFAB-8BC2D3101C9E}" dt="2024-10-19T10:11:18.336" v="23"/>
        <pc:sldMkLst>
          <pc:docMk/>
          <pc:sldMk cId="2451837985" sldId="2423"/>
        </pc:sldMkLst>
        <pc:graphicFrameChg chg="mod modGraphic">
          <ac:chgData name="Gość" userId="S::urn:spo:anon#48652732098c129f023f8102675102656a20b40396a24ea505534f92b67ad4dd::" providerId="AD" clId="Web-{136321BB-9FF5-37BB-DFAB-8BC2D3101C9E}" dt="2024-10-19T10:11:18.336" v="23"/>
          <ac:graphicFrameMkLst>
            <pc:docMk/>
            <pc:sldMk cId="2451837985" sldId="2423"/>
            <ac:graphicFrameMk id="12" creationId="{74CF6476-D2C3-2348-BEC7-148925E380DF}"/>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a:lvl1pPr>
          </a:lstStyle>
          <a:p>
            <a:pPr>
              <a:defRPr/>
            </a:pPr>
            <a:endParaRPr lang="en-US">
              <a:latin typeface="Arial" panose="020B0604020202020204" pitchFamily="34" charset="0"/>
            </a:endParaRPr>
          </a:p>
        </p:txBody>
      </p:sp>
      <p:sp>
        <p:nvSpPr>
          <p:cNvPr id="3" name="Date Placeholder 2"/>
          <p:cNvSpPr>
            <a:spLocks noGrp="1"/>
          </p:cNvSpPr>
          <p:nvPr>
            <p:ph type="dt" sz="quarter" idx="1"/>
          </p:nvPr>
        </p:nvSpPr>
        <p:spPr>
          <a:xfrm>
            <a:off x="3939466" y="0"/>
            <a:ext cx="3013763" cy="463647"/>
          </a:xfrm>
          <a:prstGeom prst="rect">
            <a:avLst/>
          </a:prstGeom>
        </p:spPr>
        <p:txBody>
          <a:bodyPr vert="horz" lIns="92546" tIns="46273" rIns="92546" bIns="46273" rtlCol="0"/>
          <a:lstStyle>
            <a:lvl1pPr algn="r">
              <a:defRPr sz="1200"/>
            </a:lvl1pPr>
          </a:lstStyle>
          <a:p>
            <a:pPr>
              <a:defRPr/>
            </a:pPr>
            <a:fld id="{96457D4A-3A70-4343-9758-775435F7A22E}" type="datetimeFigureOut">
              <a:rPr lang="en-US">
                <a:latin typeface="Arial" panose="020B0604020202020204" pitchFamily="34" charset="0"/>
              </a:rPr>
              <a:pPr>
                <a:defRPr/>
              </a:pPr>
              <a:t>11/12/24</a:t>
            </a:fld>
            <a:endParaRPr lang="en-US">
              <a:latin typeface="Arial" panose="020B0604020202020204" pitchFamily="34" charset="0"/>
            </a:endParaRPr>
          </a:p>
        </p:txBody>
      </p:sp>
      <p:sp>
        <p:nvSpPr>
          <p:cNvPr id="4" name="Footer Placeholder 3"/>
          <p:cNvSpPr>
            <a:spLocks noGrp="1"/>
          </p:cNvSpPr>
          <p:nvPr>
            <p:ph type="ftr" sz="quarter" idx="2"/>
          </p:nvPr>
        </p:nvSpPr>
        <p:spPr>
          <a:xfrm>
            <a:off x="0" y="8777193"/>
            <a:ext cx="3013763" cy="463646"/>
          </a:xfrm>
          <a:prstGeom prst="rect">
            <a:avLst/>
          </a:prstGeom>
        </p:spPr>
        <p:txBody>
          <a:bodyPr vert="horz" lIns="92546" tIns="46273" rIns="92546" bIns="46273" rtlCol="0" anchor="b"/>
          <a:lstStyle>
            <a:lvl1pPr algn="l">
              <a:defRPr sz="1200"/>
            </a:lvl1pPr>
          </a:lstStyle>
          <a:p>
            <a:pPr>
              <a:defRPr/>
            </a:pPr>
            <a:endParaRPr lang="en-US">
              <a:latin typeface="Arial" panose="020B0604020202020204" pitchFamily="34" charset="0"/>
            </a:endParaRPr>
          </a:p>
        </p:txBody>
      </p:sp>
      <p:sp>
        <p:nvSpPr>
          <p:cNvPr id="5" name="Slide Number Placeholder 4"/>
          <p:cNvSpPr>
            <a:spLocks noGrp="1"/>
          </p:cNvSpPr>
          <p:nvPr>
            <p:ph type="sldNum" sz="quarter" idx="3"/>
          </p:nvPr>
        </p:nvSpPr>
        <p:spPr>
          <a:xfrm>
            <a:off x="3939466" y="8777193"/>
            <a:ext cx="3013763" cy="463646"/>
          </a:xfrm>
          <a:prstGeom prst="rect">
            <a:avLst/>
          </a:prstGeom>
        </p:spPr>
        <p:txBody>
          <a:bodyPr vert="horz" lIns="92546" tIns="46273" rIns="92546" bIns="46273" rtlCol="0" anchor="b"/>
          <a:lstStyle>
            <a:lvl1pPr algn="r">
              <a:defRPr sz="1200"/>
            </a:lvl1pPr>
          </a:lstStyle>
          <a:p>
            <a:pPr>
              <a:defRPr/>
            </a:pPr>
            <a:fld id="{C8683F37-8904-4846-9242-6A858545E9E1}" type="slidenum">
              <a:rPr lang="en-US">
                <a:latin typeface="Arial" panose="020B0604020202020204" pitchFamily="34" charset="0"/>
              </a:rPr>
              <a:pPr>
                <a:defRPr/>
              </a:pPr>
              <a:t>‹#›</a:t>
            </a:fld>
            <a:endParaRPr lang="en-US">
              <a:latin typeface="Arial" panose="020B060402020202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3647"/>
          </a:xfrm>
          <a:prstGeom prst="rect">
            <a:avLst/>
          </a:prstGeom>
        </p:spPr>
        <p:txBody>
          <a:bodyPr vert="horz" lIns="92546" tIns="46273" rIns="92546" bIns="46273" rtlCol="0"/>
          <a:lstStyle>
            <a:lvl1pPr algn="l">
              <a:defRPr sz="1200" b="0" i="0">
                <a:latin typeface="Arial" panose="020B0604020202020204" pitchFamily="34" charset="0"/>
              </a:defRPr>
            </a:lvl1pPr>
          </a:lstStyle>
          <a:p>
            <a:pPr>
              <a:defRPr/>
            </a:pPr>
            <a:endParaRPr lang="en-US"/>
          </a:p>
        </p:txBody>
      </p:sp>
      <p:sp>
        <p:nvSpPr>
          <p:cNvPr id="3" name="Date Placeholder 2"/>
          <p:cNvSpPr>
            <a:spLocks noGrp="1"/>
          </p:cNvSpPr>
          <p:nvPr>
            <p:ph type="dt" idx="1"/>
          </p:nvPr>
        </p:nvSpPr>
        <p:spPr>
          <a:xfrm>
            <a:off x="3939466" y="0"/>
            <a:ext cx="3013763" cy="463647"/>
          </a:xfrm>
          <a:prstGeom prst="rect">
            <a:avLst/>
          </a:prstGeom>
        </p:spPr>
        <p:txBody>
          <a:bodyPr vert="horz" lIns="92546" tIns="46273" rIns="92546" bIns="46273" rtlCol="0"/>
          <a:lstStyle>
            <a:lvl1pPr algn="r">
              <a:defRPr sz="1200" b="0" i="0">
                <a:latin typeface="Arial" panose="020B0604020202020204" pitchFamily="34" charset="0"/>
              </a:defRPr>
            </a:lvl1pPr>
          </a:lstStyle>
          <a:p>
            <a:pPr>
              <a:defRPr/>
            </a:pPr>
            <a:fld id="{754FBBB8-96E2-494F-B716-7974840A6007}" type="datetimeFigureOut">
              <a:rPr lang="en-US" smtClean="0"/>
              <a:pPr>
                <a:defRPr/>
              </a:pPr>
              <a:t>11/12/24</a:t>
            </a:fld>
            <a:endParaRPr lang="en-US"/>
          </a:p>
        </p:txBody>
      </p:sp>
      <p:sp>
        <p:nvSpPr>
          <p:cNvPr id="4" name="Slide Image Placeholder 3"/>
          <p:cNvSpPr>
            <a:spLocks noGrp="1" noRot="1" noChangeAspect="1"/>
          </p:cNvSpPr>
          <p:nvPr>
            <p:ph type="sldImg" idx="2"/>
          </p:nvPr>
        </p:nvSpPr>
        <p:spPr>
          <a:xfrm>
            <a:off x="1274763" y="1155700"/>
            <a:ext cx="4405312" cy="3117850"/>
          </a:xfrm>
          <a:prstGeom prst="rect">
            <a:avLst/>
          </a:prstGeom>
          <a:noFill/>
          <a:ln w="12700">
            <a:solidFill>
              <a:prstClr val="black"/>
            </a:solidFill>
          </a:ln>
        </p:spPr>
        <p:txBody>
          <a:bodyPr vert="horz" lIns="92546" tIns="46273" rIns="92546" bIns="46273" rtlCol="0" anchor="ctr"/>
          <a:lstStyle/>
          <a:p>
            <a:pPr lvl="0"/>
            <a:endParaRPr lang="en-US" noProof="0"/>
          </a:p>
        </p:txBody>
      </p:sp>
      <p:sp>
        <p:nvSpPr>
          <p:cNvPr id="5" name="Notes Placeholder 4"/>
          <p:cNvSpPr>
            <a:spLocks noGrp="1"/>
          </p:cNvSpPr>
          <p:nvPr>
            <p:ph type="body" sz="quarter" idx="3"/>
          </p:nvPr>
        </p:nvSpPr>
        <p:spPr>
          <a:xfrm>
            <a:off x="695484" y="4447153"/>
            <a:ext cx="5563870" cy="3638580"/>
          </a:xfrm>
          <a:prstGeom prst="rect">
            <a:avLst/>
          </a:prstGeom>
        </p:spPr>
        <p:txBody>
          <a:bodyPr vert="horz" lIns="92546" tIns="46273" rIns="92546" bIns="46273"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777193"/>
            <a:ext cx="3013763" cy="463646"/>
          </a:xfrm>
          <a:prstGeom prst="rect">
            <a:avLst/>
          </a:prstGeom>
        </p:spPr>
        <p:txBody>
          <a:bodyPr vert="horz" lIns="92546" tIns="46273" rIns="92546" bIns="46273" rtlCol="0" anchor="b"/>
          <a:lstStyle>
            <a:lvl1pPr algn="l">
              <a:defRPr sz="1200" b="0" i="0">
                <a:latin typeface="Arial" panose="020B0604020202020204" pitchFamily="34" charset="0"/>
              </a:defRPr>
            </a:lvl1pPr>
          </a:lstStyle>
          <a:p>
            <a:pPr>
              <a:defRPr/>
            </a:pPr>
            <a:endParaRPr lang="en-US"/>
          </a:p>
        </p:txBody>
      </p:sp>
      <p:sp>
        <p:nvSpPr>
          <p:cNvPr id="7" name="Slide Number Placeholder 6"/>
          <p:cNvSpPr>
            <a:spLocks noGrp="1"/>
          </p:cNvSpPr>
          <p:nvPr>
            <p:ph type="sldNum" sz="quarter" idx="5"/>
          </p:nvPr>
        </p:nvSpPr>
        <p:spPr>
          <a:xfrm>
            <a:off x="3939466" y="8777193"/>
            <a:ext cx="3013763" cy="463646"/>
          </a:xfrm>
          <a:prstGeom prst="rect">
            <a:avLst/>
          </a:prstGeom>
        </p:spPr>
        <p:txBody>
          <a:bodyPr vert="horz" lIns="92546" tIns="46273" rIns="92546" bIns="46273" rtlCol="0" anchor="b"/>
          <a:lstStyle>
            <a:lvl1pPr algn="r">
              <a:defRPr sz="1200" b="0" i="0">
                <a:latin typeface="Arial" panose="020B0604020202020204" pitchFamily="34" charset="0"/>
              </a:defRPr>
            </a:lvl1pPr>
          </a:lstStyle>
          <a:p>
            <a:pPr>
              <a:defRPr/>
            </a:pPr>
            <a:fld id="{D1F6A1A1-8B93-49C9-AFC7-D0DF50B75203}" type="slidenum">
              <a:rPr lang="en-US" smtClean="0"/>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GB" sz="1800" b="0" i="0" u="none" strike="noStrike" dirty="0">
                <a:solidFill>
                  <a:srgbClr val="000000"/>
                </a:solidFill>
                <a:effectLst/>
                <a:latin typeface="Calibri "/>
              </a:rPr>
            </a:br>
            <a:r>
              <a:rPr lang="en-GB" sz="1800" b="0" i="0" u="none" strike="noStrike" dirty="0">
                <a:solidFill>
                  <a:srgbClr val="000000"/>
                </a:solidFill>
                <a:effectLst/>
                <a:latin typeface="Calibri "/>
              </a:rPr>
              <a:t>Let’s suppose someone offers to buy your company at a fair price. Let’s also suppose this buyer is intent on killing your company after the purchase. Your products and services will be immediately discontinued. All operations will be shut down. The brand will be shelved forever. Your company will completely cease to exist.</a:t>
            </a:r>
            <a:br>
              <a:rPr lang="en-GB" sz="1800" b="0" i="0" u="none" strike="noStrike" dirty="0">
                <a:solidFill>
                  <a:srgbClr val="000000"/>
                </a:solidFill>
                <a:effectLst/>
                <a:latin typeface="Calibri "/>
              </a:rPr>
            </a:br>
            <a:br>
              <a:rPr lang="en-GB" sz="1800" b="0" i="0" u="none" strike="noStrike" dirty="0">
                <a:solidFill>
                  <a:srgbClr val="000000"/>
                </a:solidFill>
                <a:effectLst/>
                <a:latin typeface="Calibri "/>
              </a:rPr>
            </a:br>
            <a:r>
              <a:rPr lang="en-GB" sz="1800" b="0" i="0" u="none" strike="noStrike" dirty="0">
                <a:solidFill>
                  <a:srgbClr val="000000"/>
                </a:solidFill>
                <a:effectLst/>
                <a:latin typeface="Calibri "/>
              </a:rPr>
              <a:t>Try to answer the following questions in order to articulate what your company brings to the world: </a:t>
            </a:r>
            <a:br>
              <a:rPr lang="en-GB" sz="1800" b="0" i="0" u="none" strike="noStrike" dirty="0">
                <a:solidFill>
                  <a:srgbClr val="000000"/>
                </a:solidFill>
                <a:effectLst/>
                <a:latin typeface="Calibri "/>
              </a:rPr>
            </a:br>
            <a:br>
              <a:rPr lang="en-GB" sz="1800" b="0" i="0" u="none" strike="noStrike" dirty="0">
                <a:solidFill>
                  <a:srgbClr val="000000"/>
                </a:solidFill>
                <a:effectLst/>
                <a:latin typeface="Calibri "/>
              </a:rPr>
            </a:br>
            <a:r>
              <a:rPr lang="en-GB" sz="1800" b="0" i="0" u="none" strike="noStrike" dirty="0">
                <a:solidFill>
                  <a:srgbClr val="000000"/>
                </a:solidFill>
                <a:effectLst/>
                <a:latin typeface="Calibri "/>
              </a:rPr>
              <a:t>• What will be lost if your brand ceased to exist? - e.g. A sixty-year legacy of innovation and entrepreneurship</a:t>
            </a:r>
            <a:br>
              <a:rPr lang="en-GB" sz="1800" b="0" i="0" u="none" strike="noStrike" dirty="0">
                <a:solidFill>
                  <a:srgbClr val="000000"/>
                </a:solidFill>
                <a:effectLst/>
                <a:latin typeface="Calibri "/>
              </a:rPr>
            </a:br>
            <a:br>
              <a:rPr lang="en-GB" sz="1800" b="0" i="0" u="none" strike="noStrike" dirty="0">
                <a:solidFill>
                  <a:srgbClr val="000000"/>
                </a:solidFill>
                <a:effectLst/>
                <a:latin typeface="Calibri "/>
              </a:rPr>
            </a:br>
            <a:r>
              <a:rPr lang="en-GB" sz="1800" b="0" i="0" u="none" strike="noStrike" dirty="0">
                <a:solidFill>
                  <a:srgbClr val="000000"/>
                </a:solidFill>
                <a:effectLst/>
                <a:latin typeface="Calibri "/>
              </a:rPr>
              <a:t>• Why is it important that your brand continues to exist? - e.g. Because our company will enhance people’s quality of life</a:t>
            </a:r>
            <a:br>
              <a:rPr lang="en-GB" sz="1800" b="0" i="0" u="none" strike="noStrike" dirty="0">
                <a:solidFill>
                  <a:srgbClr val="000000"/>
                </a:solidFill>
                <a:effectLst/>
                <a:latin typeface="Calibri "/>
              </a:rPr>
            </a:br>
            <a:br>
              <a:rPr lang="en-GB" sz="1800" b="0" i="0" u="none" strike="noStrike" dirty="0">
                <a:solidFill>
                  <a:srgbClr val="000000"/>
                </a:solidFill>
                <a:effectLst/>
                <a:latin typeface="Calibri "/>
              </a:rPr>
            </a:br>
            <a:r>
              <a:rPr lang="en-GB" sz="1800" b="0" i="0" u="none" strike="noStrike" dirty="0">
                <a:solidFill>
                  <a:srgbClr val="000000"/>
                </a:solidFill>
                <a:effectLst/>
                <a:latin typeface="Calibri "/>
              </a:rPr>
              <a:t>• What’s at stake here? - e.g. Increased congestion, pollution and space taken up by vehicles </a:t>
            </a:r>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1</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3564909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2</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19767520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3</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0003053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GB" sz="1800" b="0" i="0" u="none" strike="noStrike">
                <a:solidFill>
                  <a:srgbClr val="000000"/>
                </a:solidFill>
                <a:effectLst/>
                <a:latin typeface="Calibri "/>
              </a:rPr>
            </a:br>
            <a:r>
              <a:rPr lang="en-GB" sz="1800" b="0" i="0" u="none" strike="noStrike">
                <a:solidFill>
                  <a:srgbClr val="000000"/>
                </a:solidFill>
                <a:effectLst/>
                <a:latin typeface="Calibri "/>
              </a:rPr>
              <a:t>Using the Company Dream Tool results, try to visualize the dream in more detail. Refer to particular words, images, people, scents, etc.</a:t>
            </a:r>
            <a:r>
              <a:rPr lang="en-GB"/>
              <a:t> </a:t>
            </a:r>
            <a:endParaRPr lang="en-US" b="0"/>
          </a:p>
        </p:txBody>
      </p:sp>
      <p:sp>
        <p:nvSpPr>
          <p:cNvPr id="4" name="Slide Number Placeholder 3"/>
          <p:cNvSpPr>
            <a:spLocks noGrp="1"/>
          </p:cNvSpPr>
          <p:nvPr>
            <p:ph type="sldNum" sz="quarter" idx="5"/>
          </p:nvPr>
        </p:nvSpPr>
        <p:spPr/>
        <p:txBody>
          <a:bodyPr/>
          <a:lstStyle/>
          <a:p>
            <a:pPr marL="0" marR="0" lvl="0" indent="0" algn="r" defTabSz="925464" rtl="0" eaLnBrk="0" fontAlgn="base" latinLnBrk="0" hangingPunct="0">
              <a:lnSpc>
                <a:spcPct val="100000"/>
              </a:lnSpc>
              <a:spcBef>
                <a:spcPct val="0"/>
              </a:spcBef>
              <a:spcAft>
                <a:spcPct val="0"/>
              </a:spcAft>
              <a:buClrTx/>
              <a:buSzTx/>
              <a:buFontTx/>
              <a:buNone/>
              <a:tabLst/>
              <a:defRPr/>
            </a:pPr>
            <a:fld id="{D1F6A1A1-8B93-49C9-AFC7-D0DF50B75203}" type="slidenum">
              <a:rPr kumimoji="0" lang="en-US" sz="1200" u="none" strike="noStrike" kern="1200" cap="none" spc="0" normalizeH="0" baseline="0" noProof="0">
                <a:ln>
                  <a:noFill/>
                </a:ln>
                <a:solidFill>
                  <a:prstClr val="black"/>
                </a:solidFill>
                <a:effectLst/>
                <a:uLnTx/>
                <a:uFillTx/>
                <a:ea typeface="+mn-ea"/>
                <a:cs typeface="+mn-cs"/>
              </a:rPr>
              <a:pPr marL="0" marR="0" lvl="0" indent="0" algn="r" defTabSz="925464" rtl="0" eaLnBrk="0" fontAlgn="base" latinLnBrk="0" hangingPunct="0">
                <a:lnSpc>
                  <a:spcPct val="100000"/>
                </a:lnSpc>
                <a:spcBef>
                  <a:spcPct val="0"/>
                </a:spcBef>
                <a:spcAft>
                  <a:spcPct val="0"/>
                </a:spcAft>
                <a:buClrTx/>
                <a:buSzTx/>
                <a:buFontTx/>
                <a:buNone/>
                <a:tabLst/>
                <a:defRPr/>
              </a:pPr>
              <a:t>4</a:t>
            </a:fld>
            <a:endParaRPr kumimoji="0" lang="en-US" sz="1200" u="none" strike="noStrike" kern="1200" cap="none" spc="0" normalizeH="0" baseline="0" noProof="0">
              <a:ln>
                <a:noFill/>
              </a:ln>
              <a:solidFill>
                <a:prstClr val="black"/>
              </a:solidFill>
              <a:effectLst/>
              <a:uLnTx/>
              <a:uFillTx/>
              <a:ea typeface="+mn-ea"/>
              <a:cs typeface="+mn-cs"/>
            </a:endParaRPr>
          </a:p>
        </p:txBody>
      </p:sp>
    </p:spTree>
    <p:extLst>
      <p:ext uri="{BB962C8B-B14F-4D97-AF65-F5344CB8AC3E}">
        <p14:creationId xmlns:p14="http://schemas.microsoft.com/office/powerpoint/2010/main" val="3456290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_WHITE_1_Column">
    <p:bg>
      <p:bgPr>
        <a:solidFill>
          <a:schemeClr val="bg1"/>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008A13D0-3BCD-4BB0-BBD9-82A143453ABB}"/>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1" name="Title 1">
            <a:extLst>
              <a:ext uri="{FF2B5EF4-FFF2-40B4-BE49-F238E27FC236}">
                <a16:creationId xmlns:a16="http://schemas.microsoft.com/office/drawing/2014/main" id="{3B23B763-A5C1-42F2-8C36-991BE4392B02}"/>
              </a:ext>
            </a:extLst>
          </p:cNvPr>
          <p:cNvSpPr>
            <a:spLocks noGrp="1"/>
          </p:cNvSpPr>
          <p:nvPr>
            <p:ph type="title" hasCustomPrompt="1"/>
          </p:nvPr>
        </p:nvSpPr>
        <p:spPr>
          <a:xfrm>
            <a:off x="89039" y="211686"/>
            <a:ext cx="6413361"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3" name="Text Placeholder 6">
            <a:extLst>
              <a:ext uri="{FF2B5EF4-FFF2-40B4-BE49-F238E27FC236}">
                <a16:creationId xmlns:a16="http://schemas.microsoft.com/office/drawing/2014/main" id="{3D492883-CEFA-48D9-82FE-FFF05D50C1A1}"/>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4" name="Text Placeholder 6">
            <a:extLst>
              <a:ext uri="{FF2B5EF4-FFF2-40B4-BE49-F238E27FC236}">
                <a16:creationId xmlns:a16="http://schemas.microsoft.com/office/drawing/2014/main" id="{160B517C-D02E-418D-9BBC-9C696114B9E2}"/>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Tree>
    <p:extLst>
      <p:ext uri="{BB962C8B-B14F-4D97-AF65-F5344CB8AC3E}">
        <p14:creationId xmlns:p14="http://schemas.microsoft.com/office/powerpoint/2010/main" val="3136651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1_WHITE_3_Columns">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6E605F26-4D64-48C5-91DE-316421CEFFD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3">
            <a:extLst>
              <a:ext uri="{FF2B5EF4-FFF2-40B4-BE49-F238E27FC236}">
                <a16:creationId xmlns:a16="http://schemas.microsoft.com/office/drawing/2014/main" id="{CAA9396D-D545-40BB-A96E-15D1D00FEF33}"/>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2" name="Text Placeholder 3">
            <a:extLst>
              <a:ext uri="{FF2B5EF4-FFF2-40B4-BE49-F238E27FC236}">
                <a16:creationId xmlns:a16="http://schemas.microsoft.com/office/drawing/2014/main" id="{790ED9B7-58AC-4043-9142-FF3240533DDC}"/>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3" name="Text Placeholder 3">
            <a:extLst>
              <a:ext uri="{FF2B5EF4-FFF2-40B4-BE49-F238E27FC236}">
                <a16:creationId xmlns:a16="http://schemas.microsoft.com/office/drawing/2014/main" id="{0785E554-45BF-45C0-BE18-09DC5042AD0A}"/>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F87CAF4F-2976-42B9-9211-872B429210EB}"/>
              </a:ext>
            </a:extLst>
          </p:cNvPr>
          <p:cNvSpPr>
            <a:spLocks noGrp="1"/>
          </p:cNvSpPr>
          <p:nvPr>
            <p:ph type="title" hasCustomPrompt="1"/>
          </p:nvPr>
        </p:nvSpPr>
        <p:spPr>
          <a:xfrm>
            <a:off x="89040" y="211686"/>
            <a:ext cx="9664560"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7" name="Text Placeholder 6">
            <a:extLst>
              <a:ext uri="{FF2B5EF4-FFF2-40B4-BE49-F238E27FC236}">
                <a16:creationId xmlns:a16="http://schemas.microsoft.com/office/drawing/2014/main" id="{2BBF17B5-7E65-4AD3-8DEB-7B67AC5D8D2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8" name="Text Placeholder 6">
            <a:extLst>
              <a:ext uri="{FF2B5EF4-FFF2-40B4-BE49-F238E27FC236}">
                <a16:creationId xmlns:a16="http://schemas.microsoft.com/office/drawing/2014/main" id="{EF716833-C3B9-451E-AEEC-00810D952DC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cxnSp>
        <p:nvCxnSpPr>
          <p:cNvPr id="15" name="Straight Connector 14">
            <a:extLst>
              <a:ext uri="{FF2B5EF4-FFF2-40B4-BE49-F238E27FC236}">
                <a16:creationId xmlns:a16="http://schemas.microsoft.com/office/drawing/2014/main" id="{5E09AF21-1D01-4A78-848B-3D56CF13DD49}"/>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7815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2_YELLOW_1_Column">
    <p:bg>
      <p:bgPr>
        <a:solidFill>
          <a:srgbClr val="FFF469"/>
        </a:solidFill>
        <a:effectLst/>
      </p:bgPr>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BC419244-6A72-468C-BE04-2F16A87D3855}"/>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AC6C8BBF-37E2-4AD1-B2B9-E44C74F8A856}"/>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5" name="Text Placeholder 6">
            <a:extLst>
              <a:ext uri="{FF2B5EF4-FFF2-40B4-BE49-F238E27FC236}">
                <a16:creationId xmlns:a16="http://schemas.microsoft.com/office/drawing/2014/main" id="{9523522C-9005-410B-AF7F-A8B2A7F24D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6" name="Text Placeholder 6">
            <a:extLst>
              <a:ext uri="{FF2B5EF4-FFF2-40B4-BE49-F238E27FC236}">
                <a16:creationId xmlns:a16="http://schemas.microsoft.com/office/drawing/2014/main" id="{53CB7819-CA7C-4E96-8FED-04E6770D482A}"/>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Tree>
    <p:extLst>
      <p:ext uri="{BB962C8B-B14F-4D97-AF65-F5344CB8AC3E}">
        <p14:creationId xmlns:p14="http://schemas.microsoft.com/office/powerpoint/2010/main" val="2540665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2_YELLOW_3_Columns">
    <p:bg>
      <p:bgPr>
        <a:solidFill>
          <a:srgbClr val="FFF469"/>
        </a:solidFill>
        <a:effectLst/>
      </p:bgPr>
    </p:bg>
    <p:spTree>
      <p:nvGrpSpPr>
        <p:cNvPr id="1" name=""/>
        <p:cNvGrpSpPr/>
        <p:nvPr/>
      </p:nvGrpSpPr>
      <p:grpSpPr>
        <a:xfrm>
          <a:off x="0" y="0"/>
          <a:ext cx="0" cy="0"/>
          <a:chOff x="0" y="0"/>
          <a:chExt cx="0" cy="0"/>
        </a:xfrm>
      </p:grpSpPr>
      <p:sp>
        <p:nvSpPr>
          <p:cNvPr id="26" name="Text Placeholder 3">
            <a:extLst>
              <a:ext uri="{FF2B5EF4-FFF2-40B4-BE49-F238E27FC236}">
                <a16:creationId xmlns:a16="http://schemas.microsoft.com/office/drawing/2014/main" id="{85CFEAE5-2C79-483A-9F2A-7CA1F7998FA9}"/>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7" name="Text Placeholder 3">
            <a:extLst>
              <a:ext uri="{FF2B5EF4-FFF2-40B4-BE49-F238E27FC236}">
                <a16:creationId xmlns:a16="http://schemas.microsoft.com/office/drawing/2014/main" id="{5EBA1EA9-A8DC-4D3F-B15C-D3F14A5BE72F}"/>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8" name="Text Placeholder 3">
            <a:extLst>
              <a:ext uri="{FF2B5EF4-FFF2-40B4-BE49-F238E27FC236}">
                <a16:creationId xmlns:a16="http://schemas.microsoft.com/office/drawing/2014/main" id="{87F7E3D7-9398-4897-B295-EFECEEA7B4AC}"/>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9" name="Title 1">
            <a:extLst>
              <a:ext uri="{FF2B5EF4-FFF2-40B4-BE49-F238E27FC236}">
                <a16:creationId xmlns:a16="http://schemas.microsoft.com/office/drawing/2014/main" id="{C1E188E1-B49E-4206-8810-90976EF46CBB}"/>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30" name="Text Placeholder 6">
            <a:extLst>
              <a:ext uri="{FF2B5EF4-FFF2-40B4-BE49-F238E27FC236}">
                <a16:creationId xmlns:a16="http://schemas.microsoft.com/office/drawing/2014/main" id="{CFFC5C64-34AC-45B4-82C3-D38A6DD8F9B8}"/>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31" name="Text Placeholder 6">
            <a:extLst>
              <a:ext uri="{FF2B5EF4-FFF2-40B4-BE49-F238E27FC236}">
                <a16:creationId xmlns:a16="http://schemas.microsoft.com/office/drawing/2014/main" id="{D32105DB-B08C-473C-9085-4569BB194315}"/>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cxnSp>
        <p:nvCxnSpPr>
          <p:cNvPr id="33" name="Straight Connector 32">
            <a:extLst>
              <a:ext uri="{FF2B5EF4-FFF2-40B4-BE49-F238E27FC236}">
                <a16:creationId xmlns:a16="http://schemas.microsoft.com/office/drawing/2014/main" id="{E2B4FC65-313B-4904-9E70-D2F504FE3015}"/>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C26847E-2609-4D88-8E24-E1A3AC0B1CD7}"/>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0188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3_GRAY_1_Column">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D1CE943E-6192-4416-9391-8750CC83F148}"/>
              </a:ext>
            </a:extLst>
          </p:cNvPr>
          <p:cNvSpPr>
            <a:spLocks noGrp="1"/>
          </p:cNvSpPr>
          <p:nvPr>
            <p:ph type="body" sz="half" idx="2"/>
          </p:nvPr>
        </p:nvSpPr>
        <p:spPr>
          <a:xfrm>
            <a:off x="177800" y="724279"/>
            <a:ext cx="3215977"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14" name="Title 1">
            <a:extLst>
              <a:ext uri="{FF2B5EF4-FFF2-40B4-BE49-F238E27FC236}">
                <a16:creationId xmlns:a16="http://schemas.microsoft.com/office/drawing/2014/main" id="{853C5F3F-A020-4B73-8BCB-81BBC801C8E3}"/>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15" name="Text Placeholder 6">
            <a:extLst>
              <a:ext uri="{FF2B5EF4-FFF2-40B4-BE49-F238E27FC236}">
                <a16:creationId xmlns:a16="http://schemas.microsoft.com/office/drawing/2014/main" id="{BCA05F99-4213-4A1B-80EF-6865BAEB6A55}"/>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16" name="Text Placeholder 6">
            <a:extLst>
              <a:ext uri="{FF2B5EF4-FFF2-40B4-BE49-F238E27FC236}">
                <a16:creationId xmlns:a16="http://schemas.microsoft.com/office/drawing/2014/main" id="{0611D512-228A-4A7A-BAEE-2E359F63F564}"/>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Tree>
    <p:extLst>
      <p:ext uri="{BB962C8B-B14F-4D97-AF65-F5344CB8AC3E}">
        <p14:creationId xmlns:p14="http://schemas.microsoft.com/office/powerpoint/2010/main" val="658940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3_GRAY_3_Columns">
    <p:spTree>
      <p:nvGrpSpPr>
        <p:cNvPr id="1" name=""/>
        <p:cNvGrpSpPr/>
        <p:nvPr/>
      </p:nvGrpSpPr>
      <p:grpSpPr>
        <a:xfrm>
          <a:off x="0" y="0"/>
          <a:ext cx="0" cy="0"/>
          <a:chOff x="0" y="0"/>
          <a:chExt cx="0" cy="0"/>
        </a:xfrm>
      </p:grpSpPr>
      <p:sp>
        <p:nvSpPr>
          <p:cNvPr id="27" name="Text Placeholder 3">
            <a:extLst>
              <a:ext uri="{FF2B5EF4-FFF2-40B4-BE49-F238E27FC236}">
                <a16:creationId xmlns:a16="http://schemas.microsoft.com/office/drawing/2014/main" id="{A07D3AB2-BCE1-480F-9B30-FEEC092EEBCF}"/>
              </a:ext>
            </a:extLst>
          </p:cNvPr>
          <p:cNvSpPr>
            <a:spLocks noGrp="1"/>
          </p:cNvSpPr>
          <p:nvPr>
            <p:ph type="body" sz="half" idx="2"/>
          </p:nvPr>
        </p:nvSpPr>
        <p:spPr>
          <a:xfrm>
            <a:off x="177801" y="724279"/>
            <a:ext cx="3159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8" name="Text Placeholder 3">
            <a:extLst>
              <a:ext uri="{FF2B5EF4-FFF2-40B4-BE49-F238E27FC236}">
                <a16:creationId xmlns:a16="http://schemas.microsoft.com/office/drawing/2014/main" id="{3CD35721-3F94-4497-A9CF-05F4CE92CBD7}"/>
              </a:ext>
            </a:extLst>
          </p:cNvPr>
          <p:cNvSpPr>
            <a:spLocks noGrp="1"/>
          </p:cNvSpPr>
          <p:nvPr>
            <p:ph type="body" sz="half" idx="11"/>
          </p:nvPr>
        </p:nvSpPr>
        <p:spPr>
          <a:xfrm>
            <a:off x="3505201" y="724279"/>
            <a:ext cx="3095324"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29" name="Text Placeholder 3">
            <a:extLst>
              <a:ext uri="{FF2B5EF4-FFF2-40B4-BE49-F238E27FC236}">
                <a16:creationId xmlns:a16="http://schemas.microsoft.com/office/drawing/2014/main" id="{0A2E42A9-BAF3-4ACF-B65B-7312185AF307}"/>
              </a:ext>
            </a:extLst>
          </p:cNvPr>
          <p:cNvSpPr>
            <a:spLocks noGrp="1"/>
          </p:cNvSpPr>
          <p:nvPr>
            <p:ph type="body" sz="half" idx="12"/>
          </p:nvPr>
        </p:nvSpPr>
        <p:spPr>
          <a:xfrm>
            <a:off x="6704014" y="724279"/>
            <a:ext cx="3214125" cy="6657598"/>
          </a:xfrm>
          <a:prstGeom prst="rect">
            <a:avLst/>
          </a:prstGeom>
        </p:spPr>
        <p:txBody>
          <a:bodyPr/>
          <a:lstStyle>
            <a:lvl1pPr marL="0" indent="0">
              <a:buNone/>
              <a:defRPr sz="1200" b="0" i="0">
                <a:latin typeface="Arial" panose="020B0604020202020204" pitchFamily="34" charset="0"/>
                <a:ea typeface="Riforma LL" panose="020B0504020101020102" pitchFamily="34" charset="0"/>
                <a:cs typeface="Arial" panose="020B0604020202020204" pitchFamily="34" charset="0"/>
              </a:defRPr>
            </a:lvl1pPr>
            <a:lvl2pPr marL="456880" indent="0">
              <a:buNone/>
              <a:defRPr sz="1399"/>
            </a:lvl2pPr>
            <a:lvl3pPr marL="913760" indent="0">
              <a:buNone/>
              <a:defRPr sz="1200"/>
            </a:lvl3pPr>
            <a:lvl4pPr marL="1370640" indent="0">
              <a:buNone/>
              <a:defRPr sz="1000"/>
            </a:lvl4pPr>
            <a:lvl5pPr marL="1827520" indent="0">
              <a:buNone/>
              <a:defRPr sz="1000"/>
            </a:lvl5pPr>
            <a:lvl6pPr marL="2284400" indent="0">
              <a:buNone/>
              <a:defRPr sz="1000"/>
            </a:lvl6pPr>
            <a:lvl7pPr marL="2741280" indent="0">
              <a:buNone/>
              <a:defRPr sz="1000"/>
            </a:lvl7pPr>
            <a:lvl8pPr marL="3198160" indent="0">
              <a:buNone/>
              <a:defRPr sz="1000"/>
            </a:lvl8pPr>
            <a:lvl9pPr marL="3655040" indent="0">
              <a:buNone/>
              <a:defRPr sz="1000"/>
            </a:lvl9pPr>
          </a:lstStyle>
          <a:p>
            <a:pPr lvl="0"/>
            <a:r>
              <a:rPr lang="en-US"/>
              <a:t>Click to edit Master text styles</a:t>
            </a:r>
          </a:p>
        </p:txBody>
      </p:sp>
      <p:sp>
        <p:nvSpPr>
          <p:cNvPr id="30" name="Title 1">
            <a:extLst>
              <a:ext uri="{FF2B5EF4-FFF2-40B4-BE49-F238E27FC236}">
                <a16:creationId xmlns:a16="http://schemas.microsoft.com/office/drawing/2014/main" id="{6E86ADE4-0FED-4737-A21C-43DD7E11615A}"/>
              </a:ext>
            </a:extLst>
          </p:cNvPr>
          <p:cNvSpPr>
            <a:spLocks noGrp="1"/>
          </p:cNvSpPr>
          <p:nvPr>
            <p:ph type="title" hasCustomPrompt="1"/>
          </p:nvPr>
        </p:nvSpPr>
        <p:spPr>
          <a:xfrm>
            <a:off x="89039" y="211686"/>
            <a:ext cx="9915035" cy="401639"/>
          </a:xfrm>
          <a:prstGeom prst="rect">
            <a:avLst/>
          </a:prstGeom>
        </p:spPr>
        <p:txBody>
          <a:bodyPr anchor="b"/>
          <a:lstStyle>
            <a:lvl1pPr>
              <a:defRPr sz="2598" b="1" i="0">
                <a:solidFill>
                  <a:schemeClr val="tx1"/>
                </a:solidFill>
                <a:latin typeface="Arial Black" panose="020B0604020202020204" pitchFamily="34" charset="0"/>
              </a:defRPr>
            </a:lvl1pPr>
          </a:lstStyle>
          <a:p>
            <a:r>
              <a:rPr lang="en-US"/>
              <a:t>CLICK TO EDIT MASTER TITLE STYLE</a:t>
            </a:r>
          </a:p>
        </p:txBody>
      </p:sp>
      <p:sp>
        <p:nvSpPr>
          <p:cNvPr id="31" name="Text Placeholder 6">
            <a:extLst>
              <a:ext uri="{FF2B5EF4-FFF2-40B4-BE49-F238E27FC236}">
                <a16:creationId xmlns:a16="http://schemas.microsoft.com/office/drawing/2014/main" id="{B670390E-C295-409C-9125-4F0E458152CB}"/>
              </a:ext>
            </a:extLst>
          </p:cNvPr>
          <p:cNvSpPr>
            <a:spLocks noGrp="1"/>
          </p:cNvSpPr>
          <p:nvPr>
            <p:ph type="body" sz="quarter" idx="10" hasCustomPrompt="1"/>
          </p:nvPr>
        </p:nvSpPr>
        <p:spPr>
          <a:xfrm rot="16200000">
            <a:off x="8789266" y="5669830"/>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sp>
        <p:nvSpPr>
          <p:cNvPr id="32" name="Text Placeholder 6">
            <a:extLst>
              <a:ext uri="{FF2B5EF4-FFF2-40B4-BE49-F238E27FC236}">
                <a16:creationId xmlns:a16="http://schemas.microsoft.com/office/drawing/2014/main" id="{DDF8C45D-78F4-4204-9E51-5D7A5C47DD38}"/>
              </a:ext>
            </a:extLst>
          </p:cNvPr>
          <p:cNvSpPr>
            <a:spLocks noGrp="1"/>
          </p:cNvSpPr>
          <p:nvPr>
            <p:ph type="body" sz="quarter" idx="13" hasCustomPrompt="1"/>
          </p:nvPr>
        </p:nvSpPr>
        <p:spPr>
          <a:xfrm rot="16200000">
            <a:off x="8789266" y="2167804"/>
            <a:ext cx="3309939" cy="228455"/>
          </a:xfrm>
          <a:prstGeom prst="rect">
            <a:avLst/>
          </a:prstGeom>
        </p:spPr>
        <p:txBody>
          <a:bodyPr/>
          <a:lstStyle>
            <a:lvl1pPr marL="0" indent="0" algn="l">
              <a:buFontTx/>
              <a:buNone/>
              <a:defRPr sz="1000" b="0" i="0">
                <a:latin typeface="Arial" panose="020B0604020202020204" pitchFamily="34" charset="0"/>
              </a:defRPr>
            </a:lvl1pPr>
          </a:lstStyle>
          <a:p>
            <a:r>
              <a:rPr lang="en-US"/>
              <a:t>[TEXT – KEEP THE BRACKETS. ALL CAPS]</a:t>
            </a:r>
          </a:p>
        </p:txBody>
      </p:sp>
      <p:cxnSp>
        <p:nvCxnSpPr>
          <p:cNvPr id="34" name="Straight Connector 33">
            <a:extLst>
              <a:ext uri="{FF2B5EF4-FFF2-40B4-BE49-F238E27FC236}">
                <a16:creationId xmlns:a16="http://schemas.microsoft.com/office/drawing/2014/main" id="{07EB0BA1-BF1E-4A77-BEFB-EB78C0DEC3A4}"/>
              </a:ext>
            </a:extLst>
          </p:cNvPr>
          <p:cNvCxnSpPr>
            <a:cxnSpLocks/>
          </p:cNvCxnSpPr>
          <p:nvPr userDrawn="1"/>
        </p:nvCxnSpPr>
        <p:spPr>
          <a:xfrm flipV="1">
            <a:off x="6718300"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C5D4724-2CB4-4AFF-8DD9-64B236206E92}"/>
              </a:ext>
            </a:extLst>
          </p:cNvPr>
          <p:cNvCxnSpPr>
            <a:cxnSpLocks/>
          </p:cNvCxnSpPr>
          <p:nvPr userDrawn="1"/>
        </p:nvCxnSpPr>
        <p:spPr>
          <a:xfrm flipV="1">
            <a:off x="3417888" y="538162"/>
            <a:ext cx="0" cy="70246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7964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1386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4104472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34780CF0-BF2E-40B4-BEED-FD5E71A80684}"/>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93BA56B-7C0E-4B20-9289-03EB1A5350A5}"/>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drawing&#10;&#10;Description automatically generated">
            <a:extLst>
              <a:ext uri="{FF2B5EF4-FFF2-40B4-BE49-F238E27FC236}">
                <a16:creationId xmlns:a16="http://schemas.microsoft.com/office/drawing/2014/main" id="{ECEB2386-34D3-4552-844E-0436D691435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1241675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60645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9815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tx1"/>
        </a:solidFill>
        <a:effectLst/>
      </p:bgPr>
    </p:bg>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63923B3-00BE-4E8D-9E38-6B2A4C67CE11}"/>
              </a:ext>
            </a:extLst>
          </p:cNvPr>
          <p:cNvCxnSpPr>
            <a:cxnSpLocks/>
          </p:cNvCxnSpPr>
          <p:nvPr userDrawn="1"/>
        </p:nvCxnSpPr>
        <p:spPr>
          <a:xfrm flipH="1">
            <a:off x="0" y="540000"/>
            <a:ext cx="106886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32A36A96-9814-4886-AB9D-FADB7A8ADE6F}"/>
              </a:ext>
            </a:extLst>
          </p:cNvPr>
          <p:cNvCxnSpPr>
            <a:cxnSpLocks/>
          </p:cNvCxnSpPr>
          <p:nvPr userDrawn="1"/>
        </p:nvCxnSpPr>
        <p:spPr>
          <a:xfrm flipV="1">
            <a:off x="10151019" y="540001"/>
            <a:ext cx="0" cy="702285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7" name="Picture 6" descr="A close up of a logo&#10;&#10;Description automatically generated">
            <a:extLst>
              <a:ext uri="{FF2B5EF4-FFF2-40B4-BE49-F238E27FC236}">
                <a16:creationId xmlns:a16="http://schemas.microsoft.com/office/drawing/2014/main" id="{C544D797-E0FF-4B76-B599-4C8F8DFD1D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760176" y="180978"/>
            <a:ext cx="720183" cy="292098"/>
          </a:xfrm>
          <a:prstGeom prst="rect">
            <a:avLst/>
          </a:prstGeom>
        </p:spPr>
      </p:pic>
    </p:spTree>
    <p:extLst>
      <p:ext uri="{BB962C8B-B14F-4D97-AF65-F5344CB8AC3E}">
        <p14:creationId xmlns:p14="http://schemas.microsoft.com/office/powerpoint/2010/main" val="28126857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C56D715-FDE1-48E7-AB31-EBBAAC3E836D}"/>
              </a:ext>
            </a:extLst>
          </p:cNvPr>
          <p:cNvSpPr>
            <a:spLocks noGrp="1"/>
          </p:cNvSpPr>
          <p:nvPr>
            <p:ph type="title"/>
          </p:nvPr>
        </p:nvSpPr>
        <p:spPr>
          <a:xfrm>
            <a:off x="177800" y="660400"/>
            <a:ext cx="10333038" cy="6721475"/>
          </a:xfrm>
          <a:prstGeom prst="rect">
            <a:avLst/>
          </a:prstGeom>
        </p:spPr>
        <p:txBody>
          <a:bodyPr/>
          <a:lstStyle>
            <a:lvl1pPr>
              <a:defRPr sz="13790" b="1" i="0">
                <a:latin typeface="Arial Black"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1621194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heme" Target="../theme/theme3.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B2B2B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C719B31-4871-4EFE-8DF2-35AA8563A755}"/>
              </a:ext>
            </a:extLst>
          </p:cNvPr>
          <p:cNvCxnSpPr>
            <a:cxnSpLocks/>
          </p:cNvCxnSpPr>
          <p:nvPr userDrawn="1"/>
        </p:nvCxnSpPr>
        <p:spPr>
          <a:xfrm flipH="1">
            <a:off x="1" y="540000"/>
            <a:ext cx="1014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E07B7B6-C623-4615-80FF-40DAB454DA05}"/>
              </a:ext>
            </a:extLst>
          </p:cNvPr>
          <p:cNvCxnSpPr>
            <a:cxnSpLocks/>
          </p:cNvCxnSpPr>
          <p:nvPr userDrawn="1"/>
        </p:nvCxnSpPr>
        <p:spPr>
          <a:xfrm flipV="1">
            <a:off x="10151019" y="1"/>
            <a:ext cx="0" cy="75628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3EB7827E-DBA0-4429-998C-31F1FE0D3DE4}"/>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253620" y="180975"/>
            <a:ext cx="257218" cy="285750"/>
          </a:xfrm>
          <a:prstGeom prst="rect">
            <a:avLst/>
          </a:prstGeom>
        </p:spPr>
      </p:pic>
    </p:spTree>
    <p:extLst>
      <p:ext uri="{BB962C8B-B14F-4D97-AF65-F5344CB8AC3E}">
        <p14:creationId xmlns:p14="http://schemas.microsoft.com/office/powerpoint/2010/main" val="3433518930"/>
      </p:ext>
    </p:extLst>
  </p:cSld>
  <p:clrMap bg1="lt1" tx1="dk1" bg2="lt2" tx2="dk2" accent1="accent1" accent2="accent2" accent3="accent3" accent4="accent4" accent5="accent5" accent6="accent6" hlink="hlink" folHlink="folHlink"/>
  <p:sldLayoutIdLst>
    <p:sldLayoutId id="2147484478" r:id="rId1"/>
    <p:sldLayoutId id="2147484479" r:id="rId2"/>
    <p:sldLayoutId id="2147484480" r:id="rId3"/>
    <p:sldLayoutId id="2147484481" r:id="rId4"/>
    <p:sldLayoutId id="2147484482" r:id="rId5"/>
    <p:sldLayoutId id="2147484483" r:id="rId6"/>
    <p:sldLayoutId id="2147484484" r:id="rId7"/>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82">
          <p15:clr>
            <a:srgbClr val="F26B43"/>
          </p15:clr>
        </p15:guide>
        <p15:guide id="2" pos="558">
          <p15:clr>
            <a:srgbClr val="F26B43"/>
          </p15:clr>
        </p15:guide>
        <p15:guide id="3" pos="6623">
          <p15:clr>
            <a:srgbClr val="F26B43"/>
          </p15:clr>
        </p15:guide>
        <p15:guide id="4" pos="112">
          <p15:clr>
            <a:srgbClr val="F26B43"/>
          </p15:clr>
        </p15:guide>
        <p15:guide id="5" pos="629">
          <p15:clr>
            <a:srgbClr val="F26B43"/>
          </p15:clr>
        </p15:guide>
        <p15:guide id="6" pos="1080">
          <p15:clr>
            <a:srgbClr val="F26B43"/>
          </p15:clr>
        </p15:guide>
        <p15:guide id="7" pos="1148">
          <p15:clr>
            <a:srgbClr val="F26B43"/>
          </p15:clr>
        </p15:guide>
        <p15:guide id="8" pos="1599">
          <p15:clr>
            <a:srgbClr val="F26B43"/>
          </p15:clr>
        </p15:guide>
        <p15:guide id="9" pos="1667">
          <p15:clr>
            <a:srgbClr val="F26B43"/>
          </p15:clr>
        </p15:guide>
        <p15:guide id="10" pos="2122">
          <p15:clr>
            <a:srgbClr val="F26B43"/>
          </p15:clr>
        </p15:guide>
        <p15:guide id="11" pos="2188">
          <p15:clr>
            <a:srgbClr val="F26B43"/>
          </p15:clr>
        </p15:guide>
        <p15:guide id="12" pos="2709">
          <p15:clr>
            <a:srgbClr val="F26B43"/>
          </p15:clr>
        </p15:guide>
        <p15:guide id="13" pos="2640">
          <p15:clr>
            <a:srgbClr val="F26B43"/>
          </p15:clr>
        </p15:guide>
        <p15:guide id="14" pos="3160">
          <p15:clr>
            <a:srgbClr val="F26B43"/>
          </p15:clr>
        </p15:guide>
        <p15:guide id="15" pos="3228">
          <p15:clr>
            <a:srgbClr val="F26B43"/>
          </p15:clr>
        </p15:guide>
        <p15:guide id="16" pos="3681">
          <p15:clr>
            <a:srgbClr val="F26B43"/>
          </p15:clr>
        </p15:guide>
        <p15:guide id="17" pos="3747">
          <p15:clr>
            <a:srgbClr val="F26B43"/>
          </p15:clr>
        </p15:guide>
        <p15:guide id="18" pos="4200">
          <p15:clr>
            <a:srgbClr val="F26B43"/>
          </p15:clr>
        </p15:guide>
        <p15:guide id="19" pos="4267">
          <p15:clr>
            <a:srgbClr val="F26B43"/>
          </p15:clr>
        </p15:guide>
        <p15:guide id="20" pos="4720">
          <p15:clr>
            <a:srgbClr val="F26B43"/>
          </p15:clr>
        </p15:guide>
        <p15:guide id="21" pos="4789">
          <p15:clr>
            <a:srgbClr val="F26B43"/>
          </p15:clr>
        </p15:guide>
        <p15:guide id="22" pos="5240">
          <p15:clr>
            <a:srgbClr val="F26B43"/>
          </p15:clr>
        </p15:guide>
        <p15:guide id="23" pos="5308">
          <p15:clr>
            <a:srgbClr val="F26B43"/>
          </p15:clr>
        </p15:guide>
        <p15:guide id="24" pos="5761">
          <p15:clr>
            <a:srgbClr val="F26B43"/>
          </p15:clr>
        </p15:guide>
        <p15:guide id="25" pos="5830">
          <p15:clr>
            <a:srgbClr val="F26B43"/>
          </p15:clr>
        </p15:guide>
        <p15:guide id="26" pos="2154">
          <p15:clr>
            <a:srgbClr val="F26B43"/>
          </p15:clr>
        </p15:guide>
        <p15:guide id="27" pos="4233">
          <p15:clr>
            <a:srgbClr val="F26B43"/>
          </p15:clr>
        </p15:guide>
        <p15:guide id="28" orient="horz" pos="2515">
          <p15:clr>
            <a:srgbClr val="F26B43"/>
          </p15:clr>
        </p15:guide>
        <p15:guide id="30" orient="horz" pos="113" userDrawn="1">
          <p15:clr>
            <a:srgbClr val="F26B43"/>
          </p15:clr>
        </p15:guide>
        <p15:guide id="31" orient="horz" pos="4648">
          <p15:clr>
            <a:srgbClr val="F26B43"/>
          </p15:clr>
        </p15:guide>
        <p15:guide id="32" pos="6282">
          <p15:clr>
            <a:srgbClr val="F26B43"/>
          </p15:clr>
        </p15:guide>
        <p15:guide id="33" orient="horz" pos="2549">
          <p15:clr>
            <a:srgbClr val="F26B43"/>
          </p15:clr>
        </p15:guide>
        <p15:guide id="34" orient="horz" pos="171" userDrawn="1">
          <p15:clr>
            <a:srgbClr val="F26B43"/>
          </p15:clr>
        </p15:guide>
        <p15:guide id="35" orient="horz" pos="250" userDrawn="1">
          <p15:clr>
            <a:srgbClr val="F26B43"/>
          </p15:clr>
        </p15:guide>
        <p15:guide id="36" orient="horz" pos="32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3B884B5F-D4D6-48A4-A902-0EB670CA2015}"/>
              </a:ext>
            </a:extLst>
          </p:cNvPr>
          <p:cNvCxnSpPr>
            <a:cxnSpLocks/>
          </p:cNvCxnSpPr>
          <p:nvPr userDrawn="1"/>
        </p:nvCxnSpPr>
        <p:spPr>
          <a:xfrm flipH="1">
            <a:off x="0" y="540000"/>
            <a:ext cx="106886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6C769BA-B1FD-442A-ADCF-17897CEAADF0}"/>
              </a:ext>
            </a:extLst>
          </p:cNvPr>
          <p:cNvCxnSpPr>
            <a:cxnSpLocks/>
          </p:cNvCxnSpPr>
          <p:nvPr userDrawn="1"/>
        </p:nvCxnSpPr>
        <p:spPr>
          <a:xfrm flipV="1">
            <a:off x="10151019" y="540001"/>
            <a:ext cx="0" cy="70228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drawing&#10;&#10;Description automatically generated">
            <a:extLst>
              <a:ext uri="{FF2B5EF4-FFF2-40B4-BE49-F238E27FC236}">
                <a16:creationId xmlns:a16="http://schemas.microsoft.com/office/drawing/2014/main" id="{DC5CF2D2-0F1A-4C0F-BDD7-47F42973452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60174" y="180977"/>
            <a:ext cx="720185" cy="292099"/>
          </a:xfrm>
          <a:prstGeom prst="rect">
            <a:avLst/>
          </a:prstGeom>
        </p:spPr>
      </p:pic>
    </p:spTree>
    <p:extLst>
      <p:ext uri="{BB962C8B-B14F-4D97-AF65-F5344CB8AC3E}">
        <p14:creationId xmlns:p14="http://schemas.microsoft.com/office/powerpoint/2010/main" val="2571242831"/>
      </p:ext>
    </p:extLst>
  </p:cSld>
  <p:clrMap bg1="lt1" tx1="dk1" bg2="lt2" tx2="dk2" accent1="accent1" accent2="accent2" accent3="accent3" accent4="accent4" accent5="accent5" accent6="accent6" hlink="hlink" folHlink="folHlink"/>
  <p:sldLayoutIdLst>
    <p:sldLayoutId id="2147484486" r:id="rId1"/>
  </p:sldLayoutIdLst>
  <p:txStyles>
    <p:titleStyle>
      <a:lvl1pPr algn="l" defTabSz="913760" rtl="0" eaLnBrk="1" latinLnBrk="0" hangingPunct="1">
        <a:lnSpc>
          <a:spcPct val="90000"/>
        </a:lnSpc>
        <a:spcBef>
          <a:spcPct val="0"/>
        </a:spcBef>
        <a:buNone/>
        <a:defRPr sz="4397" kern="1200">
          <a:solidFill>
            <a:schemeClr val="tx1"/>
          </a:solidFill>
          <a:latin typeface="+mj-lt"/>
          <a:ea typeface="+mj-ea"/>
          <a:cs typeface="+mj-cs"/>
        </a:defRPr>
      </a:lvl1pPr>
    </p:titleStyle>
    <p:bodyStyle>
      <a:lvl1pPr marL="228440" indent="-228440" algn="l" defTabSz="913760" rtl="0" eaLnBrk="1" latinLnBrk="0" hangingPunct="1">
        <a:lnSpc>
          <a:spcPct val="90000"/>
        </a:lnSpc>
        <a:spcBef>
          <a:spcPts val="1000"/>
        </a:spcBef>
        <a:buFont typeface="Arial" panose="020B0604020202020204" pitchFamily="34" charset="0"/>
        <a:buChar char="•"/>
        <a:defRPr sz="2798" kern="1200">
          <a:solidFill>
            <a:schemeClr val="tx1"/>
          </a:solidFill>
          <a:latin typeface="+mn-lt"/>
          <a:ea typeface="+mn-ea"/>
          <a:cs typeface="+mn-cs"/>
        </a:defRPr>
      </a:lvl1pPr>
      <a:lvl2pPr marL="685320" indent="-228440" algn="l" defTabSz="913760"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2200" indent="-228440" algn="l" defTabSz="913760"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908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96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84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72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6600"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3481" indent="-228440" algn="l" defTabSz="913760"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760" rtl="0" eaLnBrk="1" latinLnBrk="0" hangingPunct="1">
        <a:defRPr sz="1798" kern="1200">
          <a:solidFill>
            <a:schemeClr val="tx1"/>
          </a:solidFill>
          <a:latin typeface="+mn-lt"/>
          <a:ea typeface="+mn-ea"/>
          <a:cs typeface="+mn-cs"/>
        </a:defRPr>
      </a:lvl1pPr>
      <a:lvl2pPr marL="456880" algn="l" defTabSz="913760" rtl="0" eaLnBrk="1" latinLnBrk="0" hangingPunct="1">
        <a:defRPr sz="1798" kern="1200">
          <a:solidFill>
            <a:schemeClr val="tx1"/>
          </a:solidFill>
          <a:latin typeface="+mn-lt"/>
          <a:ea typeface="+mn-ea"/>
          <a:cs typeface="+mn-cs"/>
        </a:defRPr>
      </a:lvl2pPr>
      <a:lvl3pPr marL="913760" algn="l" defTabSz="913760" rtl="0" eaLnBrk="1" latinLnBrk="0" hangingPunct="1">
        <a:defRPr sz="1798" kern="1200">
          <a:solidFill>
            <a:schemeClr val="tx1"/>
          </a:solidFill>
          <a:latin typeface="+mn-lt"/>
          <a:ea typeface="+mn-ea"/>
          <a:cs typeface="+mn-cs"/>
        </a:defRPr>
      </a:lvl3pPr>
      <a:lvl4pPr marL="1370640" algn="l" defTabSz="913760" rtl="0" eaLnBrk="1" latinLnBrk="0" hangingPunct="1">
        <a:defRPr sz="1798" kern="1200">
          <a:solidFill>
            <a:schemeClr val="tx1"/>
          </a:solidFill>
          <a:latin typeface="+mn-lt"/>
          <a:ea typeface="+mn-ea"/>
          <a:cs typeface="+mn-cs"/>
        </a:defRPr>
      </a:lvl4pPr>
      <a:lvl5pPr marL="1827520" algn="l" defTabSz="913760" rtl="0" eaLnBrk="1" latinLnBrk="0" hangingPunct="1">
        <a:defRPr sz="1798" kern="1200">
          <a:solidFill>
            <a:schemeClr val="tx1"/>
          </a:solidFill>
          <a:latin typeface="+mn-lt"/>
          <a:ea typeface="+mn-ea"/>
          <a:cs typeface="+mn-cs"/>
        </a:defRPr>
      </a:lvl5pPr>
      <a:lvl6pPr marL="2284400" algn="l" defTabSz="913760" rtl="0" eaLnBrk="1" latinLnBrk="0" hangingPunct="1">
        <a:defRPr sz="1798" kern="1200">
          <a:solidFill>
            <a:schemeClr val="tx1"/>
          </a:solidFill>
          <a:latin typeface="+mn-lt"/>
          <a:ea typeface="+mn-ea"/>
          <a:cs typeface="+mn-cs"/>
        </a:defRPr>
      </a:lvl6pPr>
      <a:lvl7pPr marL="2741280" algn="l" defTabSz="913760" rtl="0" eaLnBrk="1" latinLnBrk="0" hangingPunct="1">
        <a:defRPr sz="1798" kern="1200">
          <a:solidFill>
            <a:schemeClr val="tx1"/>
          </a:solidFill>
          <a:latin typeface="+mn-lt"/>
          <a:ea typeface="+mn-ea"/>
          <a:cs typeface="+mn-cs"/>
        </a:defRPr>
      </a:lvl7pPr>
      <a:lvl8pPr marL="3198160" algn="l" defTabSz="913760" rtl="0" eaLnBrk="1" latinLnBrk="0" hangingPunct="1">
        <a:defRPr sz="1798" kern="1200">
          <a:solidFill>
            <a:schemeClr val="tx1"/>
          </a:solidFill>
          <a:latin typeface="+mn-lt"/>
          <a:ea typeface="+mn-ea"/>
          <a:cs typeface="+mn-cs"/>
        </a:defRPr>
      </a:lvl8pPr>
      <a:lvl9pPr marL="3655040" algn="l" defTabSz="913760" rtl="0" eaLnBrk="1" latinLnBrk="0" hangingPunct="1">
        <a:defRPr sz="179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6582343"/>
      </p:ext>
    </p:extLst>
  </p:cSld>
  <p:clrMap bg1="lt1" tx1="dk1" bg2="lt2" tx2="dk2" accent1="accent1" accent2="accent2" accent3="accent3" accent4="accent4" accent5="accent5" accent6="accent6" hlink="hlink" folHlink="folHlink"/>
  <p:sldLayoutIdLst>
    <p:sldLayoutId id="2147483648" r:id="rId1"/>
    <p:sldLayoutId id="2147484488" r:id="rId2"/>
    <p:sldLayoutId id="2147483649" r:id="rId3"/>
    <p:sldLayoutId id="2147484489" r:id="rId4"/>
    <p:sldLayoutId id="2147484490"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emf"/></Relationships>
</file>

<file path=ppt/slides/_rels/slide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1F74CD5A-9F80-0549-8844-6BFF5ADE70C7}"/>
              </a:ext>
            </a:extLst>
          </p:cNvPr>
          <p:cNvGraphicFramePr>
            <a:graphicFrameLocks noGrp="1"/>
          </p:cNvGraphicFramePr>
          <p:nvPr>
            <p:extLst>
              <p:ext uri="{D42A27DB-BD31-4B8C-83A1-F6EECF244321}">
                <p14:modId xmlns:p14="http://schemas.microsoft.com/office/powerpoint/2010/main" val="4102021051"/>
              </p:ext>
            </p:extLst>
          </p:nvPr>
        </p:nvGraphicFramePr>
        <p:xfrm>
          <a:off x="2817681" y="689505"/>
          <a:ext cx="7115009" cy="6588374"/>
        </p:xfrm>
        <a:graphic>
          <a:graphicData uri="http://schemas.openxmlformats.org/drawingml/2006/table">
            <a:tbl>
              <a:tblPr firstRow="1" bandRow="1">
                <a:tableStyleId>{2D5ABB26-0587-4C30-8999-92F81FD0307C}</a:tableStyleId>
              </a:tblPr>
              <a:tblGrid>
                <a:gridCol w="7115009">
                  <a:extLst>
                    <a:ext uri="{9D8B030D-6E8A-4147-A177-3AD203B41FA5}">
                      <a16:colId xmlns:a16="http://schemas.microsoft.com/office/drawing/2014/main" val="3313590318"/>
                    </a:ext>
                  </a:extLst>
                </a:gridCol>
              </a:tblGrid>
              <a:tr h="475903">
                <a:tc>
                  <a:txBody>
                    <a:bodyPr/>
                    <a:lstStyle/>
                    <a:p>
                      <a:r>
                        <a:rPr lang="en-US" dirty="0">
                          <a:solidFill>
                            <a:schemeClr val="bg1"/>
                          </a:solidFill>
                          <a:latin typeface="Calibri" panose="020F0502020204030204" pitchFamily="34" charset="0"/>
                          <a:cs typeface="Calibri" panose="020F0502020204030204" pitchFamily="34" charset="0"/>
                        </a:rPr>
                        <a:t>WHY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1828262">
                <a:tc>
                  <a:txBody>
                    <a:bodyPr/>
                    <a:lstStyle/>
                    <a:p>
                      <a:endParaRPr lang="en-US" sz="1200" dirty="0">
                        <a:latin typeface="Calibri" panose="020F0502020204030204" pitchFamily="34" charset="0"/>
                        <a:cs typeface="Calibri" panose="020F0502020204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421709">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kumimoji="0" lang="en-US" dirty="0">
                          <a:solidFill>
                            <a:schemeClr val="bg1"/>
                          </a:solidFill>
                          <a:latin typeface="Calibri" panose="020F0502020204030204" pitchFamily="34" charset="0"/>
                          <a:cs typeface="Calibri" panose="020F0502020204030204" pitchFamily="34" charset="0"/>
                        </a:rPr>
                        <a:t>HOW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895863688"/>
                  </a:ext>
                </a:extLst>
              </a:tr>
              <a:tr h="1801497">
                <a:tc>
                  <a:txBody>
                    <a:bodyPr/>
                    <a:lstStyle/>
                    <a:p>
                      <a:pPr lvl="0" algn="l">
                        <a:lnSpc>
                          <a:spcPct val="100000"/>
                        </a:lnSpc>
                        <a:spcBef>
                          <a:spcPts val="0"/>
                        </a:spcBef>
                        <a:spcAft>
                          <a:spcPts val="0"/>
                        </a:spcAft>
                        <a:buNone/>
                      </a:pPr>
                      <a:endParaRPr lang="en-US" sz="14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22781455"/>
                  </a:ext>
                </a:extLst>
              </a:tr>
              <a:tr h="398262">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kumimoji="0" lang="en-US" dirty="0">
                          <a:solidFill>
                            <a:schemeClr val="bg1"/>
                          </a:solidFill>
                          <a:latin typeface="Calibri" panose="020F0502020204030204" pitchFamily="34" charset="0"/>
                          <a:cs typeface="Calibri" panose="020F0502020204030204" pitchFamily="34" charset="0"/>
                        </a:rPr>
                        <a:t>WHAT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265844164"/>
                  </a:ext>
                </a:extLst>
              </a:tr>
              <a:tr h="1662741">
                <a:tc>
                  <a:txBody>
                    <a:bodyPr/>
                    <a:lstStyle/>
                    <a:p>
                      <a:pPr marL="0" marR="0" lvl="0" indent="0" algn="l">
                        <a:lnSpc>
                          <a:spcPct val="100000"/>
                        </a:lnSpc>
                        <a:spcBef>
                          <a:spcPts val="0"/>
                        </a:spcBef>
                        <a:spcAft>
                          <a:spcPts val="0"/>
                        </a:spcAft>
                        <a:buNone/>
                      </a:pPr>
                      <a:endParaRPr lang="en-US" dirty="0">
                        <a:latin typeface="Calibri" panose="020F0502020204030204" pitchFamily="34" charset="0"/>
                        <a:cs typeface="Calibri" panose="020F050202020403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62377547"/>
                  </a:ext>
                </a:extLst>
              </a:tr>
            </a:tbl>
          </a:graphicData>
        </a:graphic>
      </p:graphicFrame>
      <p:pic>
        <p:nvPicPr>
          <p:cNvPr id="4" name="Picture 3">
            <a:extLst>
              <a:ext uri="{FF2B5EF4-FFF2-40B4-BE49-F238E27FC236}">
                <a16:creationId xmlns:a16="http://schemas.microsoft.com/office/drawing/2014/main" id="{61DCA427-2413-EAA2-5DD8-E6D9C07FC23B}"/>
              </a:ext>
              <a:ext uri="{147F2762-F138-4A5C-976F-8EAC2B608ADB}">
                <a16:predDERef xmlns:a16="http://schemas.microsoft.com/office/drawing/2014/main" pred="{8F85E5D8-B029-4285-A723-F9B6F2E98767}"/>
              </a:ext>
            </a:extLst>
          </p:cNvPr>
          <p:cNvPicPr>
            <a:picLocks noGrp="1" noRot="1" noChangeAspect="1" noMove="1" noResize="1" noEditPoints="1" noAdjustHandles="1" noChangeArrowheads="1" noChangeShapeType="1" noCrop="1"/>
          </p:cNvPicPr>
          <p:nvPr/>
        </p:nvPicPr>
        <p:blipFill>
          <a:blip r:embed="rId3" cstate="print">
            <a:extLst>
              <a:ext uri="{28A0092B-C50C-407E-A947-70E740481C1C}">
                <a14:useLocalDpi xmlns:a14="http://schemas.microsoft.com/office/drawing/2010/main" val="0"/>
              </a:ext>
            </a:extLst>
          </a:blip>
          <a:stretch>
            <a:fillRect/>
          </a:stretch>
        </p:blipFill>
        <p:spPr>
          <a:xfrm>
            <a:off x="39756" y="1125610"/>
            <a:ext cx="2743200" cy="5228791"/>
          </a:xfrm>
          <a:prstGeom prst="rect">
            <a:avLst/>
          </a:prstGeom>
        </p:spPr>
      </p:pic>
      <p:pic>
        <p:nvPicPr>
          <p:cNvPr id="2" name="Picture 1">
            <a:extLst>
              <a:ext uri="{FF2B5EF4-FFF2-40B4-BE49-F238E27FC236}">
                <a16:creationId xmlns:a16="http://schemas.microsoft.com/office/drawing/2014/main" id="{1264E101-9DD2-EE60-0410-A79EC4304076}"/>
              </a:ext>
            </a:extLst>
          </p:cNvPr>
          <p:cNvPicPr>
            <a:picLocks noGrp="1" noRot="1" noChangeAspect="1" noMove="1" noResize="1" noEditPoints="1" noAdjustHandles="1" noChangeArrowheads="1" noChangeShapeType="1" noCrop="1"/>
          </p:cNvPicPr>
          <p:nvPr/>
        </p:nvPicPr>
        <p:blipFill>
          <a:blip r:embed="rId4"/>
          <a:stretch>
            <a:fillRect/>
          </a:stretch>
        </p:blipFill>
        <p:spPr>
          <a:xfrm>
            <a:off x="-105638" y="-92766"/>
            <a:ext cx="8873625" cy="880501"/>
          </a:xfrm>
          <a:prstGeom prst="rect">
            <a:avLst/>
          </a:prstGeom>
        </p:spPr>
      </p:pic>
      <p:pic>
        <p:nvPicPr>
          <p:cNvPr id="6" name="Picture 5">
            <a:extLst>
              <a:ext uri="{FF2B5EF4-FFF2-40B4-BE49-F238E27FC236}">
                <a16:creationId xmlns:a16="http://schemas.microsoft.com/office/drawing/2014/main" id="{7AEC92DF-E9A7-5793-3A74-D671A494551E}"/>
              </a:ext>
            </a:extLst>
          </p:cNvPr>
          <p:cNvPicPr>
            <a:picLocks noGrp="1" noRot="1" noMove="1" noResize="1" noEditPoints="1" noAdjustHandles="1" noChangeArrowheads="1" noChangeShapeType="1" noCrop="1"/>
          </p:cNvPicPr>
          <p:nvPr/>
        </p:nvPicPr>
        <p:blipFill>
          <a:blip r:embed="rId5">
            <a:extLst>
              <a:ext uri="{28A0092B-C50C-407E-A947-70E740481C1C}">
                <a14:useLocalDpi xmlns:a14="http://schemas.microsoft.com/office/drawing/2010/main" val="0"/>
              </a:ext>
            </a:extLst>
          </a:blip>
          <a:stretch>
            <a:fillRect/>
          </a:stretch>
        </p:blipFill>
        <p:spPr>
          <a:xfrm>
            <a:off x="6290311" y="195082"/>
            <a:ext cx="3869730" cy="355285"/>
          </a:xfrm>
          <a:prstGeom prst="rect">
            <a:avLst/>
          </a:prstGeom>
        </p:spPr>
      </p:pic>
    </p:spTree>
    <p:extLst>
      <p:ext uri="{BB962C8B-B14F-4D97-AF65-F5344CB8AC3E}">
        <p14:creationId xmlns:p14="http://schemas.microsoft.com/office/powerpoint/2010/main" val="4070156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3318762872"/>
              </p:ext>
            </p:extLst>
          </p:nvPr>
        </p:nvGraphicFramePr>
        <p:xfrm>
          <a:off x="276084" y="729009"/>
          <a:ext cx="9776012" cy="6726667"/>
        </p:xfrm>
        <a:graphic>
          <a:graphicData uri="http://schemas.openxmlformats.org/drawingml/2006/table">
            <a:tbl>
              <a:tblPr firstRow="1" bandRow="1">
                <a:tableStyleId>{2D5ABB26-0587-4C30-8999-92F81FD0307C}</a:tableStyleId>
              </a:tblPr>
              <a:tblGrid>
                <a:gridCol w="2241829">
                  <a:extLst>
                    <a:ext uri="{9D8B030D-6E8A-4147-A177-3AD203B41FA5}">
                      <a16:colId xmlns:a16="http://schemas.microsoft.com/office/drawing/2014/main" val="3308902235"/>
                    </a:ext>
                  </a:extLst>
                </a:gridCol>
                <a:gridCol w="7534183">
                  <a:extLst>
                    <a:ext uri="{9D8B030D-6E8A-4147-A177-3AD203B41FA5}">
                      <a16:colId xmlns:a16="http://schemas.microsoft.com/office/drawing/2014/main" val="3313590318"/>
                    </a:ext>
                  </a:extLst>
                </a:gridCol>
              </a:tblGrid>
              <a:tr h="362316">
                <a:tc gridSpan="2">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a:ea typeface="Riforma LL" panose="020B0504020101020102" pitchFamily="34" charset="77"/>
                          <a:cs typeface="Arial"/>
                        </a:rPr>
                        <a:t>Imagine it is 5 years from today and answer the following questions: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US" sz="1200" b="0" i="0">
                        <a:solidFill>
                          <a:schemeClr val="bg1"/>
                        </a:solidFill>
                        <a:latin typeface="Arial" panose="020B0604020202020204" pitchFamily="34" charset="0"/>
                        <a:ea typeface="Riforma LL" panose="020B0504020101020102"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631458">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What have you achieved?</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ClrTx/>
                        <a:buSzTx/>
                        <a:buFontTx/>
                        <a:buNone/>
                      </a:pPr>
                      <a:endParaRPr lang="en-US" sz="1200" b="0" i="0" dirty="0">
                        <a:latin typeface="Arial"/>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77366893"/>
                  </a:ext>
                </a:extLst>
              </a:tr>
              <a:tr h="6159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What do customers say about you?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ClrTx/>
                        <a:buSzTx/>
                        <a:buFontTx/>
                        <a:buNone/>
                      </a:pPr>
                      <a:endParaRPr lang="en-US" sz="1200" b="0" i="0" dirty="0">
                        <a:latin typeface="Arial"/>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758142"/>
                  </a:ext>
                </a:extLst>
              </a:tr>
              <a:tr h="61651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What do your employees say?</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ClrTx/>
                        <a:buSzTx/>
                        <a:buFontTx/>
                        <a:buNone/>
                      </a:pPr>
                      <a:endParaRPr lang="en-US" sz="1200" b="0" i="0" u="none" strike="noStrike" noProof="0" dirty="0">
                        <a:solidFill>
                          <a:srgbClr val="000000"/>
                        </a:solidFill>
                        <a:latin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97929077"/>
                  </a:ext>
                </a:extLst>
              </a:tr>
              <a:tr h="60960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What is your Market position?</a:t>
                      </a:r>
                    </a:p>
                    <a:p>
                      <a:pPr marL="0" marR="0" lvl="0" indent="0" algn="l" defTabSz="913760" rtl="0" eaLnBrk="1" fontAlgn="auto" latinLnBrk="0" hangingPunct="1">
                        <a:lnSpc>
                          <a:spcPct val="100000"/>
                        </a:lnSpc>
                        <a:spcBef>
                          <a:spcPts val="0"/>
                        </a:spcBef>
                        <a:spcAft>
                          <a:spcPts val="0"/>
                        </a:spcAft>
                        <a:buClrTx/>
                        <a:buSzTx/>
                        <a:buFontTx/>
                        <a:buNone/>
                        <a:tabLst/>
                        <a:defRPr/>
                      </a:pPr>
                      <a:endParaRPr lang="en-US" sz="1200" b="0" i="0">
                        <a:latin typeface="Arial" panose="020B0604020202020204" pitchFamily="34" charset="0"/>
                        <a:ea typeface="Riforma LL" panose="020B0504020101020102" pitchFamily="34" charset="77"/>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l">
                        <a:lnSpc>
                          <a:spcPct val="100000"/>
                        </a:lnSpc>
                        <a:spcBef>
                          <a:spcPts val="0"/>
                        </a:spcBef>
                        <a:spcAft>
                          <a:spcPts val="0"/>
                        </a:spcAft>
                        <a:buNone/>
                      </a:pPr>
                      <a:endParaRPr lang="en-US" sz="1100" b="0" i="0" u="none" strike="noStrike" noProof="0" dirty="0">
                        <a:solidFill>
                          <a:srgbClr val="000000"/>
                        </a:solidFill>
                        <a:latin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712036"/>
                  </a:ext>
                </a:extLst>
              </a:tr>
              <a:tr h="6159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How do your offices look like?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None/>
                      </a:pPr>
                      <a:endParaRPr lang="pl-PL" sz="16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911036"/>
                  </a:ext>
                </a:extLst>
              </a:tr>
              <a:tr h="611198">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What capabilities does the achievement provide you with?</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endParaRPr lang="en-US" sz="1100" b="0" i="0" dirty="0">
                        <a:latin typeface="Arial"/>
                        <a:ea typeface="Riforma LL" panose="020B0504020101020102" pitchFamily="34" charset="0"/>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33557090"/>
                  </a:ext>
                </a:extLst>
              </a:tr>
              <a:tr h="67994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How does it feel to achieve your dream?</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endParaRPr lang="en-US" sz="1100" b="0" i="0" dirty="0">
                        <a:latin typeface="Arial"/>
                        <a:ea typeface="Riforma LL" panose="020B0504020101020102" pitchFamily="34" charset="0"/>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16981743"/>
                  </a:ext>
                </a:extLst>
              </a:tr>
              <a:tr h="723013">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How does the team feel about the achievement of your dream?</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a:lnSpc>
                          <a:spcPct val="100000"/>
                        </a:lnSpc>
                        <a:spcBef>
                          <a:spcPts val="0"/>
                        </a:spcBef>
                        <a:spcAft>
                          <a:spcPts val="0"/>
                        </a:spcAft>
                        <a:buClrTx/>
                        <a:buSzTx/>
                        <a:buFontTx/>
                        <a:buNone/>
                      </a:pPr>
                      <a:endParaRPr lang="en-US" sz="1200" b="0" i="0" dirty="0">
                        <a:latin typeface="Arial"/>
                        <a:ea typeface="Riforma LL" panose="020B0504020101020102" pitchFamily="34" charset="0"/>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10728161"/>
                  </a:ext>
                </a:extLst>
              </a:tr>
              <a:tr h="6159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What is your own personal achievement?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l">
                        <a:lnSpc>
                          <a:spcPct val="100000"/>
                        </a:lnSpc>
                        <a:spcBef>
                          <a:spcPts val="0"/>
                        </a:spcBef>
                        <a:spcAft>
                          <a:spcPts val="0"/>
                        </a:spcAft>
                        <a:buNone/>
                      </a:pPr>
                      <a:endParaRPr lang="pl-PL" sz="1600" dirty="0"/>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89613438"/>
                  </a:ext>
                </a:extLst>
              </a:tr>
              <a:tr h="615936">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200" b="0" i="0">
                          <a:latin typeface="Arial"/>
                          <a:ea typeface="Riforma LL" panose="020B0504020101020102" pitchFamily="34" charset="77"/>
                          <a:cs typeface="Arial"/>
                        </a:rPr>
                        <a:t>Who is the person you have become along this journey?</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Tx/>
                        <a:buNone/>
                      </a:pPr>
                      <a:endParaRPr lang="en-US" sz="1100" b="0" i="0" dirty="0">
                        <a:latin typeface="Arial"/>
                        <a:ea typeface="Riforma LL" panose="020B0504020101020102" pitchFamily="34" charset="0"/>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87236550"/>
                  </a:ext>
                </a:extLst>
              </a:tr>
            </a:tbl>
          </a:graphicData>
        </a:graphic>
      </p:graphicFrame>
      <p:pic>
        <p:nvPicPr>
          <p:cNvPr id="3" name="Picture 2">
            <a:extLst>
              <a:ext uri="{FF2B5EF4-FFF2-40B4-BE49-F238E27FC236}">
                <a16:creationId xmlns:a16="http://schemas.microsoft.com/office/drawing/2014/main" id="{A3E82818-9104-0E86-EDB2-2CAA9CC0795F}"/>
              </a:ext>
            </a:extLst>
          </p:cNvPr>
          <p:cNvPicPr>
            <a:picLocks noGrp="1" noRot="1" noChangeAspect="1" noMove="1" noResize="1" noEditPoints="1" noAdjustHandles="1" noChangeArrowheads="1" noChangeShapeType="1" noCrop="1"/>
          </p:cNvPicPr>
          <p:nvPr/>
        </p:nvPicPr>
        <p:blipFill>
          <a:blip r:embed="rId3"/>
          <a:stretch>
            <a:fillRect/>
          </a:stretch>
        </p:blipFill>
        <p:spPr>
          <a:xfrm>
            <a:off x="-1" y="-79357"/>
            <a:ext cx="9262573" cy="919095"/>
          </a:xfrm>
          <a:prstGeom prst="rect">
            <a:avLst/>
          </a:prstGeom>
        </p:spPr>
      </p:pic>
      <p:pic>
        <p:nvPicPr>
          <p:cNvPr id="7" name="Picture 6">
            <a:extLst>
              <a:ext uri="{FF2B5EF4-FFF2-40B4-BE49-F238E27FC236}">
                <a16:creationId xmlns:a16="http://schemas.microsoft.com/office/drawing/2014/main" id="{F721A467-A4BF-35F5-7902-065535BD65EC}"/>
              </a:ext>
            </a:extLst>
          </p:cNvPr>
          <p:cNvPicPr>
            <a:picLocks noGrp="1" noRo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6290311" y="195082"/>
            <a:ext cx="3869730" cy="355285"/>
          </a:xfrm>
          <a:prstGeom prst="rect">
            <a:avLst/>
          </a:prstGeom>
        </p:spPr>
      </p:pic>
    </p:spTree>
    <p:extLst>
      <p:ext uri="{BB962C8B-B14F-4D97-AF65-F5344CB8AC3E}">
        <p14:creationId xmlns:p14="http://schemas.microsoft.com/office/powerpoint/2010/main" val="3110103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3506893574"/>
              </p:ext>
            </p:extLst>
          </p:nvPr>
        </p:nvGraphicFramePr>
        <p:xfrm>
          <a:off x="60962" y="590994"/>
          <a:ext cx="10009014" cy="6886251"/>
        </p:xfrm>
        <a:graphic>
          <a:graphicData uri="http://schemas.openxmlformats.org/drawingml/2006/table">
            <a:tbl>
              <a:tblPr firstRow="1" bandRow="1">
                <a:tableStyleId>{2D5ABB26-0587-4C30-8999-92F81FD0307C}</a:tableStyleId>
              </a:tblPr>
              <a:tblGrid>
                <a:gridCol w="10009014">
                  <a:extLst>
                    <a:ext uri="{9D8B030D-6E8A-4147-A177-3AD203B41FA5}">
                      <a16:colId xmlns:a16="http://schemas.microsoft.com/office/drawing/2014/main" val="3308902235"/>
                    </a:ext>
                  </a:extLst>
                </a:gridCol>
              </a:tblGrid>
              <a:tr h="376221">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panose="020B0604020202020204" pitchFamily="34" charset="0"/>
                          <a:ea typeface="Riforma LL" panose="020B0504020101020102" pitchFamily="34" charset="77"/>
                          <a:cs typeface="Arial" panose="020B0604020202020204" pitchFamily="34" charset="0"/>
                        </a:rPr>
                        <a:t>Describe your dream story</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4531745">
                <a:tc>
                  <a:txBody>
                    <a:bodyPr/>
                    <a:lstStyle/>
                    <a:p>
                      <a:pPr lvl="0" algn="l">
                        <a:lnSpc>
                          <a:spcPct val="100000"/>
                        </a:lnSpc>
                        <a:spcBef>
                          <a:spcPts val="0"/>
                        </a:spcBef>
                        <a:spcAft>
                          <a:spcPts val="0"/>
                        </a:spcAft>
                        <a:buNone/>
                      </a:pPr>
                      <a:endParaRPr lang="en-US" sz="1400" b="0" i="0" u="none" strike="noStrike" noProof="0" dirty="0">
                        <a:solidFill>
                          <a:srgbClr val="242424"/>
                        </a:solidFill>
                        <a:latin typeface="Arial" panose="020B0604020202020204"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384270">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kern="1200">
                          <a:solidFill>
                            <a:schemeClr val="bg1"/>
                          </a:solidFill>
                          <a:latin typeface="Arial" panose="020B0604020202020204" pitchFamily="34" charset="0"/>
                          <a:ea typeface="Riforma LL" panose="020B0504020101020102" pitchFamily="34" charset="77"/>
                          <a:cs typeface="Arial" panose="020B0604020202020204" pitchFamily="34" charset="0"/>
                        </a:rPr>
                        <a:t>If you are to tell your dream story to a friend with 1 sentence, what would it be: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710048040"/>
                  </a:ext>
                </a:extLst>
              </a:tr>
              <a:tr h="1594015">
                <a:tc>
                  <a:txBody>
                    <a:bodyPr/>
                    <a:lstStyle/>
                    <a:p>
                      <a:pPr lvl="0" algn="l">
                        <a:lnSpc>
                          <a:spcPct val="100000"/>
                        </a:lnSpc>
                        <a:spcBef>
                          <a:spcPts val="0"/>
                        </a:spcBef>
                        <a:spcAft>
                          <a:spcPts val="0"/>
                        </a:spcAft>
                        <a:buNone/>
                      </a:pPr>
                      <a:endParaRPr lang="en-US" sz="1200" dirty="0">
                        <a:latin typeface="Arial" panose="020B0604020202020204"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69"/>
                    </a:solidFill>
                  </a:tcPr>
                </a:tc>
                <a:extLst>
                  <a:ext uri="{0D108BD9-81ED-4DB2-BD59-A6C34878D82A}">
                    <a16:rowId xmlns:a16="http://schemas.microsoft.com/office/drawing/2014/main" val="4050904300"/>
                  </a:ext>
                </a:extLst>
              </a:tr>
            </a:tbl>
          </a:graphicData>
        </a:graphic>
      </p:graphicFrame>
      <p:pic>
        <p:nvPicPr>
          <p:cNvPr id="3" name="Picture 2">
            <a:extLst>
              <a:ext uri="{FF2B5EF4-FFF2-40B4-BE49-F238E27FC236}">
                <a16:creationId xmlns:a16="http://schemas.microsoft.com/office/drawing/2014/main" id="{43CED4C8-D101-EFF5-D6A1-4881CAAC8C18}"/>
              </a:ext>
            </a:extLst>
          </p:cNvPr>
          <p:cNvPicPr>
            <a:picLocks noGrp="1" noRot="1" noChangeAspect="1" noMove="1" noResize="1" noEditPoints="1" noAdjustHandles="1" noChangeArrowheads="1" noChangeShapeType="1" noCrop="1"/>
          </p:cNvPicPr>
          <p:nvPr/>
        </p:nvPicPr>
        <p:blipFill>
          <a:blip r:embed="rId3"/>
          <a:stretch>
            <a:fillRect/>
          </a:stretch>
        </p:blipFill>
        <p:spPr>
          <a:xfrm>
            <a:off x="-1" y="-79357"/>
            <a:ext cx="9262573" cy="919095"/>
          </a:xfrm>
          <a:prstGeom prst="rect">
            <a:avLst/>
          </a:prstGeom>
        </p:spPr>
      </p:pic>
      <p:pic>
        <p:nvPicPr>
          <p:cNvPr id="6" name="Picture 5">
            <a:extLst>
              <a:ext uri="{FF2B5EF4-FFF2-40B4-BE49-F238E27FC236}">
                <a16:creationId xmlns:a16="http://schemas.microsoft.com/office/drawing/2014/main" id="{DF6EB51A-3803-BADB-7CE8-C501555EC4FC}"/>
              </a:ext>
            </a:extLst>
          </p:cNvPr>
          <p:cNvPicPr>
            <a:picLocks noGrp="1" noRo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6290311" y="195082"/>
            <a:ext cx="3869730" cy="355285"/>
          </a:xfrm>
          <a:prstGeom prst="rect">
            <a:avLst/>
          </a:prstGeom>
        </p:spPr>
      </p:pic>
    </p:spTree>
    <p:extLst>
      <p:ext uri="{BB962C8B-B14F-4D97-AF65-F5344CB8AC3E}">
        <p14:creationId xmlns:p14="http://schemas.microsoft.com/office/powerpoint/2010/main" val="2451837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74CF6476-D2C3-2348-BEC7-148925E380DF}"/>
              </a:ext>
            </a:extLst>
          </p:cNvPr>
          <p:cNvGraphicFramePr>
            <a:graphicFrameLocks noGrp="1"/>
          </p:cNvGraphicFramePr>
          <p:nvPr>
            <p:extLst>
              <p:ext uri="{D42A27DB-BD31-4B8C-83A1-F6EECF244321}">
                <p14:modId xmlns:p14="http://schemas.microsoft.com/office/powerpoint/2010/main" val="129192541"/>
              </p:ext>
            </p:extLst>
          </p:nvPr>
        </p:nvGraphicFramePr>
        <p:xfrm>
          <a:off x="256819" y="719276"/>
          <a:ext cx="9776012" cy="6631887"/>
        </p:xfrm>
        <a:graphic>
          <a:graphicData uri="http://schemas.openxmlformats.org/drawingml/2006/table">
            <a:tbl>
              <a:tblPr firstRow="1" bandRow="1">
                <a:tableStyleId>{2D5ABB26-0587-4C30-8999-92F81FD0307C}</a:tableStyleId>
              </a:tblPr>
              <a:tblGrid>
                <a:gridCol w="4888006">
                  <a:extLst>
                    <a:ext uri="{9D8B030D-6E8A-4147-A177-3AD203B41FA5}">
                      <a16:colId xmlns:a16="http://schemas.microsoft.com/office/drawing/2014/main" val="3308902235"/>
                    </a:ext>
                  </a:extLst>
                </a:gridCol>
                <a:gridCol w="4888006">
                  <a:extLst>
                    <a:ext uri="{9D8B030D-6E8A-4147-A177-3AD203B41FA5}">
                      <a16:colId xmlns:a16="http://schemas.microsoft.com/office/drawing/2014/main" val="3046643254"/>
                    </a:ext>
                  </a:extLst>
                </a:gridCol>
              </a:tblGrid>
              <a:tr h="434945">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a:ea typeface="Riforma LL" panose="020B0504020101020102" pitchFamily="34" charset="77"/>
                          <a:cs typeface="Arial"/>
                        </a:rPr>
                        <a:t>List 7-10 words that best describe your dream</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a:solidFill>
                            <a:schemeClr val="bg1"/>
                          </a:solidFill>
                          <a:latin typeface="Arial"/>
                          <a:ea typeface="Riforma LL" panose="020B0504020101020102" pitchFamily="34" charset="77"/>
                          <a:cs typeface="Arial"/>
                        </a:rPr>
                        <a:t>The people that could be associated with your dream</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27707021"/>
                  </a:ext>
                </a:extLst>
              </a:tr>
              <a:tr h="2097482">
                <a:tc>
                  <a:txBody>
                    <a:bodyPr/>
                    <a:lstStyle/>
                    <a:p>
                      <a:pPr marL="285750" lvl="0" indent="-285750" algn="l">
                        <a:lnSpc>
                          <a:spcPct val="100000"/>
                        </a:lnSpc>
                        <a:spcBef>
                          <a:spcPts val="0"/>
                        </a:spcBef>
                        <a:spcAft>
                          <a:spcPts val="0"/>
                        </a:spcAft>
                        <a:buFont typeface="Arial" panose="020B0604020202020204" pitchFamily="34" charset="0"/>
                        <a:buChar char="•"/>
                      </a:pPr>
                      <a:endParaRPr lang="en-US" sz="1400" b="0" i="0" u="none" strike="noStrike" noProof="0" dirty="0">
                        <a:solidFill>
                          <a:srgbClr val="000000"/>
                        </a:solidFill>
                        <a:latin typeface="Arial" panose="020B0604020202020204" pitchFamily="34" charset="0"/>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1450" marR="0" lvl="0" indent="-171450" algn="l">
                        <a:lnSpc>
                          <a:spcPct val="100000"/>
                        </a:lnSpc>
                        <a:spcBef>
                          <a:spcPts val="0"/>
                        </a:spcBef>
                        <a:spcAft>
                          <a:spcPts val="0"/>
                        </a:spcAft>
                        <a:buClrTx/>
                        <a:buSzTx/>
                        <a:buFont typeface="Arial" panose="020B0604020202020204" pitchFamily="34" charset="0"/>
                        <a:buChar char="•"/>
                      </a:pPr>
                      <a:endParaRPr lang="en-US" sz="1200" b="0" i="0" dirty="0">
                        <a:latin typeface="Arial"/>
                        <a:ea typeface="Riforma LL" panose="020B0504020101020102" pitchFamily="34" charset="77"/>
                        <a:cs typeface="Arial"/>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8749878"/>
                  </a:ext>
                </a:extLst>
              </a:tr>
              <a:tr h="452636">
                <a:tc gridSpan="2">
                  <a:txBody>
                    <a:bodyPr/>
                    <a:lstStyle/>
                    <a:p>
                      <a:pPr marL="0" marR="0" lvl="0" indent="0" algn="l" defTabSz="913760" rtl="0" eaLnBrk="1" fontAlgn="auto" latinLnBrk="0" hangingPunct="1">
                        <a:lnSpc>
                          <a:spcPct val="100000"/>
                        </a:lnSpc>
                        <a:spcBef>
                          <a:spcPts val="0"/>
                        </a:spcBef>
                        <a:spcAft>
                          <a:spcPts val="0"/>
                        </a:spcAft>
                        <a:buClrTx/>
                        <a:buSzTx/>
                        <a:buFontTx/>
                        <a:buNone/>
                        <a:tabLst/>
                        <a:defRPr/>
                      </a:pPr>
                      <a:r>
                        <a:rPr lang="en-US" sz="1400" b="0" i="0" kern="1200">
                          <a:solidFill>
                            <a:schemeClr val="bg1"/>
                          </a:solidFill>
                          <a:latin typeface="Arial"/>
                          <a:ea typeface="Riforma LL" panose="020B0504020101020102" pitchFamily="34" charset="77"/>
                          <a:cs typeface="Arial"/>
                        </a:rPr>
                        <a:t>Select 7-10 pictures that make your dream vivid</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endParaRPr lang="en-BG"/>
                    </a:p>
                  </a:txBody>
                  <a:tcPr/>
                </a:tc>
                <a:extLst>
                  <a:ext uri="{0D108BD9-81ED-4DB2-BD59-A6C34878D82A}">
                    <a16:rowId xmlns:a16="http://schemas.microsoft.com/office/drawing/2014/main" val="1710048040"/>
                  </a:ext>
                </a:extLst>
              </a:tr>
              <a:tr h="3646824">
                <a:tc gridSpan="2">
                  <a:txBody>
                    <a:bodyPr/>
                    <a:lstStyle/>
                    <a:p>
                      <a:pPr marL="285750" marR="0" lvl="0" indent="-285750" algn="l" defTabSz="91376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BG"/>
                    </a:p>
                  </a:txBody>
                  <a:tcPr/>
                </a:tc>
                <a:extLst>
                  <a:ext uri="{0D108BD9-81ED-4DB2-BD59-A6C34878D82A}">
                    <a16:rowId xmlns:a16="http://schemas.microsoft.com/office/drawing/2014/main" val="4050904300"/>
                  </a:ext>
                </a:extLst>
              </a:tr>
            </a:tbl>
          </a:graphicData>
        </a:graphic>
      </p:graphicFrame>
      <p:pic>
        <p:nvPicPr>
          <p:cNvPr id="3" name="Picture 2">
            <a:extLst>
              <a:ext uri="{FF2B5EF4-FFF2-40B4-BE49-F238E27FC236}">
                <a16:creationId xmlns:a16="http://schemas.microsoft.com/office/drawing/2014/main" id="{C022960C-4729-A534-948C-E924FD35EFA6}"/>
              </a:ext>
            </a:extLst>
          </p:cNvPr>
          <p:cNvPicPr>
            <a:picLocks noGrp="1" noRot="1" noChangeAspect="1" noMove="1" noResize="1" noEditPoints="1" noAdjustHandles="1" noChangeArrowheads="1" noChangeShapeType="1" noCrop="1"/>
          </p:cNvPicPr>
          <p:nvPr/>
        </p:nvPicPr>
        <p:blipFill>
          <a:blip r:embed="rId3"/>
          <a:stretch>
            <a:fillRect/>
          </a:stretch>
        </p:blipFill>
        <p:spPr>
          <a:xfrm>
            <a:off x="0" y="-52852"/>
            <a:ext cx="8840832" cy="877247"/>
          </a:xfrm>
          <a:prstGeom prst="rect">
            <a:avLst/>
          </a:prstGeom>
        </p:spPr>
      </p:pic>
      <p:sp>
        <p:nvSpPr>
          <p:cNvPr id="2" name="TextBox 1">
            <a:extLst>
              <a:ext uri="{FF2B5EF4-FFF2-40B4-BE49-F238E27FC236}">
                <a16:creationId xmlns:a16="http://schemas.microsoft.com/office/drawing/2014/main" id="{EB171F56-627E-C7FC-DB65-634C364E36C5}"/>
              </a:ext>
            </a:extLst>
          </p:cNvPr>
          <p:cNvSpPr txBox="1">
            <a:spLocks noGrp="1" noRot="1" noMove="1" noResize="1" noEditPoints="1" noAdjustHandles="1" noChangeArrowheads="1" noChangeShapeType="1"/>
          </p:cNvSpPr>
          <p:nvPr/>
        </p:nvSpPr>
        <p:spPr>
          <a:xfrm>
            <a:off x="4766046" y="242623"/>
            <a:ext cx="5342860" cy="230832"/>
          </a:xfrm>
          <a:prstGeom prst="rect">
            <a:avLst/>
          </a:prstGeom>
          <a:noFill/>
        </p:spPr>
        <p:txBody>
          <a:bodyPr wrap="square">
            <a:spAutoFit/>
          </a:bodyPr>
          <a:lstStyle/>
          <a:p>
            <a:pPr algn="r"/>
            <a:r>
              <a:rPr lang="en-GB" sz="900" b="0" i="0" u="none" strike="noStrike">
                <a:effectLst/>
                <a:latin typeface="Monument Grotesk Mono" panose="02010504030000020004" pitchFamily="2" charset="0"/>
              </a:rPr>
              <a:t>[MODULE:INDIVIDUAL AND COMPANY IDENTITY - SPRINT:DREAM]</a:t>
            </a:r>
            <a:endParaRPr lang="en-BG" sz="900">
              <a:latin typeface="Monument Grotesk Mono" panose="02010504030000020004" pitchFamily="2" charset="0"/>
            </a:endParaRPr>
          </a:p>
        </p:txBody>
      </p:sp>
    </p:spTree>
    <p:extLst>
      <p:ext uri="{BB962C8B-B14F-4D97-AF65-F5344CB8AC3E}">
        <p14:creationId xmlns:p14="http://schemas.microsoft.com/office/powerpoint/2010/main" val="1820793006"/>
      </p:ext>
    </p:extLst>
  </p:cSld>
  <p:clrMapOvr>
    <a:masterClrMapping/>
  </p:clrMapOvr>
</p:sld>
</file>

<file path=ppt/theme/theme1.xml><?xml version="1.0" encoding="utf-8"?>
<a:theme xmlns:a="http://schemas.openxmlformats.org/drawingml/2006/main" name="4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ast Track PF Square Sans Pro">
      <a:majorFont>
        <a:latin typeface="PF Square Sans Pro Medium"/>
        <a:ea typeface=""/>
        <a:cs typeface=""/>
      </a:majorFont>
      <a:minorFont>
        <a:latin typeface="PF Square Sans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OLID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347</Words>
  <Application>Microsoft Macintosh PowerPoint</Application>
  <PresentationFormat>Custom</PresentationFormat>
  <Paragraphs>26</Paragraphs>
  <Slides>4</Slides>
  <Notes>4</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4</vt:i4>
      </vt:variant>
    </vt:vector>
  </HeadingPairs>
  <TitlesOfParts>
    <vt:vector size="13" baseType="lpstr">
      <vt:lpstr>Arial</vt:lpstr>
      <vt:lpstr>Arial Black</vt:lpstr>
      <vt:lpstr>Calibri</vt:lpstr>
      <vt:lpstr>Calibri </vt:lpstr>
      <vt:lpstr>Monument Grotesk Mono</vt:lpstr>
      <vt:lpstr>PF Square Sans Pro Light</vt:lpstr>
      <vt:lpstr>4_Custom Design</vt:lpstr>
      <vt:lpstr>5_Custom Design</vt:lpstr>
      <vt:lpstr>SOLIDS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identity</dc:title>
  <dc:creator>Miroslav</dc:creator>
  <cp:lastModifiedBy>Nikol Nankova</cp:lastModifiedBy>
  <cp:revision>4</cp:revision>
  <cp:lastPrinted>2020-02-28T13:07:06Z</cp:lastPrinted>
  <dcterms:created xsi:type="dcterms:W3CDTF">2019-08-22T09:52:59Z</dcterms:created>
  <dcterms:modified xsi:type="dcterms:W3CDTF">2024-11-12T11:27:53Z</dcterms:modified>
</cp:coreProperties>
</file>