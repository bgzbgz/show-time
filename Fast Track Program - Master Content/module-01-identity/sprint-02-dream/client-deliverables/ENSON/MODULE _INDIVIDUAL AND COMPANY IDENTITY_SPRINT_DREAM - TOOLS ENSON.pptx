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9"/>
  </p:notesMasterIdLst>
  <p:handoutMasterIdLst>
    <p:handoutMasterId r:id="rId10"/>
  </p:handoutMasterIdLst>
  <p:sldIdLst>
    <p:sldId id="2465" r:id="rId4"/>
    <p:sldId id="2420" r:id="rId5"/>
    <p:sldId id="2463" r:id="rId6"/>
    <p:sldId id="2423" r:id="rId7"/>
    <p:sldId id="2466" r:id="rId8"/>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FF63A3-B20A-359A-DA07-EA9144AAA09B}" v="25" dt="2024-10-23T12:48:25.7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ść" userId="S::urn:spo:anon#2c5b6171c7db574fdf4723c21d3f6fcc15ff42d337a845411e8b6bcd85d523c0::" providerId="AD" clId="Web-{9EA908D2-709F-8E68-D21E-C363241A1A59}"/>
    <pc:docChg chg="modSld">
      <pc:chgData name="Gość" userId="S::urn:spo:anon#2c5b6171c7db574fdf4723c21d3f6fcc15ff42d337a845411e8b6bcd85d523c0::" providerId="AD" clId="Web-{9EA908D2-709F-8E68-D21E-C363241A1A59}" dt="2024-10-20T08:18:04.446" v="5"/>
      <pc:docMkLst>
        <pc:docMk/>
      </pc:docMkLst>
      <pc:sldChg chg="modSp">
        <pc:chgData name="Gość" userId="S::urn:spo:anon#2c5b6171c7db574fdf4723c21d3f6fcc15ff42d337a845411e8b6bcd85d523c0::" providerId="AD" clId="Web-{9EA908D2-709F-8E68-D21E-C363241A1A59}" dt="2024-10-20T08:18:04.446" v="5"/>
        <pc:sldMkLst>
          <pc:docMk/>
          <pc:sldMk cId="2451837985" sldId="2423"/>
        </pc:sldMkLst>
        <pc:graphicFrameChg chg="mod modGraphic">
          <ac:chgData name="Gość" userId="S::urn:spo:anon#2c5b6171c7db574fdf4723c21d3f6fcc15ff42d337a845411e8b6bcd85d523c0::" providerId="AD" clId="Web-{9EA908D2-709F-8E68-D21E-C363241A1A59}" dt="2024-10-20T08:18:04.446" v="5"/>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5577CB4-C538-AD37-FCE4-4536A7DCDE6E}"/>
    <pc:docChg chg="modSld">
      <pc:chgData name="Gość" userId="S::urn:spo:anon#48652732098c129f023f8102675102656a20b40396a24ea505534f92b67ad4dd::" providerId="AD" clId="Web-{65577CB4-C538-AD37-FCE4-4536A7DCDE6E}" dt="2024-10-20T11:20:41.422" v="3121"/>
      <pc:docMkLst>
        <pc:docMk/>
      </pc:docMkLst>
      <pc:sldChg chg="modSp">
        <pc:chgData name="Gość" userId="S::urn:spo:anon#48652732098c129f023f8102675102656a20b40396a24ea505534f92b67ad4dd::" providerId="AD" clId="Web-{65577CB4-C538-AD37-FCE4-4536A7DCDE6E}" dt="2024-10-20T11:20:41.422" v="3121"/>
        <pc:sldMkLst>
          <pc:docMk/>
          <pc:sldMk cId="2451837985" sldId="2423"/>
        </pc:sldMkLst>
        <pc:graphicFrameChg chg="mod modGraphic">
          <ac:chgData name="Gość" userId="S::urn:spo:anon#48652732098c129f023f8102675102656a20b40396a24ea505534f92b67ad4dd::" providerId="AD" clId="Web-{65577CB4-C538-AD37-FCE4-4536A7DCDE6E}" dt="2024-10-20T11:20:41.422" v="3121"/>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5577CB4-C538-AD37-FCE4-4536A7DCDE6E}" dt="2024-10-20T11:06:51.545" v="3043"/>
        <pc:sldMkLst>
          <pc:docMk/>
          <pc:sldMk cId="1820793006" sldId="2466"/>
        </pc:sldMkLst>
        <pc:graphicFrameChg chg="mod modGraphic">
          <ac:chgData name="Gość" userId="S::urn:spo:anon#48652732098c129f023f8102675102656a20b40396a24ea505534f92b67ad4dd::" providerId="AD" clId="Web-{65577CB4-C538-AD37-FCE4-4536A7DCDE6E}" dt="2024-10-20T11:06:51.545" v="3043"/>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B4391A7C-8BD0-0F45-7BF2-24D2E77B7FC9}"/>
    <pc:docChg chg="modSld">
      <pc:chgData name="Gość" userId="S::urn:spo:anon#48652732098c129f023f8102675102656a20b40396a24ea505534f92b67ad4dd::" providerId="AD" clId="Web-{B4391A7C-8BD0-0F45-7BF2-24D2E77B7FC9}" dt="2024-10-19T10:06:27.922" v="161"/>
      <pc:docMkLst>
        <pc:docMk/>
      </pc:docMkLst>
      <pc:sldChg chg="modSp">
        <pc:chgData name="Gość" userId="S::urn:spo:anon#48652732098c129f023f8102675102656a20b40396a24ea505534f92b67ad4dd::" providerId="AD" clId="Web-{B4391A7C-8BD0-0F45-7BF2-24D2E77B7FC9}" dt="2024-10-19T10:02:18.538" v="151"/>
        <pc:sldMkLst>
          <pc:docMk/>
          <pc:sldMk cId="2451837985" sldId="2423"/>
        </pc:sldMkLst>
        <pc:graphicFrameChg chg="mod modGraphic">
          <ac:chgData name="Gość" userId="S::urn:spo:anon#48652732098c129f023f8102675102656a20b40396a24ea505534f92b67ad4dd::" providerId="AD" clId="Web-{B4391A7C-8BD0-0F45-7BF2-24D2E77B7FC9}" dt="2024-10-19T10:02:18.538" v="151"/>
          <ac:graphicFrameMkLst>
            <pc:docMk/>
            <pc:sldMk cId="2451837985" sldId="2423"/>
            <ac:graphicFrameMk id="12" creationId="{74CF6476-D2C3-2348-BEC7-148925E380DF}"/>
          </ac:graphicFrameMkLst>
        </pc:graphicFrameChg>
      </pc:sldChg>
      <pc:sldChg chg="addSp delSp modSp">
        <pc:chgData name="Gość" userId="S::urn:spo:anon#48652732098c129f023f8102675102656a20b40396a24ea505534f92b67ad4dd::" providerId="AD" clId="Web-{B4391A7C-8BD0-0F45-7BF2-24D2E77B7FC9}" dt="2024-10-19T10:06:27.922" v="161"/>
        <pc:sldMkLst>
          <pc:docMk/>
          <pc:sldMk cId="1820793006" sldId="2466"/>
        </pc:sldMkLst>
        <pc:spChg chg="add del mod">
          <ac:chgData name="Gość" userId="S::urn:spo:anon#48652732098c129f023f8102675102656a20b40396a24ea505534f92b67ad4dd::" providerId="AD" clId="Web-{B4391A7C-8BD0-0F45-7BF2-24D2E77B7FC9}" dt="2024-10-19T10:04:00.557" v="157"/>
          <ac:spMkLst>
            <pc:docMk/>
            <pc:sldMk cId="1820793006" sldId="2466"/>
            <ac:spMk id="4" creationId="{7C307515-0EDA-8800-31F7-BC042638A1BB}"/>
          </ac:spMkLst>
        </pc:spChg>
        <pc:spChg chg="add del mod">
          <ac:chgData name="Gość" userId="S::urn:spo:anon#48652732098c129f023f8102675102656a20b40396a24ea505534f92b67ad4dd::" providerId="AD" clId="Web-{B4391A7C-8BD0-0F45-7BF2-24D2E77B7FC9}" dt="2024-10-19T10:03:56.713" v="156"/>
          <ac:spMkLst>
            <pc:docMk/>
            <pc:sldMk cId="1820793006" sldId="2466"/>
            <ac:spMk id="5" creationId="{361A4FF2-9D23-6753-1FC7-53827C7544E4}"/>
          </ac:spMkLst>
        </pc:spChg>
        <pc:picChg chg="add del mod">
          <ac:chgData name="Gość" userId="S::urn:spo:anon#48652732098c129f023f8102675102656a20b40396a24ea505534f92b67ad4dd::" providerId="AD" clId="Web-{B4391A7C-8BD0-0F45-7BF2-24D2E77B7FC9}" dt="2024-10-19T10:06:27.922" v="161"/>
          <ac:picMkLst>
            <pc:docMk/>
            <pc:sldMk cId="1820793006" sldId="2466"/>
            <ac:picMk id="6" creationId="{19BD3D90-E597-AC72-FC41-B8AE4BD19F5B}"/>
          </ac:picMkLst>
        </pc:picChg>
        <pc:picChg chg="add del mod">
          <ac:chgData name="Gość" userId="S::urn:spo:anon#48652732098c129f023f8102675102656a20b40396a24ea505534f92b67ad4dd::" providerId="AD" clId="Web-{B4391A7C-8BD0-0F45-7BF2-24D2E77B7FC9}" dt="2024-10-19T10:06:25.235" v="160"/>
          <ac:picMkLst>
            <pc:docMk/>
            <pc:sldMk cId="1820793006" sldId="2466"/>
            <ac:picMk id="7" creationId="{DEC7BCF5-C970-0841-DF7A-A9665EF8065A}"/>
          </ac:picMkLst>
        </pc:picChg>
      </pc:sldChg>
    </pc:docChg>
  </pc:docChgLst>
  <pc:docChgLst>
    <pc:chgData name="Gość" userId="S::urn:spo:anon#48652732098c129f023f8102675102656a20b40396a24ea505534f92b67ad4dd::" providerId="AD" clId="Web-{B2DEF801-D185-513C-5925-DC9FA258F6B9}"/>
    <pc:docChg chg="modSld">
      <pc:chgData name="Gość" userId="S::urn:spo:anon#48652732098c129f023f8102675102656a20b40396a24ea505534f92b67ad4dd::" providerId="AD" clId="Web-{B2DEF801-D185-513C-5925-DC9FA258F6B9}" dt="2024-10-17T08:32:19.465" v="15"/>
      <pc:docMkLst>
        <pc:docMk/>
      </pc:docMkLst>
      <pc:sldChg chg="modSp">
        <pc:chgData name="Gość" userId="S::urn:spo:anon#48652732098c129f023f8102675102656a20b40396a24ea505534f92b67ad4dd::" providerId="AD" clId="Web-{B2DEF801-D185-513C-5925-DC9FA258F6B9}" dt="2024-10-17T08:32:19.465" v="15"/>
        <pc:sldMkLst>
          <pc:docMk/>
          <pc:sldMk cId="1820793006" sldId="2466"/>
        </pc:sldMkLst>
        <pc:graphicFrameChg chg="mod modGraphic">
          <ac:chgData name="Gość" userId="S::urn:spo:anon#48652732098c129f023f8102675102656a20b40396a24ea505534f92b67ad4dd::" providerId="AD" clId="Web-{B2DEF801-D185-513C-5925-DC9FA258F6B9}" dt="2024-10-17T08:32:19.465" v="1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F827C23D-7689-BD05-FAF5-34CE2F6D6362}"/>
    <pc:docChg chg="modSld">
      <pc:chgData name="Gość" userId="S::urn:spo:anon#48652732098c129f023f8102675102656a20b40396a24ea505534f92b67ad4dd::" providerId="AD" clId="Web-{F827C23D-7689-BD05-FAF5-34CE2F6D6362}" dt="2024-10-20T11:52:25.847" v="55"/>
      <pc:docMkLst>
        <pc:docMk/>
      </pc:docMkLst>
      <pc:sldChg chg="modSp">
        <pc:chgData name="Gość" userId="S::urn:spo:anon#48652732098c129f023f8102675102656a20b40396a24ea505534f92b67ad4dd::" providerId="AD" clId="Web-{F827C23D-7689-BD05-FAF5-34CE2F6D6362}" dt="2024-10-20T11:52:25.847" v="55"/>
        <pc:sldMkLst>
          <pc:docMk/>
          <pc:sldMk cId="2451837985" sldId="2423"/>
        </pc:sldMkLst>
        <pc:graphicFrameChg chg="mod modGraphic">
          <ac:chgData name="Gość" userId="S::urn:spo:anon#48652732098c129f023f8102675102656a20b40396a24ea505534f92b67ad4dd::" providerId="AD" clId="Web-{F827C23D-7689-BD05-FAF5-34CE2F6D6362}" dt="2024-10-20T11:52:25.847" v="55"/>
          <ac:graphicFrameMkLst>
            <pc:docMk/>
            <pc:sldMk cId="2451837985" sldId="2423"/>
            <ac:graphicFrameMk id="12" creationId="{74CF6476-D2C3-2348-BEC7-148925E380DF}"/>
          </ac:graphicFrameMkLst>
        </pc:graphicFrameChg>
      </pc:sldChg>
    </pc:docChg>
  </pc:docChgLst>
  <pc:docChgLst>
    <pc:chgData name="Gość" userId="S::urn:spo:anon#012f7925bfe39c15b70d12d6afb658ca714dd210a097a6249bb25f1272505b1a::" providerId="AD" clId="Web-{48C0BC53-9034-876A-62BC-76BF6104DD3B}"/>
    <pc:docChg chg="modSld">
      <pc:chgData name="Gość" userId="S::urn:spo:anon#012f7925bfe39c15b70d12d6afb658ca714dd210a097a6249bb25f1272505b1a::" providerId="AD" clId="Web-{48C0BC53-9034-876A-62BC-76BF6104DD3B}" dt="2024-10-14T10:05:13.007" v="17"/>
      <pc:docMkLst>
        <pc:docMk/>
      </pc:docMkLst>
      <pc:sldChg chg="modSp">
        <pc:chgData name="Gość" userId="S::urn:spo:anon#012f7925bfe39c15b70d12d6afb658ca714dd210a097a6249bb25f1272505b1a::" providerId="AD" clId="Web-{48C0BC53-9034-876A-62BC-76BF6104DD3B}" dt="2024-10-14T10:05:13.007" v="17"/>
        <pc:sldMkLst>
          <pc:docMk/>
          <pc:sldMk cId="2451837985" sldId="2423"/>
        </pc:sldMkLst>
        <pc:graphicFrameChg chg="mod modGraphic">
          <ac:chgData name="Gość" userId="S::urn:spo:anon#012f7925bfe39c15b70d12d6afb658ca714dd210a097a6249bb25f1272505b1a::" providerId="AD" clId="Web-{48C0BC53-9034-876A-62BC-76BF6104DD3B}" dt="2024-10-14T10:05:13.007" v="1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26280259-1504-EFBB-6DCD-1C68DAFC20C1}"/>
    <pc:docChg chg="modSld">
      <pc:chgData name="Gość" userId="S::urn:spo:anon#48652732098c129f023f8102675102656a20b40396a24ea505534f92b67ad4dd::" providerId="AD" clId="Web-{26280259-1504-EFBB-6DCD-1C68DAFC20C1}" dt="2024-10-14T07:45:31.171" v="1"/>
      <pc:docMkLst>
        <pc:docMk/>
      </pc:docMkLst>
      <pc:sldChg chg="modSp">
        <pc:chgData name="Gość" userId="S::urn:spo:anon#48652732098c129f023f8102675102656a20b40396a24ea505534f92b67ad4dd::" providerId="AD" clId="Web-{26280259-1504-EFBB-6DCD-1C68DAFC20C1}" dt="2024-10-14T07:45:31.171" v="1"/>
        <pc:sldMkLst>
          <pc:docMk/>
          <pc:sldMk cId="3110103477" sldId="2463"/>
        </pc:sldMkLst>
        <pc:graphicFrameChg chg="modGraphic">
          <ac:chgData name="Gość" userId="S::urn:spo:anon#48652732098c129f023f8102675102656a20b40396a24ea505534f92b67ad4dd::" providerId="AD" clId="Web-{26280259-1504-EFBB-6DCD-1C68DAFC20C1}" dt="2024-10-14T07:45:31.171" v="1"/>
          <ac:graphicFrameMkLst>
            <pc:docMk/>
            <pc:sldMk cId="3110103477" sldId="2463"/>
            <ac:graphicFrameMk id="12" creationId="{74CF6476-D2C3-2348-BEC7-148925E380DF}"/>
          </ac:graphicFrameMkLst>
        </pc:graphicFrameChg>
      </pc:sldChg>
    </pc:docChg>
  </pc:docChgLst>
  <pc:docChgLst>
    <pc:chgData name="Ana-Maria Nankova" userId="S::ana-maria@fasttrack-europe.com::a218cca0-34b6-447c-a499-8829ab6c4acb" providerId="AD" clId="Web-{FBFF63A3-B20A-359A-DA07-EA9144AAA09B}"/>
    <pc:docChg chg="modSld">
      <pc:chgData name="Ana-Maria Nankova" userId="S::ana-maria@fasttrack-europe.com::a218cca0-34b6-447c-a499-8829ab6c4acb" providerId="AD" clId="Web-{FBFF63A3-B20A-359A-DA07-EA9144AAA09B}" dt="2024-10-23T12:35:17.462" v="21"/>
      <pc:docMkLst>
        <pc:docMk/>
      </pc:docMkLst>
      <pc:sldChg chg="modSp">
        <pc:chgData name="Ana-Maria Nankova" userId="S::ana-maria@fasttrack-europe.com::a218cca0-34b6-447c-a499-8829ab6c4acb" providerId="AD" clId="Web-{FBFF63A3-B20A-359A-DA07-EA9144AAA09B}" dt="2024-10-23T12:35:17.462" v="21"/>
        <pc:sldMkLst>
          <pc:docMk/>
          <pc:sldMk cId="2451837985" sldId="2423"/>
        </pc:sldMkLst>
        <pc:graphicFrameChg chg="mod modGraphic">
          <ac:chgData name="Ana-Maria Nankova" userId="S::ana-maria@fasttrack-europe.com::a218cca0-34b6-447c-a499-8829ab6c4acb" providerId="AD" clId="Web-{FBFF63A3-B20A-359A-DA07-EA9144AAA09B}" dt="2024-10-23T12:35:17.462" v="21"/>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E2AB3C64-DE71-8C07-EE4C-75B97571FDCE}"/>
    <pc:docChg chg="modSld">
      <pc:chgData name="Gość" userId="S::urn:spo:anon#48652732098c129f023f8102675102656a20b40396a24ea505534f92b67ad4dd::" providerId="AD" clId="Web-{E2AB3C64-DE71-8C07-EE4C-75B97571FDCE}" dt="2024-10-17T09:27:27.152" v="6542"/>
      <pc:docMkLst>
        <pc:docMk/>
      </pc:docMkLst>
      <pc:sldChg chg="modSp">
        <pc:chgData name="Gość" userId="S::urn:spo:anon#48652732098c129f023f8102675102656a20b40396a24ea505534f92b67ad4dd::" providerId="AD" clId="Web-{E2AB3C64-DE71-8C07-EE4C-75B97571FDCE}" dt="2024-10-17T08:37:04.482" v="3210"/>
        <pc:sldMkLst>
          <pc:docMk/>
          <pc:sldMk cId="1877047662" sldId="2420"/>
        </pc:sldMkLst>
        <pc:graphicFrameChg chg="mod modGraphic">
          <ac:chgData name="Gość" userId="S::urn:spo:anon#48652732098c129f023f8102675102656a20b40396a24ea505534f92b67ad4dd::" providerId="AD" clId="Web-{E2AB3C64-DE71-8C07-EE4C-75B97571FDCE}" dt="2024-10-17T08:37:04.482" v="3210"/>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E2AB3C64-DE71-8C07-EE4C-75B97571FDCE}" dt="2024-10-17T09:24:37.271" v="6456"/>
        <pc:sldMkLst>
          <pc:docMk/>
          <pc:sldMk cId="2451837985" sldId="2423"/>
        </pc:sldMkLst>
        <pc:graphicFrameChg chg="mod modGraphic">
          <ac:chgData name="Gość" userId="S::urn:spo:anon#48652732098c129f023f8102675102656a20b40396a24ea505534f92b67ad4dd::" providerId="AD" clId="Web-{E2AB3C64-DE71-8C07-EE4C-75B97571FDCE}" dt="2024-10-17T09:24:37.271" v="6456"/>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E2AB3C64-DE71-8C07-EE4C-75B97571FDCE}" dt="2024-10-17T09:00:00.537" v="5134"/>
        <pc:sldMkLst>
          <pc:docMk/>
          <pc:sldMk cId="3110103477" sldId="2463"/>
        </pc:sldMkLst>
        <pc:graphicFrameChg chg="mod modGraphic">
          <ac:chgData name="Gość" userId="S::urn:spo:anon#48652732098c129f023f8102675102656a20b40396a24ea505534f92b67ad4dd::" providerId="AD" clId="Web-{E2AB3C64-DE71-8C07-EE4C-75B97571FDCE}" dt="2024-10-17T09:00:00.537" v="5134"/>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E2AB3C64-DE71-8C07-EE4C-75B97571FDCE}" dt="2024-10-17T08:38:38.644" v="3330"/>
        <pc:sldMkLst>
          <pc:docMk/>
          <pc:sldMk cId="4070156159" sldId="2465"/>
        </pc:sldMkLst>
        <pc:graphicFrameChg chg="mod modGraphic">
          <ac:chgData name="Gość" userId="S::urn:spo:anon#48652732098c129f023f8102675102656a20b40396a24ea505534f92b67ad4dd::" providerId="AD" clId="Web-{E2AB3C64-DE71-8C07-EE4C-75B97571FDCE}" dt="2024-10-17T08:38:38.644" v="3330"/>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E2AB3C64-DE71-8C07-EE4C-75B97571FDCE}" dt="2024-10-17T09:27:27.152" v="6542"/>
        <pc:sldMkLst>
          <pc:docMk/>
          <pc:sldMk cId="1820793006" sldId="2466"/>
        </pc:sldMkLst>
        <pc:graphicFrameChg chg="mod modGraphic">
          <ac:chgData name="Gość" userId="S::urn:spo:anon#48652732098c129f023f8102675102656a20b40396a24ea505534f92b67ad4dd::" providerId="AD" clId="Web-{E2AB3C64-DE71-8C07-EE4C-75B97571FDCE}" dt="2024-10-17T09:27:27.152" v="6542"/>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233D6511-9B9D-D0B8-92ED-8C4FDA334F21}"/>
    <pc:docChg chg="modSld">
      <pc:chgData name="Gość" userId="S::urn:spo:anon#48652732098c129f023f8102675102656a20b40396a24ea505534f92b67ad4dd::" providerId="AD" clId="Web-{233D6511-9B9D-D0B8-92ED-8C4FDA334F21}" dt="2024-10-18T12:55:44.248" v="19"/>
      <pc:docMkLst>
        <pc:docMk/>
      </pc:docMkLst>
      <pc:sldChg chg="modSp">
        <pc:chgData name="Gość" userId="S::urn:spo:anon#48652732098c129f023f8102675102656a20b40396a24ea505534f92b67ad4dd::" providerId="AD" clId="Web-{233D6511-9B9D-D0B8-92ED-8C4FDA334F21}" dt="2024-10-18T12:55:44.248" v="19"/>
        <pc:sldMkLst>
          <pc:docMk/>
          <pc:sldMk cId="2451837985" sldId="2423"/>
        </pc:sldMkLst>
        <pc:graphicFrameChg chg="mod modGraphic">
          <ac:chgData name="Gość" userId="S::urn:spo:anon#48652732098c129f023f8102675102656a20b40396a24ea505534f92b67ad4dd::" providerId="AD" clId="Web-{233D6511-9B9D-D0B8-92ED-8C4FDA334F21}" dt="2024-10-18T12:55:44.248" v="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BEA125D0-1AA6-A7AD-EBE1-34644282BE49}"/>
    <pc:docChg chg="modSld">
      <pc:chgData name="Gość" userId="S::urn:spo:anon#48652732098c129f023f8102675102656a20b40396a24ea505534f92b67ad4dd::" providerId="AD" clId="Web-{BEA125D0-1AA6-A7AD-EBE1-34644282BE49}" dt="2024-10-18T16:39:22.537" v="19"/>
      <pc:docMkLst>
        <pc:docMk/>
      </pc:docMkLst>
      <pc:sldChg chg="modSp">
        <pc:chgData name="Gość" userId="S::urn:spo:anon#48652732098c129f023f8102675102656a20b40396a24ea505534f92b67ad4dd::" providerId="AD" clId="Web-{BEA125D0-1AA6-A7AD-EBE1-34644282BE49}" dt="2024-10-18T16:39:22.537" v="19"/>
        <pc:sldMkLst>
          <pc:docMk/>
          <pc:sldMk cId="2451837985" sldId="2423"/>
        </pc:sldMkLst>
        <pc:graphicFrameChg chg="mod modGraphic">
          <ac:chgData name="Gość" userId="S::urn:spo:anon#48652732098c129f023f8102675102656a20b40396a24ea505534f92b67ad4dd::" providerId="AD" clId="Web-{BEA125D0-1AA6-A7AD-EBE1-34644282BE49}" dt="2024-10-18T16:39:22.537" v="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20A08A5-AB32-CBFB-85AC-1CA5549730EE}"/>
    <pc:docChg chg="addSld delSld modSld">
      <pc:chgData name="Gość" userId="S::urn:spo:anon#48652732098c129f023f8102675102656a20b40396a24ea505534f92b67ad4dd::" providerId="AD" clId="Web-{620A08A5-AB32-CBFB-85AC-1CA5549730EE}" dt="2024-10-18T12:52:26.441" v="366"/>
      <pc:docMkLst>
        <pc:docMk/>
      </pc:docMkLst>
      <pc:sldChg chg="modSp">
        <pc:chgData name="Gość" userId="S::urn:spo:anon#48652732098c129f023f8102675102656a20b40396a24ea505534f92b67ad4dd::" providerId="AD" clId="Web-{620A08A5-AB32-CBFB-85AC-1CA5549730EE}" dt="2024-10-18T12:42:47.931" v="353"/>
        <pc:sldMkLst>
          <pc:docMk/>
          <pc:sldMk cId="2451837985" sldId="2423"/>
        </pc:sldMkLst>
        <pc:graphicFrameChg chg="mod modGraphic">
          <ac:chgData name="Gość" userId="S::urn:spo:anon#48652732098c129f023f8102675102656a20b40396a24ea505534f92b67ad4dd::" providerId="AD" clId="Web-{620A08A5-AB32-CBFB-85AC-1CA5549730EE}" dt="2024-10-18T12:42:47.931" v="353"/>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20A08A5-AB32-CBFB-85AC-1CA5549730EE}" dt="2024-10-18T12:30:00.933" v="335"/>
        <pc:sldMkLst>
          <pc:docMk/>
          <pc:sldMk cId="4070156159" sldId="2465"/>
        </pc:sldMkLst>
        <pc:graphicFrameChg chg="mod modGraphic">
          <ac:chgData name="Gość" userId="S::urn:spo:anon#48652732098c129f023f8102675102656a20b40396a24ea505534f92b67ad4dd::" providerId="AD" clId="Web-{620A08A5-AB32-CBFB-85AC-1CA5549730EE}" dt="2024-10-18T12:30:00.933" v="335"/>
          <ac:graphicFrameMkLst>
            <pc:docMk/>
            <pc:sldMk cId="4070156159" sldId="2465"/>
            <ac:graphicFrameMk id="18" creationId="{1F74CD5A-9F80-0549-8844-6BFF5ADE70C7}"/>
          </ac:graphicFrameMkLst>
        </pc:graphicFrameChg>
      </pc:sldChg>
      <pc:sldChg chg="addSp delSp modSp">
        <pc:chgData name="Gość" userId="S::urn:spo:anon#48652732098c129f023f8102675102656a20b40396a24ea505534f92b67ad4dd::" providerId="AD" clId="Web-{620A08A5-AB32-CBFB-85AC-1CA5549730EE}" dt="2024-10-18T12:52:22.925" v="365"/>
        <pc:sldMkLst>
          <pc:docMk/>
          <pc:sldMk cId="1820793006" sldId="2466"/>
        </pc:sldMkLst>
        <pc:graphicFrameChg chg="mod modGraphic">
          <ac:chgData name="Gość" userId="S::urn:spo:anon#48652732098c129f023f8102675102656a20b40396a24ea505534f92b67ad4dd::" providerId="AD" clId="Web-{620A08A5-AB32-CBFB-85AC-1CA5549730EE}" dt="2024-10-18T12:51:54.612" v="363"/>
          <ac:graphicFrameMkLst>
            <pc:docMk/>
            <pc:sldMk cId="1820793006" sldId="2466"/>
            <ac:graphicFrameMk id="12" creationId="{74CF6476-D2C3-2348-BEC7-148925E380DF}"/>
          </ac:graphicFrameMkLst>
        </pc:graphicFrameChg>
        <pc:picChg chg="add del mod">
          <ac:chgData name="Gość" userId="S::urn:spo:anon#48652732098c129f023f8102675102656a20b40396a24ea505534f92b67ad4dd::" providerId="AD" clId="Web-{620A08A5-AB32-CBFB-85AC-1CA5549730EE}" dt="2024-10-18T12:52:22.925" v="365"/>
          <ac:picMkLst>
            <pc:docMk/>
            <pc:sldMk cId="1820793006" sldId="2466"/>
            <ac:picMk id="4" creationId="{4F10198E-FD3F-67EF-C8AB-1BFA25303112}"/>
          </ac:picMkLst>
        </pc:picChg>
      </pc:sldChg>
      <pc:sldChg chg="addSp delSp modSp new del">
        <pc:chgData name="Gość" userId="S::urn:spo:anon#48652732098c129f023f8102675102656a20b40396a24ea505534f92b67ad4dd::" providerId="AD" clId="Web-{620A08A5-AB32-CBFB-85AC-1CA5549730EE}" dt="2024-10-18T12:52:26.441" v="366"/>
        <pc:sldMkLst>
          <pc:docMk/>
          <pc:sldMk cId="361989928" sldId="2467"/>
        </pc:sldMkLst>
        <pc:picChg chg="add del mod">
          <ac:chgData name="Gość" userId="S::urn:spo:anon#48652732098c129f023f8102675102656a20b40396a24ea505534f92b67ad4dd::" providerId="AD" clId="Web-{620A08A5-AB32-CBFB-85AC-1CA5549730EE}" dt="2024-10-18T12:51:07.143" v="359"/>
          <ac:picMkLst>
            <pc:docMk/>
            <pc:sldMk cId="361989928" sldId="2467"/>
            <ac:picMk id="8" creationId="{0F36D66C-A4C7-6EF4-6DAD-25FFF4D27751}"/>
          </ac:picMkLst>
        </pc:picChg>
      </pc:sldChg>
      <pc:sldChg chg="add del replId">
        <pc:chgData name="Gość" userId="S::urn:spo:anon#48652732098c129f023f8102675102656a20b40396a24ea505534f92b67ad4dd::" providerId="AD" clId="Web-{620A08A5-AB32-CBFB-85AC-1CA5549730EE}" dt="2024-10-18T12:48:13.561" v="355"/>
        <pc:sldMkLst>
          <pc:docMk/>
          <pc:sldMk cId="411644085" sldId="2467"/>
        </pc:sldMkLst>
      </pc:sldChg>
    </pc:docChg>
  </pc:docChgLst>
  <pc:docChgLst>
    <pc:chgData name="Gość" userId="S::urn:spo:anon#48652732098c129f023f8102675102656a20b40396a24ea505534f92b67ad4dd::" providerId="AD" clId="Web-{1195CA78-1EEA-12FE-7BF0-739A38A09E1E}"/>
    <pc:docChg chg="modSld">
      <pc:chgData name="Gość" userId="S::urn:spo:anon#48652732098c129f023f8102675102656a20b40396a24ea505534f92b67ad4dd::" providerId="AD" clId="Web-{1195CA78-1EEA-12FE-7BF0-739A38A09E1E}" dt="2024-10-20T17:34:15.315" v="53"/>
      <pc:docMkLst>
        <pc:docMk/>
      </pc:docMkLst>
      <pc:sldChg chg="modSp">
        <pc:chgData name="Gość" userId="S::urn:spo:anon#48652732098c129f023f8102675102656a20b40396a24ea505534f92b67ad4dd::" providerId="AD" clId="Web-{1195CA78-1EEA-12FE-7BF0-739A38A09E1E}" dt="2024-10-20T17:34:15.315" v="53"/>
        <pc:sldMkLst>
          <pc:docMk/>
          <pc:sldMk cId="2451837985" sldId="2423"/>
        </pc:sldMkLst>
        <pc:graphicFrameChg chg="mod modGraphic">
          <ac:chgData name="Gość" userId="S::urn:spo:anon#48652732098c129f023f8102675102656a20b40396a24ea505534f92b67ad4dd::" providerId="AD" clId="Web-{1195CA78-1EEA-12FE-7BF0-739A38A09E1E}" dt="2024-10-20T17:34:15.315" v="53"/>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98D1B4CE-2E86-2C71-BED3-C46A8DA01D2A}"/>
    <pc:docChg chg="modSld">
      <pc:chgData name="Gość" userId="S::urn:spo:anon#48652732098c129f023f8102675102656a20b40396a24ea505534f92b67ad4dd::" providerId="AD" clId="Web-{98D1B4CE-2E86-2C71-BED3-C46A8DA01D2A}" dt="2024-10-17T09:28:08.913" v="15"/>
      <pc:docMkLst>
        <pc:docMk/>
      </pc:docMkLst>
      <pc:sldChg chg="modSp">
        <pc:chgData name="Gość" userId="S::urn:spo:anon#48652732098c129f023f8102675102656a20b40396a24ea505534f92b67ad4dd::" providerId="AD" clId="Web-{98D1B4CE-2E86-2C71-BED3-C46A8DA01D2A}" dt="2024-10-17T09:28:08.913" v="15"/>
        <pc:sldMkLst>
          <pc:docMk/>
          <pc:sldMk cId="1820793006" sldId="2466"/>
        </pc:sldMkLst>
        <pc:graphicFrameChg chg="mod modGraphic">
          <ac:chgData name="Gość" userId="S::urn:spo:anon#48652732098c129f023f8102675102656a20b40396a24ea505534f92b67ad4dd::" providerId="AD" clId="Web-{98D1B4CE-2E86-2C71-BED3-C46A8DA01D2A}" dt="2024-10-17T09:28:08.913" v="1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F9326122-67C4-2B19-DCEB-69918924893D}"/>
    <pc:docChg chg="modSld">
      <pc:chgData name="Gość" userId="S::urn:spo:anon#48652732098c129f023f8102675102656a20b40396a24ea505534f92b67ad4dd::" providerId="AD" clId="Web-{F9326122-67C4-2B19-DCEB-69918924893D}" dt="2024-10-14T08:50:35.228" v="3658"/>
      <pc:docMkLst>
        <pc:docMk/>
      </pc:docMkLst>
      <pc:sldChg chg="modSp">
        <pc:chgData name="Gość" userId="S::urn:spo:anon#48652732098c129f023f8102675102656a20b40396a24ea505534f92b67ad4dd::" providerId="AD" clId="Web-{F9326122-67C4-2B19-DCEB-69918924893D}" dt="2024-10-14T08:38:36.770" v="1920"/>
        <pc:sldMkLst>
          <pc:docMk/>
          <pc:sldMk cId="1877047662" sldId="2420"/>
        </pc:sldMkLst>
        <pc:graphicFrameChg chg="mod modGraphic">
          <ac:chgData name="Gość" userId="S::urn:spo:anon#48652732098c129f023f8102675102656a20b40396a24ea505534f92b67ad4dd::" providerId="AD" clId="Web-{F9326122-67C4-2B19-DCEB-69918924893D}" dt="2024-10-14T08:38:36.770" v="1920"/>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F9326122-67C4-2B19-DCEB-69918924893D}" dt="2024-10-14T08:50:35.228" v="3658"/>
        <pc:sldMkLst>
          <pc:docMk/>
          <pc:sldMk cId="2451837985" sldId="2423"/>
        </pc:sldMkLst>
        <pc:graphicFrameChg chg="mod modGraphic">
          <ac:chgData name="Gość" userId="S::urn:spo:anon#48652732098c129f023f8102675102656a20b40396a24ea505534f92b67ad4dd::" providerId="AD" clId="Web-{F9326122-67C4-2B19-DCEB-69918924893D}" dt="2024-10-14T08:50:35.228" v="3658"/>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F9326122-67C4-2B19-DCEB-69918924893D}" dt="2024-10-14T08:43:44.263" v="2868"/>
        <pc:sldMkLst>
          <pc:docMk/>
          <pc:sldMk cId="3110103477" sldId="2463"/>
        </pc:sldMkLst>
        <pc:graphicFrameChg chg="mod modGraphic">
          <ac:chgData name="Gość" userId="S::urn:spo:anon#48652732098c129f023f8102675102656a20b40396a24ea505534f92b67ad4dd::" providerId="AD" clId="Web-{F9326122-67C4-2B19-DCEB-69918924893D}" dt="2024-10-14T08:43:44.263" v="2868"/>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F9326122-67C4-2B19-DCEB-69918924893D}" dt="2024-10-14T08:31:24.882" v="1479"/>
        <pc:sldMkLst>
          <pc:docMk/>
          <pc:sldMk cId="4070156159" sldId="2465"/>
        </pc:sldMkLst>
        <pc:graphicFrameChg chg="mod modGraphic">
          <ac:chgData name="Gość" userId="S::urn:spo:anon#48652732098c129f023f8102675102656a20b40396a24ea505534f92b67ad4dd::" providerId="AD" clId="Web-{F9326122-67C4-2B19-DCEB-69918924893D}" dt="2024-10-14T08:31:24.882" v="1479"/>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F9326122-67C4-2B19-DCEB-69918924893D}" dt="2024-10-14T08:50:17.321" v="3642"/>
        <pc:sldMkLst>
          <pc:docMk/>
          <pc:sldMk cId="1820793006" sldId="2466"/>
        </pc:sldMkLst>
        <pc:graphicFrameChg chg="mod modGraphic">
          <ac:chgData name="Gość" userId="S::urn:spo:anon#48652732098c129f023f8102675102656a20b40396a24ea505534f92b67ad4dd::" providerId="AD" clId="Web-{F9326122-67C4-2B19-DCEB-69918924893D}" dt="2024-10-14T08:50:17.321" v="3642"/>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8460719D-9556-EE7B-C4B6-C21F23FD8CCB}"/>
    <pc:docChg chg="modSld">
      <pc:chgData name="Gość" userId="S::urn:spo:anon#48652732098c129f023f8102675102656a20b40396a24ea505534f92b67ad4dd::" providerId="AD" clId="Web-{8460719D-9556-EE7B-C4B6-C21F23FD8CCB}" dt="2024-10-20T09:23:47.396" v="257"/>
      <pc:docMkLst>
        <pc:docMk/>
      </pc:docMkLst>
      <pc:sldChg chg="modSp">
        <pc:chgData name="Gość" userId="S::urn:spo:anon#48652732098c129f023f8102675102656a20b40396a24ea505534f92b67ad4dd::" providerId="AD" clId="Web-{8460719D-9556-EE7B-C4B6-C21F23FD8CCB}" dt="2024-10-20T09:23:47.396" v="257"/>
        <pc:sldMkLst>
          <pc:docMk/>
          <pc:sldMk cId="2451837985" sldId="2423"/>
        </pc:sldMkLst>
        <pc:graphicFrameChg chg="mod modGraphic">
          <ac:chgData name="Gość" userId="S::urn:spo:anon#48652732098c129f023f8102675102656a20b40396a24ea505534f92b67ad4dd::" providerId="AD" clId="Web-{8460719D-9556-EE7B-C4B6-C21F23FD8CCB}" dt="2024-10-20T09:23:47.396" v="25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06C6517A-9868-C28D-615A-EB0C16461AFD}"/>
    <pc:docChg chg="modSld">
      <pc:chgData name="Gość" userId="S::urn:spo:anon#48652732098c129f023f8102675102656a20b40396a24ea505534f92b67ad4dd::" providerId="AD" clId="Web-{06C6517A-9868-C28D-615A-EB0C16461AFD}" dt="2024-10-14T09:10:53.603" v="48"/>
      <pc:docMkLst>
        <pc:docMk/>
      </pc:docMkLst>
      <pc:sldChg chg="modSp">
        <pc:chgData name="Gość" userId="S::urn:spo:anon#48652732098c129f023f8102675102656a20b40396a24ea505534f92b67ad4dd::" providerId="AD" clId="Web-{06C6517A-9868-C28D-615A-EB0C16461AFD}" dt="2024-10-14T09:10:04.304" v="17"/>
        <pc:sldMkLst>
          <pc:docMk/>
          <pc:sldMk cId="1877047662" sldId="2420"/>
        </pc:sldMkLst>
        <pc:graphicFrameChg chg="mod modGraphic">
          <ac:chgData name="Gość" userId="S::urn:spo:anon#48652732098c129f023f8102675102656a20b40396a24ea505534f92b67ad4dd::" providerId="AD" clId="Web-{06C6517A-9868-C28D-615A-EB0C16461AFD}" dt="2024-10-14T09:10:04.304" v="17"/>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06C6517A-9868-C28D-615A-EB0C16461AFD}" dt="2024-10-14T09:10:53.603" v="48"/>
        <pc:sldMkLst>
          <pc:docMk/>
          <pc:sldMk cId="2451837985" sldId="2423"/>
        </pc:sldMkLst>
        <pc:graphicFrameChg chg="mod modGraphic">
          <ac:chgData name="Gość" userId="S::urn:spo:anon#48652732098c129f023f8102675102656a20b40396a24ea505534f92b67ad4dd::" providerId="AD" clId="Web-{06C6517A-9868-C28D-615A-EB0C16461AFD}" dt="2024-10-14T09:10:53.603" v="48"/>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06C6517A-9868-C28D-615A-EB0C16461AFD}" dt="2024-10-14T09:10:36.493" v="38"/>
        <pc:sldMkLst>
          <pc:docMk/>
          <pc:sldMk cId="3110103477" sldId="2463"/>
        </pc:sldMkLst>
        <pc:graphicFrameChg chg="mod modGraphic">
          <ac:chgData name="Gość" userId="S::urn:spo:anon#48652732098c129f023f8102675102656a20b40396a24ea505534f92b67ad4dd::" providerId="AD" clId="Web-{06C6517A-9868-C28D-615A-EB0C16461AFD}" dt="2024-10-14T09:10:36.493" v="38"/>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06C6517A-9868-C28D-615A-EB0C16461AFD}" dt="2024-10-14T09:09:44.663" v="5"/>
        <pc:sldMkLst>
          <pc:docMk/>
          <pc:sldMk cId="4070156159" sldId="2465"/>
        </pc:sldMkLst>
        <pc:graphicFrameChg chg="mod modGraphic">
          <ac:chgData name="Gość" userId="S::urn:spo:anon#48652732098c129f023f8102675102656a20b40396a24ea505534f92b67ad4dd::" providerId="AD" clId="Web-{06C6517A-9868-C28D-615A-EB0C16461AFD}" dt="2024-10-14T09:09:44.663" v="5"/>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06C6517A-9868-C28D-615A-EB0C16461AFD}" dt="2024-10-14T09:10:48.650" v="46"/>
        <pc:sldMkLst>
          <pc:docMk/>
          <pc:sldMk cId="1820793006" sldId="2466"/>
        </pc:sldMkLst>
        <pc:graphicFrameChg chg="mod modGraphic">
          <ac:chgData name="Gość" userId="S::urn:spo:anon#48652732098c129f023f8102675102656a20b40396a24ea505534f92b67ad4dd::" providerId="AD" clId="Web-{06C6517A-9868-C28D-615A-EB0C16461AFD}" dt="2024-10-14T09:10:48.650" v="46"/>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055AB402-7A3D-C239-7F14-C07B9ABD03DC}"/>
    <pc:docChg chg="modSld">
      <pc:chgData name="Gość" userId="S::urn:spo:anon#48652732098c129f023f8102675102656a20b40396a24ea505534f92b67ad4dd::" providerId="AD" clId="Web-{055AB402-7A3D-C239-7F14-C07B9ABD03DC}" dt="2024-10-19T10:12:44.024" v="17"/>
      <pc:docMkLst>
        <pc:docMk/>
      </pc:docMkLst>
      <pc:sldChg chg="modSp">
        <pc:chgData name="Gość" userId="S::urn:spo:anon#48652732098c129f023f8102675102656a20b40396a24ea505534f92b67ad4dd::" providerId="AD" clId="Web-{055AB402-7A3D-C239-7F14-C07B9ABD03DC}" dt="2024-10-19T10:12:44.024" v="17"/>
        <pc:sldMkLst>
          <pc:docMk/>
          <pc:sldMk cId="2451837985" sldId="2423"/>
        </pc:sldMkLst>
        <pc:graphicFrameChg chg="mod modGraphic">
          <ac:chgData name="Gość" userId="S::urn:spo:anon#48652732098c129f023f8102675102656a20b40396a24ea505534f92b67ad4dd::" providerId="AD" clId="Web-{055AB402-7A3D-C239-7F14-C07B9ABD03DC}" dt="2024-10-19T10:12:44.024" v="1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DB34BD55-EF1B-CBCD-D46D-FDE87755CB14}"/>
    <pc:docChg chg="modSld">
      <pc:chgData name="Gość" userId="S::urn:spo:anon#48652732098c129f023f8102675102656a20b40396a24ea505534f92b67ad4dd::" providerId="AD" clId="Web-{DB34BD55-EF1B-CBCD-D46D-FDE87755CB14}" dt="2024-10-17T09:29:52.897" v="155"/>
      <pc:docMkLst>
        <pc:docMk/>
      </pc:docMkLst>
      <pc:sldChg chg="modSp">
        <pc:chgData name="Gość" userId="S::urn:spo:anon#48652732098c129f023f8102675102656a20b40396a24ea505534f92b67ad4dd::" providerId="AD" clId="Web-{DB34BD55-EF1B-CBCD-D46D-FDE87755CB14}" dt="2024-10-17T09:07:58.576" v="119"/>
        <pc:sldMkLst>
          <pc:docMk/>
          <pc:sldMk cId="2451837985" sldId="2423"/>
        </pc:sldMkLst>
        <pc:graphicFrameChg chg="mod modGraphic">
          <ac:chgData name="Gość" userId="S::urn:spo:anon#48652732098c129f023f8102675102656a20b40396a24ea505534f92b67ad4dd::" providerId="AD" clId="Web-{DB34BD55-EF1B-CBCD-D46D-FDE87755CB14}" dt="2024-10-17T09:07:58.576" v="119"/>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DB34BD55-EF1B-CBCD-D46D-FDE87755CB14}" dt="2024-10-17T08:58:16.106" v="87"/>
        <pc:sldMkLst>
          <pc:docMk/>
          <pc:sldMk cId="3110103477" sldId="2463"/>
        </pc:sldMkLst>
        <pc:graphicFrameChg chg="mod modGraphic">
          <ac:chgData name="Gość" userId="S::urn:spo:anon#48652732098c129f023f8102675102656a20b40396a24ea505534f92b67ad4dd::" providerId="AD" clId="Web-{DB34BD55-EF1B-CBCD-D46D-FDE87755CB14}" dt="2024-10-17T08:58:16.106" v="87"/>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DB34BD55-EF1B-CBCD-D46D-FDE87755CB14}" dt="2024-10-17T09:29:52.897" v="155"/>
        <pc:sldMkLst>
          <pc:docMk/>
          <pc:sldMk cId="1820793006" sldId="2466"/>
        </pc:sldMkLst>
        <pc:graphicFrameChg chg="mod modGraphic">
          <ac:chgData name="Gość" userId="S::urn:spo:anon#48652732098c129f023f8102675102656a20b40396a24ea505534f92b67ad4dd::" providerId="AD" clId="Web-{DB34BD55-EF1B-CBCD-D46D-FDE87755CB14}" dt="2024-10-17T09:29:52.897" v="15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85A959B3-BA97-E1DF-1CD6-AF65220E21F5}"/>
    <pc:docChg chg="modSld">
      <pc:chgData name="Gość" userId="S::urn:spo:anon#48652732098c129f023f8102675102656a20b40396a24ea505534f92b67ad4dd::" providerId="AD" clId="Web-{85A959B3-BA97-E1DF-1CD6-AF65220E21F5}" dt="2024-10-18T08:24:02.394" v="119"/>
      <pc:docMkLst>
        <pc:docMk/>
      </pc:docMkLst>
      <pc:sldChg chg="modSp">
        <pc:chgData name="Gość" userId="S::urn:spo:anon#48652732098c129f023f8102675102656a20b40396a24ea505534f92b67ad4dd::" providerId="AD" clId="Web-{85A959B3-BA97-E1DF-1CD6-AF65220E21F5}" dt="2024-10-18T08:24:02.394" v="119"/>
        <pc:sldMkLst>
          <pc:docMk/>
          <pc:sldMk cId="2451837985" sldId="2423"/>
        </pc:sldMkLst>
        <pc:graphicFrameChg chg="mod modGraphic">
          <ac:chgData name="Gość" userId="S::urn:spo:anon#48652732098c129f023f8102675102656a20b40396a24ea505534f92b67ad4dd::" providerId="AD" clId="Web-{85A959B3-BA97-E1DF-1CD6-AF65220E21F5}" dt="2024-10-18T08:24:02.394" v="1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2D4CE27-09BE-E439-2028-F6F54213DF8B}"/>
    <pc:docChg chg="modSld">
      <pc:chgData name="Gość" userId="S::urn:spo:anon#48652732098c129f023f8102675102656a20b40396a24ea505534f92b67ad4dd::" providerId="AD" clId="Web-{62D4CE27-09BE-E439-2028-F6F54213DF8B}" dt="2024-10-18T12:50:35.546" v="693"/>
      <pc:docMkLst>
        <pc:docMk/>
      </pc:docMkLst>
      <pc:sldChg chg="modSp">
        <pc:chgData name="Gość" userId="S::urn:spo:anon#48652732098c129f023f8102675102656a20b40396a24ea505534f92b67ad4dd::" providerId="AD" clId="Web-{62D4CE27-09BE-E439-2028-F6F54213DF8B}" dt="2024-10-18T12:32:47.066" v="493"/>
        <pc:sldMkLst>
          <pc:docMk/>
          <pc:sldMk cId="1877047662" sldId="2420"/>
        </pc:sldMkLst>
        <pc:graphicFrameChg chg="mod modGraphic">
          <ac:chgData name="Gość" userId="S::urn:spo:anon#48652732098c129f023f8102675102656a20b40396a24ea505534f92b67ad4dd::" providerId="AD" clId="Web-{62D4CE27-09BE-E439-2028-F6F54213DF8B}" dt="2024-10-18T12:32:47.066" v="493"/>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62D4CE27-09BE-E439-2028-F6F54213DF8B}" dt="2024-10-18T12:40:50.382" v="577"/>
        <pc:sldMkLst>
          <pc:docMk/>
          <pc:sldMk cId="2451837985" sldId="2423"/>
        </pc:sldMkLst>
        <pc:graphicFrameChg chg="mod modGraphic">
          <ac:chgData name="Gość" userId="S::urn:spo:anon#48652732098c129f023f8102675102656a20b40396a24ea505534f92b67ad4dd::" providerId="AD" clId="Web-{62D4CE27-09BE-E439-2028-F6F54213DF8B}" dt="2024-10-18T12:40:50.382" v="577"/>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2D4CE27-09BE-E439-2028-F6F54213DF8B}" dt="2024-10-18T12:37:17.811" v="557"/>
        <pc:sldMkLst>
          <pc:docMk/>
          <pc:sldMk cId="3110103477" sldId="2463"/>
        </pc:sldMkLst>
        <pc:graphicFrameChg chg="mod modGraphic">
          <ac:chgData name="Gość" userId="S::urn:spo:anon#48652732098c129f023f8102675102656a20b40396a24ea505534f92b67ad4dd::" providerId="AD" clId="Web-{62D4CE27-09BE-E439-2028-F6F54213DF8B}" dt="2024-10-18T12:37:17.811" v="557"/>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62D4CE27-09BE-E439-2028-F6F54213DF8B}" dt="2024-10-18T12:31:34.048" v="439"/>
        <pc:sldMkLst>
          <pc:docMk/>
          <pc:sldMk cId="4070156159" sldId="2465"/>
        </pc:sldMkLst>
        <pc:graphicFrameChg chg="mod modGraphic">
          <ac:chgData name="Gość" userId="S::urn:spo:anon#48652732098c129f023f8102675102656a20b40396a24ea505534f92b67ad4dd::" providerId="AD" clId="Web-{62D4CE27-09BE-E439-2028-F6F54213DF8B}" dt="2024-10-18T12:31:34.048" v="439"/>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62D4CE27-09BE-E439-2028-F6F54213DF8B}" dt="2024-10-18T12:50:35.546" v="693"/>
        <pc:sldMkLst>
          <pc:docMk/>
          <pc:sldMk cId="1820793006" sldId="2466"/>
        </pc:sldMkLst>
        <pc:graphicFrameChg chg="mod modGraphic">
          <ac:chgData name="Gość" userId="S::urn:spo:anon#48652732098c129f023f8102675102656a20b40396a24ea505534f92b67ad4dd::" providerId="AD" clId="Web-{62D4CE27-09BE-E439-2028-F6F54213DF8B}" dt="2024-10-18T12:50:35.546" v="693"/>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0D578BBF-6CA1-289A-9491-FF31A354EB01}"/>
    <pc:docChg chg="modSld">
      <pc:chgData name="Gość" userId="S::urn:spo:anon#48652732098c129f023f8102675102656a20b40396a24ea505534f92b67ad4dd::" providerId="AD" clId="Web-{0D578BBF-6CA1-289A-9491-FF31A354EB01}" dt="2024-10-17T08:45:57.596" v="7"/>
      <pc:docMkLst>
        <pc:docMk/>
      </pc:docMkLst>
      <pc:sldChg chg="modSp">
        <pc:chgData name="Gość" userId="S::urn:spo:anon#48652732098c129f023f8102675102656a20b40396a24ea505534f92b67ad4dd::" providerId="AD" clId="Web-{0D578BBF-6CA1-289A-9491-FF31A354EB01}" dt="2024-10-17T08:45:57.596" v="7"/>
        <pc:sldMkLst>
          <pc:docMk/>
          <pc:sldMk cId="3110103477" sldId="2463"/>
        </pc:sldMkLst>
        <pc:graphicFrameChg chg="mod modGraphic">
          <ac:chgData name="Gość" userId="S::urn:spo:anon#48652732098c129f023f8102675102656a20b40396a24ea505534f92b67ad4dd::" providerId="AD" clId="Web-{0D578BBF-6CA1-289A-9491-FF31A354EB01}" dt="2024-10-17T08:45:57.596" v="7"/>
          <ac:graphicFrameMkLst>
            <pc:docMk/>
            <pc:sldMk cId="3110103477" sldId="2463"/>
            <ac:graphicFrameMk id="12" creationId="{74CF6476-D2C3-2348-BEC7-148925E380DF}"/>
          </ac:graphicFrameMkLst>
        </pc:graphicFrameChg>
      </pc:sldChg>
    </pc:docChg>
  </pc:docChgLst>
  <pc:docChgLst>
    <pc:chgData name="Gość" userId="S::urn:spo:anon#48652732098c129f023f8102675102656a20b40396a24ea505534f92b67ad4dd::" providerId="AD" clId="Web-{136321BB-9FF5-37BB-DFAB-8BC2D3101C9E}"/>
    <pc:docChg chg="modSld">
      <pc:chgData name="Gość" userId="S::urn:spo:anon#48652732098c129f023f8102675102656a20b40396a24ea505534f92b67ad4dd::" providerId="AD" clId="Web-{136321BB-9FF5-37BB-DFAB-8BC2D3101C9E}" dt="2024-10-19T10:11:18.336" v="23"/>
      <pc:docMkLst>
        <pc:docMk/>
      </pc:docMkLst>
      <pc:sldChg chg="modSp">
        <pc:chgData name="Gość" userId="S::urn:spo:anon#48652732098c129f023f8102675102656a20b40396a24ea505534f92b67ad4dd::" providerId="AD" clId="Web-{136321BB-9FF5-37BB-DFAB-8BC2D3101C9E}" dt="2024-10-19T10:11:18.336" v="23"/>
        <pc:sldMkLst>
          <pc:docMk/>
          <pc:sldMk cId="2451837985" sldId="2423"/>
        </pc:sldMkLst>
        <pc:graphicFrameChg chg="mod modGraphic">
          <ac:chgData name="Gość" userId="S::urn:spo:anon#48652732098c129f023f8102675102656a20b40396a24ea505534f92b67ad4dd::" providerId="AD" clId="Web-{136321BB-9FF5-37BB-DFAB-8BC2D3101C9E}" dt="2024-10-19T10:11:18.336" v="23"/>
          <ac:graphicFrameMkLst>
            <pc:docMk/>
            <pc:sldMk cId="2451837985" sldId="2423"/>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10/23/2024</a:t>
            </a:fld>
            <a:endParaRPr lang="en-US">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10/23/2024</a:t>
            </a:fld>
            <a:endParaRPr lang="en-US"/>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a:solidFill>
                  <a:srgbClr val="000000"/>
                </a:solidFill>
                <a:effectLst/>
                <a:latin typeface="Calibri "/>
              </a:rPr>
            </a:br>
            <a:r>
              <a:rPr lang="en-GB" sz="1800" b="0" i="0" u="none" strike="noStrike">
                <a:solidFill>
                  <a:srgbClr val="000000"/>
                </a:solidFill>
                <a:effectLst/>
                <a:latin typeface="Calibri "/>
              </a:rPr>
              <a:t>Let’s suppose someone offers to buy your company at a fair price. Let’s also suppose this buyer is intent on killing your company after the purchase. Your products and services will be immediately discontinued. All operations will be shut down. The brand will be shelved forever. Your company will completely cease to exist.</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Try to answer the following questions in order to articulate what your company brings to the world: </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 What will be lost if your brand ceased to exist? - e.g. A sixty-year legacy of innovation and entrepreneurship</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 Why is it important that your brand continues to exist? - e.g. Because our company will enhance people’s quality of life</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 What’s at stake here? - e.g. Increased congestion, pollution and space taken up by vehicles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356490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latin typeface="Plaak 3 Trial Regular" panose="02000000000000000000" pitchFamily="2" charset="0"/>
              </a:rPr>
              <a:t>Every single company on the planet understands what it does regardless of its size or industry. Some understand how their work is different or better than others. But few can clearly articulate why they do what they do.</a:t>
            </a:r>
          </a:p>
          <a:p>
            <a:endParaRPr lang="en-US" sz="1200">
              <a:latin typeface="Plaak 3 Trial Regular" panose="02000000000000000000" pitchFamily="2" charset="0"/>
            </a:endParaRPr>
          </a:p>
          <a:p>
            <a:r>
              <a:rPr lang="en-US" sz="1200">
                <a:latin typeface="Plaak 3 Trial Regular" panose="02000000000000000000" pitchFamily="2" charset="0"/>
              </a:rPr>
              <a:t>Start asking why from the inside of the circle and proceed outwards.</a:t>
            </a:r>
          </a:p>
          <a:p>
            <a:endParaRPr lang="en-US" sz="1200">
              <a:latin typeface="Plaak 3 Trial Regular" panose="02000000000000000000" pitchFamily="2" charset="0"/>
            </a:endParaRPr>
          </a:p>
          <a:p>
            <a:endParaRPr lang="en-US" sz="1200">
              <a:latin typeface="Plaak 3 Trial Regular" panose="02000000000000000000" pitchFamily="2" charset="0"/>
            </a:endParaRPr>
          </a:p>
          <a:p>
            <a:r>
              <a:rPr lang="en-US" sz="1200">
                <a:latin typeface="Plaak 3 Trial Regular" panose="02000000000000000000" pitchFamily="2" charset="0"/>
              </a:rPr>
              <a:t>Why</a:t>
            </a:r>
          </a:p>
          <a:p>
            <a:endParaRPr lang="en-US" sz="1200">
              <a:latin typeface="Plaak 3 Trial Regular" panose="02000000000000000000" pitchFamily="2" charset="0"/>
            </a:endParaRPr>
          </a:p>
          <a:p>
            <a:r>
              <a:rPr lang="en-US" sz="1200">
                <a:latin typeface="Plaak 3 Trial Regular" panose="02000000000000000000" pitchFamily="2" charset="0"/>
              </a:rPr>
              <a:t>Why do you do what you do? What’s in it for you? What’s the reason beyond money for what you do as a person, as a team and as a company? If money was irrelevant, would you still do what you do?</a:t>
            </a:r>
          </a:p>
          <a:p>
            <a:endParaRPr lang="en-US" sz="1200">
              <a:latin typeface="Plaak 3 Trial Regular" panose="02000000000000000000" pitchFamily="2" charset="0"/>
            </a:endParaRPr>
          </a:p>
          <a:p>
            <a:endParaRPr lang="en-US" sz="1200">
              <a:latin typeface="Plaak 3 Trial Regular" panose="02000000000000000000" pitchFamily="2" charset="0"/>
            </a:endParaRPr>
          </a:p>
          <a:p>
            <a:endParaRPr lang="en-US" sz="1200">
              <a:latin typeface="Plaak 3 Trial Regular" panose="02000000000000000000" pitchFamily="2" charset="0"/>
            </a:endParaRPr>
          </a:p>
          <a:p>
            <a:r>
              <a:rPr lang="en-US" sz="1200">
                <a:latin typeface="Plaak 3 Trial Regular" panose="02000000000000000000" pitchFamily="2" charset="0"/>
              </a:rPr>
              <a:t>How</a:t>
            </a:r>
          </a:p>
          <a:p>
            <a:endParaRPr lang="en-US" sz="1200">
              <a:latin typeface="Plaak 3 Trial Regular" panose="02000000000000000000" pitchFamily="2" charset="0"/>
            </a:endParaRPr>
          </a:p>
          <a:p>
            <a:r>
              <a:rPr lang="en-US" sz="1200">
                <a:latin typeface="Plaak 3 Trial Regular" panose="02000000000000000000" pitchFamily="2" charset="0"/>
              </a:rPr>
              <a:t>What are the specific steps you take to deliver your products and/or services? What makes your products or services different from the competition?</a:t>
            </a:r>
          </a:p>
          <a:p>
            <a:endParaRPr lang="en-US" sz="1200">
              <a:latin typeface="Plaak 3 Trial Regular" panose="02000000000000000000" pitchFamily="2" charset="0"/>
            </a:endParaRPr>
          </a:p>
          <a:p>
            <a:endParaRPr lang="en-US" sz="1200">
              <a:latin typeface="Plaak 3 Trial Regular" panose="02000000000000000000" pitchFamily="2" charset="0"/>
            </a:endParaRPr>
          </a:p>
          <a:p>
            <a:endParaRPr lang="en-US" sz="1200">
              <a:latin typeface="Plaak 3 Trial Regular" panose="02000000000000000000" pitchFamily="2" charset="0"/>
            </a:endParaRPr>
          </a:p>
          <a:p>
            <a:r>
              <a:rPr lang="en-US" sz="1200">
                <a:latin typeface="Plaak 3 Trial Regular" panose="02000000000000000000" pitchFamily="2" charset="0"/>
              </a:rPr>
              <a:t>What</a:t>
            </a:r>
          </a:p>
          <a:p>
            <a:endParaRPr lang="en-US" sz="1200">
              <a:latin typeface="Plaak 3 Trial Regular" panose="02000000000000000000" pitchFamily="2" charset="0"/>
            </a:endParaRPr>
          </a:p>
          <a:p>
            <a:r>
              <a:rPr lang="en-US" sz="1200">
                <a:latin typeface="Plaak 3 Trial Regular" panose="02000000000000000000" pitchFamily="2" charset="0"/>
              </a:rPr>
              <a:t>What does your company do? What are the products you sell? What are the services you offer?</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680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a:latin typeface="Plaak 3 Trial Regular" panose="02000000000000000000" pitchFamily="2" charset="0"/>
              </a:rPr>
              <a:t>KNOW THYSELF: MY DREAM [PAGE 1 out of 3]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a:latin typeface="Plaak 3 Trial Regular" panose="02000000000000000000" pitchFamily="2" charset="0"/>
              </a:rPr>
              <a:t>KNOW THYSELF: MY DREAM [PAGE 1 out of 3]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00305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a:solidFill>
                  <a:srgbClr val="000000"/>
                </a:solidFill>
                <a:effectLst/>
                <a:latin typeface="Calibri "/>
              </a:rPr>
            </a:br>
            <a:r>
              <a:rPr lang="en-GB" sz="1800" b="0" i="0" u="none" strike="noStrike">
                <a:solidFill>
                  <a:srgbClr val="000000"/>
                </a:solidFill>
                <a:effectLst/>
                <a:latin typeface="Calibri "/>
              </a:rPr>
              <a:t>Using the Company Dream Tool results, try to visualize the dream in more detail. Refer to particular words, images, people, scents, etc.</a:t>
            </a:r>
            <a:r>
              <a:rPr lang="en-GB"/>
              <a:t>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F74CD5A-9F80-0549-8844-6BFF5ADE70C7}"/>
              </a:ext>
            </a:extLst>
          </p:cNvPr>
          <p:cNvGraphicFramePr>
            <a:graphicFrameLocks noGrp="1"/>
          </p:cNvGraphicFramePr>
          <p:nvPr>
            <p:extLst>
              <p:ext uri="{D42A27DB-BD31-4B8C-83A1-F6EECF244321}">
                <p14:modId xmlns:p14="http://schemas.microsoft.com/office/powerpoint/2010/main" val="2654754398"/>
              </p:ext>
            </p:extLst>
          </p:nvPr>
        </p:nvGraphicFramePr>
        <p:xfrm>
          <a:off x="2874313" y="689505"/>
          <a:ext cx="7023652" cy="6798557"/>
        </p:xfrm>
        <a:graphic>
          <a:graphicData uri="http://schemas.openxmlformats.org/drawingml/2006/table">
            <a:tbl>
              <a:tblPr firstRow="1" bandRow="1">
                <a:tableStyleId>{2D5ABB26-0587-4C30-8999-92F81FD0307C}</a:tableStyleId>
              </a:tblPr>
              <a:tblGrid>
                <a:gridCol w="7023652">
                  <a:extLst>
                    <a:ext uri="{9D8B030D-6E8A-4147-A177-3AD203B41FA5}">
                      <a16:colId xmlns:a16="http://schemas.microsoft.com/office/drawing/2014/main" val="3313590318"/>
                    </a:ext>
                  </a:extLst>
                </a:gridCol>
              </a:tblGrid>
              <a:tr h="475903">
                <a:tc>
                  <a:txBody>
                    <a:bodyPr/>
                    <a:lstStyle/>
                    <a:p>
                      <a:r>
                        <a:rPr lang="en-US"/>
                        <a:t>WHY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828262">
                <a:tc>
                  <a:txBody>
                    <a:bodyPr/>
                    <a:lstStyle/>
                    <a:p>
                      <a:r>
                        <a:rPr lang="en-US" sz="1100"/>
                        <a:t>We exist because of enormous green transformation that is happening. We feel passionate to change energy sourcing into green cheap energy for us and future generations to live in good healthy and nature friendly place. We know it's a right thing to do for a human kind. We want to be innovative and have the best talents to work for us driven by 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a:t>HOW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801497">
                <a:tc>
                  <a:txBody>
                    <a:bodyPr/>
                    <a:lstStyle/>
                    <a:p>
                      <a:pPr lvl="0" algn="l">
                        <a:lnSpc>
                          <a:spcPct val="100000"/>
                        </a:lnSpc>
                        <a:spcBef>
                          <a:spcPts val="0"/>
                        </a:spcBef>
                        <a:spcAft>
                          <a:spcPts val="0"/>
                        </a:spcAft>
                        <a:buNone/>
                      </a:pPr>
                      <a:r>
                        <a:rPr lang="en-US" sz="900" b="0" i="0" u="none" strike="noStrike" kern="1200" cap="none" spc="0" normalizeH="0" baseline="0" noProof="0">
                          <a:ln>
                            <a:noFill/>
                          </a:ln>
                          <a:solidFill>
                            <a:prstClr val="black"/>
                          </a:solidFill>
                          <a:effectLst/>
                          <a:uLnTx/>
                          <a:uFillTx/>
                          <a:latin typeface="PF Square Sans Pro Light"/>
                        </a:rPr>
                        <a:t>We are open for any new ideas. Our target is to change the way of production and using energy. </a:t>
                      </a:r>
                      <a:endParaRPr lang="pl-PL" sz="900"/>
                    </a:p>
                    <a:p>
                      <a:pPr lvl="0" algn="l">
                        <a:lnSpc>
                          <a:spcPct val="100000"/>
                        </a:lnSpc>
                        <a:spcBef>
                          <a:spcPts val="0"/>
                        </a:spcBef>
                        <a:spcAft>
                          <a:spcPts val="0"/>
                        </a:spcAft>
                        <a:buNone/>
                      </a:pPr>
                      <a:endParaRPr lang="en-US" sz="900" b="0" i="0" u="none" strike="noStrike" kern="1200" cap="none" spc="0" normalizeH="0" baseline="0" noProof="0">
                        <a:ln>
                          <a:noFill/>
                        </a:ln>
                        <a:solidFill>
                          <a:prstClr val="black"/>
                        </a:solidFill>
                        <a:effectLst/>
                        <a:uLnTx/>
                        <a:uFillTx/>
                      </a:endParaRPr>
                    </a:p>
                    <a:p>
                      <a:pPr lvl="0" algn="l">
                        <a:lnSpc>
                          <a:spcPct val="100000"/>
                        </a:lnSpc>
                        <a:spcBef>
                          <a:spcPts val="0"/>
                        </a:spcBef>
                        <a:spcAft>
                          <a:spcPts val="0"/>
                        </a:spcAft>
                        <a:buNone/>
                      </a:pPr>
                      <a:r>
                        <a:rPr lang="en-US" sz="900" b="0" i="0" u="none" strike="noStrike" kern="1200" cap="none" spc="0" normalizeH="0" baseline="0" noProof="0">
                          <a:ln>
                            <a:noFill/>
                          </a:ln>
                          <a:solidFill>
                            <a:prstClr val="black"/>
                          </a:solidFill>
                          <a:effectLst/>
                          <a:uLnTx/>
                          <a:uFillTx/>
                          <a:latin typeface="PF Square Sans Pro Light"/>
                        </a:rPr>
                        <a:t>We creating place to work that appreciate every team member ideas.</a:t>
                      </a:r>
                      <a:endParaRPr lang="pl-PL" sz="900"/>
                    </a:p>
                    <a:p>
                      <a:pPr lvl="0" algn="l">
                        <a:lnSpc>
                          <a:spcPct val="100000"/>
                        </a:lnSpc>
                        <a:spcBef>
                          <a:spcPts val="0"/>
                        </a:spcBef>
                        <a:spcAft>
                          <a:spcPts val="0"/>
                        </a:spcAft>
                        <a:buNone/>
                      </a:pPr>
                      <a:r>
                        <a:rPr lang="en-US" sz="900" b="0" i="0" u="none" strike="noStrike" kern="1200" cap="none" spc="0" normalizeH="0" baseline="0" noProof="0">
                          <a:ln>
                            <a:noFill/>
                          </a:ln>
                          <a:solidFill>
                            <a:prstClr val="black"/>
                          </a:solidFill>
                          <a:effectLst/>
                          <a:uLnTx/>
                          <a:uFillTx/>
                          <a:latin typeface="PF Square Sans Pro Light"/>
                        </a:rPr>
                        <a:t>We try things with a possibility to fail and try again. </a:t>
                      </a:r>
                      <a:endParaRPr lang="en-US" sz="900"/>
                    </a:p>
                    <a:p>
                      <a:pPr lvl="0" algn="l">
                        <a:lnSpc>
                          <a:spcPct val="100000"/>
                        </a:lnSpc>
                        <a:spcBef>
                          <a:spcPts val="0"/>
                        </a:spcBef>
                        <a:spcAft>
                          <a:spcPts val="0"/>
                        </a:spcAft>
                        <a:buNone/>
                      </a:pPr>
                      <a:r>
                        <a:rPr lang="en-US" sz="900" b="0" i="0" u="none" strike="noStrike" kern="1200" cap="none" spc="0" normalizeH="0" baseline="0" noProof="0">
                          <a:ln>
                            <a:noFill/>
                          </a:ln>
                          <a:solidFill>
                            <a:prstClr val="black"/>
                          </a:solidFill>
                          <a:effectLst/>
                          <a:uLnTx/>
                          <a:uFillTx/>
                          <a:latin typeface="PF Square Sans Pro Light"/>
                        </a:rPr>
                        <a:t>We are </a:t>
                      </a:r>
                      <a:r>
                        <a:rPr lang="en-US" sz="900" b="0" i="0" u="none" strike="noStrike" kern="1200" cap="none" spc="0" normalizeH="0" baseline="0" noProof="0" err="1">
                          <a:ln>
                            <a:noFill/>
                          </a:ln>
                          <a:solidFill>
                            <a:prstClr val="black"/>
                          </a:solidFill>
                          <a:effectLst/>
                          <a:uLnTx/>
                          <a:uFillTx/>
                          <a:latin typeface="PF Square Sans Pro Light"/>
                        </a:rPr>
                        <a:t>activly</a:t>
                      </a:r>
                      <a:r>
                        <a:rPr lang="en-US" sz="900" b="0" i="0" u="none" strike="noStrike" kern="1200" cap="none" spc="0" normalizeH="0" baseline="0" noProof="0">
                          <a:ln>
                            <a:noFill/>
                          </a:ln>
                          <a:solidFill>
                            <a:prstClr val="black"/>
                          </a:solidFill>
                          <a:effectLst/>
                          <a:uLnTx/>
                          <a:uFillTx/>
                          <a:latin typeface="PF Square Sans Pro Light"/>
                        </a:rPr>
                        <a:t> </a:t>
                      </a:r>
                      <a:r>
                        <a:rPr lang="en-US" sz="900" b="0" i="0" u="none" strike="noStrike" kern="1200" cap="none" spc="0" normalizeH="0" baseline="0" noProof="0" err="1">
                          <a:ln>
                            <a:noFill/>
                          </a:ln>
                          <a:solidFill>
                            <a:prstClr val="black"/>
                          </a:solidFill>
                          <a:effectLst/>
                          <a:uLnTx/>
                          <a:uFillTx/>
                          <a:latin typeface="PF Square Sans Pro Light"/>
                        </a:rPr>
                        <a:t>listetning</a:t>
                      </a:r>
                      <a:r>
                        <a:rPr lang="en-US" sz="900" b="0" i="0" u="none" strike="noStrike" kern="1200" cap="none" spc="0" normalizeH="0" baseline="0" noProof="0">
                          <a:ln>
                            <a:noFill/>
                          </a:ln>
                          <a:solidFill>
                            <a:prstClr val="black"/>
                          </a:solidFill>
                          <a:effectLst/>
                          <a:uLnTx/>
                          <a:uFillTx/>
                          <a:latin typeface="PF Square Sans Pro Light"/>
                        </a:rPr>
                        <a:t> to our customers needs. </a:t>
                      </a:r>
                      <a:endParaRPr lang="en-US" sz="900"/>
                    </a:p>
                    <a:p>
                      <a:pPr lvl="0" algn="l">
                        <a:lnSpc>
                          <a:spcPct val="100000"/>
                        </a:lnSpc>
                        <a:spcBef>
                          <a:spcPts val="0"/>
                        </a:spcBef>
                        <a:spcAft>
                          <a:spcPts val="0"/>
                        </a:spcAft>
                        <a:buNone/>
                      </a:pPr>
                      <a:r>
                        <a:rPr lang="en-US" sz="900" b="0" i="0" u="none" strike="noStrike" kern="1200" cap="none" spc="0" normalizeH="0" baseline="0" noProof="0">
                          <a:ln>
                            <a:noFill/>
                          </a:ln>
                          <a:solidFill>
                            <a:prstClr val="black"/>
                          </a:solidFill>
                          <a:effectLst/>
                          <a:uLnTx/>
                          <a:uFillTx/>
                          <a:latin typeface="PF Square Sans Pro Light"/>
                        </a:rPr>
                        <a:t>Customers and in the middle of everything we do. </a:t>
                      </a:r>
                      <a:endParaRPr lang="en-US" sz="900"/>
                    </a:p>
                    <a:p>
                      <a:pPr lvl="0" algn="l">
                        <a:lnSpc>
                          <a:spcPct val="100000"/>
                        </a:lnSpc>
                        <a:spcBef>
                          <a:spcPts val="0"/>
                        </a:spcBef>
                        <a:spcAft>
                          <a:spcPts val="0"/>
                        </a:spcAft>
                        <a:buNone/>
                      </a:pPr>
                      <a:r>
                        <a:rPr lang="en-US" sz="900" b="0" i="0" u="none" strike="noStrike" kern="1200" cap="none" spc="0" normalizeH="0" baseline="0" noProof="0">
                          <a:ln>
                            <a:noFill/>
                          </a:ln>
                          <a:solidFill>
                            <a:prstClr val="black"/>
                          </a:solidFill>
                          <a:effectLst/>
                          <a:uLnTx/>
                          <a:uFillTx/>
                          <a:latin typeface="PF Square Sans Pro Light"/>
                        </a:rPr>
                        <a:t>We are company for which CSR and local </a:t>
                      </a:r>
                      <a:r>
                        <a:rPr lang="en-US" sz="900" b="0" i="0" u="none" strike="noStrike" kern="1200" cap="none" spc="0" normalizeH="0" baseline="0" noProof="0" err="1">
                          <a:ln>
                            <a:noFill/>
                          </a:ln>
                          <a:solidFill>
                            <a:prstClr val="black"/>
                          </a:solidFill>
                          <a:effectLst/>
                          <a:uLnTx/>
                          <a:uFillTx/>
                          <a:latin typeface="PF Square Sans Pro Light"/>
                        </a:rPr>
                        <a:t>communites</a:t>
                      </a:r>
                      <a:r>
                        <a:rPr lang="en-US" sz="900" b="0" i="0" u="none" strike="noStrike" kern="1200" cap="none" spc="0" normalizeH="0" baseline="0" noProof="0">
                          <a:ln>
                            <a:noFill/>
                          </a:ln>
                          <a:solidFill>
                            <a:prstClr val="black"/>
                          </a:solidFill>
                          <a:effectLst/>
                          <a:uLnTx/>
                          <a:uFillTx/>
                          <a:latin typeface="PF Square Sans Pro Light"/>
                        </a:rPr>
                        <a:t> are important.</a:t>
                      </a:r>
                      <a:endParaRPr lang="en-US" sz="900"/>
                    </a:p>
                    <a:p>
                      <a:pPr marL="0" marR="0" lvl="0" indent="0" algn="l">
                        <a:lnSpc>
                          <a:spcPct val="100000"/>
                        </a:lnSpc>
                        <a:spcBef>
                          <a:spcPts val="0"/>
                        </a:spcBef>
                        <a:spcAft>
                          <a:spcPts val="0"/>
                        </a:spcAft>
                        <a:buNone/>
                      </a:pPr>
                      <a:r>
                        <a:rPr lang="en-US" sz="900" b="0" i="0" u="none" strike="noStrike" kern="1200" cap="none" spc="0" normalizeH="0" baseline="0" noProof="0" err="1">
                          <a:ln>
                            <a:noFill/>
                          </a:ln>
                          <a:solidFill>
                            <a:srgbClr val="000000"/>
                          </a:solidFill>
                          <a:effectLst/>
                          <a:uLnTx/>
                          <a:uFillTx/>
                          <a:latin typeface="Arial"/>
                        </a:rPr>
                        <a:t>Rebelia</a:t>
                      </a:r>
                      <a:r>
                        <a:rPr lang="en-US" sz="900" b="0" i="0" u="none" strike="noStrike" kern="1200" cap="none" spc="0" normalizeH="0" baseline="0" noProof="0">
                          <a:ln>
                            <a:noFill/>
                          </a:ln>
                          <a:solidFill>
                            <a:srgbClr val="000000"/>
                          </a:solidFill>
                          <a:effectLst/>
                          <a:uLnTx/>
                          <a:uFillTx/>
                          <a:latin typeface="Arial"/>
                        </a:rPr>
                        <a:t> </a:t>
                      </a:r>
                      <a:r>
                        <a:rPr lang="en-US" sz="900" b="0" i="0" u="none" strike="noStrike" kern="1200" cap="none" spc="0" normalizeH="0" baseline="0" noProof="0" err="1">
                          <a:ln>
                            <a:noFill/>
                          </a:ln>
                          <a:solidFill>
                            <a:srgbClr val="000000"/>
                          </a:solidFill>
                          <a:effectLst/>
                          <a:uLnTx/>
                          <a:uFillTx/>
                          <a:latin typeface="Arial"/>
                        </a:rPr>
                        <a:t>energetyczna</a:t>
                      </a:r>
                      <a:r>
                        <a:rPr lang="en-US" sz="900" b="0" i="0" u="none" strike="noStrike" kern="1200" cap="none" spc="0" normalizeH="0" baseline="0" noProof="0">
                          <a:ln>
                            <a:noFill/>
                          </a:ln>
                          <a:solidFill>
                            <a:srgbClr val="000000"/>
                          </a:solidFill>
                          <a:effectLst/>
                          <a:uLnTx/>
                          <a:uFillTx/>
                          <a:latin typeface="Arial"/>
                        </a:rPr>
                        <a:t> - We will give choice for what You spend Your money- vacation or energy</a:t>
                      </a:r>
                    </a:p>
                    <a:p>
                      <a:pPr marL="0" marR="0" lvl="0" indent="0" algn="l">
                        <a:lnSpc>
                          <a:spcPct val="100000"/>
                        </a:lnSpc>
                        <a:spcBef>
                          <a:spcPts val="0"/>
                        </a:spcBef>
                        <a:spcAft>
                          <a:spcPts val="0"/>
                        </a:spcAft>
                        <a:buNone/>
                      </a:pPr>
                      <a:r>
                        <a:rPr lang="en-US" sz="900" b="0" i="0" u="none" strike="noStrike" kern="1200" cap="none" spc="0" normalizeH="0" baseline="0" noProof="0">
                          <a:ln>
                            <a:noFill/>
                          </a:ln>
                          <a:solidFill>
                            <a:srgbClr val="000000"/>
                          </a:solidFill>
                          <a:effectLst/>
                          <a:uLnTx/>
                          <a:uFillTx/>
                          <a:latin typeface="Arial"/>
                        </a:rPr>
                        <a:t>Footprint in every step of value chain form product to complete solutions. </a:t>
                      </a:r>
                    </a:p>
                    <a:p>
                      <a:pPr lvl="0" algn="l">
                        <a:lnSpc>
                          <a:spcPct val="100000"/>
                        </a:lnSpc>
                        <a:spcBef>
                          <a:spcPts val="0"/>
                        </a:spcBef>
                        <a:spcAft>
                          <a:spcPts val="0"/>
                        </a:spcAft>
                        <a:buNone/>
                      </a:pPr>
                      <a:r>
                        <a:rPr lang="en-US" sz="900" b="0" i="0" u="none" strike="noStrike" kern="1200" cap="none" spc="0" normalizeH="0" baseline="0" noProof="0" err="1">
                          <a:ln>
                            <a:noFill/>
                          </a:ln>
                          <a:solidFill>
                            <a:srgbClr val="000000"/>
                          </a:solidFill>
                          <a:effectLst/>
                          <a:uLnTx/>
                          <a:uFillTx/>
                          <a:latin typeface="PF Square Sans Pro Light"/>
                        </a:rPr>
                        <a:t>Znamy</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i</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rozumiemy</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zasady</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funkcjonowania</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rynku</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energii</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na</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wielu</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płaszczyznach</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Wiemy</a:t>
                      </a:r>
                      <a:r>
                        <a:rPr lang="en-US" sz="900" b="0" i="0" u="none" strike="noStrike" kern="1200" cap="none" spc="0" normalizeH="0" baseline="0" noProof="0">
                          <a:ln>
                            <a:noFill/>
                          </a:ln>
                          <a:solidFill>
                            <a:srgbClr val="000000"/>
                          </a:solidFill>
                          <a:effectLst/>
                          <a:uLnTx/>
                          <a:uFillTx/>
                          <a:latin typeface="PF Square Sans Pro Light"/>
                        </a:rPr>
                        <a:t> jak </a:t>
                      </a:r>
                      <a:r>
                        <a:rPr lang="en-US" sz="900" b="0" i="0" u="none" strike="noStrike" kern="1200" cap="none" spc="0" normalizeH="0" baseline="0" noProof="0" err="1">
                          <a:ln>
                            <a:noFill/>
                          </a:ln>
                          <a:solidFill>
                            <a:srgbClr val="000000"/>
                          </a:solidFill>
                          <a:effectLst/>
                          <a:uLnTx/>
                          <a:uFillTx/>
                          <a:latin typeface="PF Square Sans Pro Light"/>
                        </a:rPr>
                        <a:t>będzie</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wyglądał</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rynek</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energii</a:t>
                      </a:r>
                      <a:r>
                        <a:rPr lang="en-US" sz="900" b="0" i="0" u="none" strike="noStrike" kern="1200" cap="none" spc="0" normalizeH="0" baseline="0" noProof="0">
                          <a:ln>
                            <a:noFill/>
                          </a:ln>
                          <a:solidFill>
                            <a:srgbClr val="000000"/>
                          </a:solidFill>
                          <a:effectLst/>
                          <a:uLnTx/>
                          <a:uFillTx/>
                          <a:latin typeface="PF Square Sans Pro Light"/>
                        </a:rPr>
                        <a:t> za 3 </a:t>
                      </a:r>
                      <a:r>
                        <a:rPr lang="en-US" sz="900" b="0" i="0" u="none" strike="noStrike" kern="1200" cap="none" spc="0" normalizeH="0" baseline="0" noProof="0" err="1">
                          <a:ln>
                            <a:noFill/>
                          </a:ln>
                          <a:solidFill>
                            <a:srgbClr val="000000"/>
                          </a:solidFill>
                          <a:effectLst/>
                          <a:uLnTx/>
                          <a:uFillTx/>
                          <a:latin typeface="PF Square Sans Pro Light"/>
                        </a:rPr>
                        <a:t>lata</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i</a:t>
                      </a:r>
                      <a:r>
                        <a:rPr lang="en-US" sz="900" b="0" i="0" u="none" strike="noStrike" kern="1200" cap="none" spc="0" normalizeH="0" baseline="0" noProof="0">
                          <a:ln>
                            <a:noFill/>
                          </a:ln>
                          <a:solidFill>
                            <a:srgbClr val="000000"/>
                          </a:solidFill>
                          <a:effectLst/>
                          <a:uLnTx/>
                          <a:uFillTx/>
                          <a:latin typeface="PF Square Sans Pro Light"/>
                        </a:rPr>
                        <a:t> za 10 </a:t>
                      </a:r>
                      <a:r>
                        <a:rPr lang="en-US" sz="900" b="0" i="0" u="none" strike="noStrike" kern="1200" cap="none" spc="0" normalizeH="0" baseline="0" noProof="0" err="1">
                          <a:ln>
                            <a:noFill/>
                          </a:ln>
                          <a:solidFill>
                            <a:srgbClr val="000000"/>
                          </a:solidFill>
                          <a:effectLst/>
                          <a:uLnTx/>
                          <a:uFillTx/>
                          <a:latin typeface="PF Square Sans Pro Light"/>
                        </a:rPr>
                        <a:t>lat</a:t>
                      </a:r>
                      <a:r>
                        <a:rPr lang="en-US" sz="900" b="0" i="0" u="none" strike="noStrike" kern="1200" cap="none" spc="0" normalizeH="0" baseline="0" noProof="0">
                          <a:ln>
                            <a:noFill/>
                          </a:ln>
                          <a:solidFill>
                            <a:srgbClr val="000000"/>
                          </a:solidFill>
                          <a:effectLst/>
                          <a:uLnTx/>
                          <a:uFillTx/>
                          <a:latin typeface="PF Square Sans Pro Light"/>
                        </a:rPr>
                        <a:t> I to jest </a:t>
                      </a:r>
                      <a:r>
                        <a:rPr lang="en-US" sz="900" b="0" i="0" u="none" strike="noStrike" kern="1200" cap="none" spc="0" normalizeH="0" baseline="0" noProof="0" err="1">
                          <a:ln>
                            <a:noFill/>
                          </a:ln>
                          <a:solidFill>
                            <a:srgbClr val="000000"/>
                          </a:solidFill>
                          <a:effectLst/>
                          <a:uLnTx/>
                          <a:uFillTx/>
                          <a:latin typeface="PF Square Sans Pro Light"/>
                        </a:rPr>
                        <a:t>nasz</a:t>
                      </a:r>
                      <a:r>
                        <a:rPr lang="en-US" sz="900" b="0" i="0" u="none" strike="noStrike" kern="1200" cap="none" spc="0" normalizeH="0" baseline="0" noProof="0">
                          <a:ln>
                            <a:noFill/>
                          </a:ln>
                          <a:solidFill>
                            <a:srgbClr val="000000"/>
                          </a:solidFill>
                          <a:effectLst/>
                          <a:uLnTx/>
                          <a:uFillTx/>
                          <a:latin typeface="PF Square Sans Pro Light"/>
                        </a:rPr>
                        <a:t> drive to </a:t>
                      </a:r>
                      <a:r>
                        <a:rPr lang="en-US" sz="900" b="0" i="0" u="none" strike="noStrike" kern="1200" cap="none" spc="0" normalizeH="0" baseline="0" noProof="0" err="1">
                          <a:ln>
                            <a:noFill/>
                          </a:ln>
                          <a:solidFill>
                            <a:srgbClr val="000000"/>
                          </a:solidFill>
                          <a:effectLst/>
                          <a:uLnTx/>
                          <a:uFillTx/>
                          <a:latin typeface="PF Square Sans Pro Light"/>
                        </a:rPr>
                        <a:t>tworzenia</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produktów</a:t>
                      </a:r>
                      <a:r>
                        <a:rPr lang="en-US" sz="900" b="0" i="0" u="none" strike="noStrike" kern="1200" cap="none" spc="0" normalizeH="0" baseline="0" noProof="0">
                          <a:ln>
                            <a:noFill/>
                          </a:ln>
                          <a:solidFill>
                            <a:srgbClr val="000000"/>
                          </a:solidFill>
                          <a:effectLst/>
                          <a:uLnTx/>
                          <a:uFillTx/>
                          <a:latin typeface="PF Square Sans Pro Light"/>
                        </a:rPr>
                        <a:t> - </a:t>
                      </a:r>
                      <a:r>
                        <a:rPr lang="en-US" sz="900" b="0" i="0" u="none" strike="noStrike" kern="1200" cap="none" spc="0" normalizeH="0" baseline="0" noProof="0" err="1">
                          <a:ln>
                            <a:noFill/>
                          </a:ln>
                          <a:solidFill>
                            <a:srgbClr val="000000"/>
                          </a:solidFill>
                          <a:effectLst/>
                          <a:uLnTx/>
                          <a:uFillTx/>
                          <a:latin typeface="PF Square Sans Pro Light"/>
                        </a:rPr>
                        <a:t>rozwiązań</a:t>
                      </a:r>
                      <a:r>
                        <a:rPr lang="en-US" sz="900" b="0" i="0" u="none" strike="noStrike" kern="1200" cap="none" spc="0" normalizeH="0" baseline="0" noProof="0">
                          <a:ln>
                            <a:noFill/>
                          </a:ln>
                          <a:solidFill>
                            <a:srgbClr val="000000"/>
                          </a:solidFill>
                          <a:effectLst/>
                          <a:uLnTx/>
                          <a:uFillTx/>
                          <a:latin typeface="PF Square Sans Pro Light"/>
                        </a:rPr>
                        <a:t>.</a:t>
                      </a:r>
                      <a:endParaRPr lang="en-US" sz="900"/>
                    </a:p>
                    <a:p>
                      <a:pPr lvl="0" algn="l">
                        <a:lnSpc>
                          <a:spcPct val="100000"/>
                        </a:lnSpc>
                        <a:spcBef>
                          <a:spcPts val="0"/>
                        </a:spcBef>
                        <a:spcAft>
                          <a:spcPts val="0"/>
                        </a:spcAft>
                        <a:buNone/>
                      </a:pPr>
                      <a:r>
                        <a:rPr lang="en-US" sz="900" b="0" i="0" u="none" strike="noStrike" kern="1200" cap="none" spc="0" normalizeH="0" baseline="0" noProof="0" err="1">
                          <a:ln>
                            <a:noFill/>
                          </a:ln>
                          <a:solidFill>
                            <a:srgbClr val="000000"/>
                          </a:solidFill>
                          <a:effectLst/>
                          <a:uLnTx/>
                          <a:uFillTx/>
                          <a:latin typeface="PF Square Sans Pro Light"/>
                        </a:rPr>
                        <a:t>Widzimy</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konieczność</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digitalizacji</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i</a:t>
                      </a:r>
                      <a:r>
                        <a:rPr lang="en-US" sz="900" b="0" i="0" u="none" strike="noStrike" kern="1200" cap="none" spc="0" normalizeH="0" baseline="0" noProof="0">
                          <a:ln>
                            <a:noFill/>
                          </a:ln>
                          <a:solidFill>
                            <a:srgbClr val="000000"/>
                          </a:solidFill>
                          <a:effectLst/>
                          <a:uLnTx/>
                          <a:uFillTx/>
                          <a:latin typeface="PF Square Sans Pro Light"/>
                        </a:rPr>
                        <a:t> </a:t>
                      </a:r>
                      <a:r>
                        <a:rPr lang="en-US" sz="900" b="0" i="0" u="none" strike="noStrike" kern="1200" cap="none" spc="0" normalizeH="0" baseline="0" noProof="0" err="1">
                          <a:ln>
                            <a:noFill/>
                          </a:ln>
                          <a:solidFill>
                            <a:srgbClr val="000000"/>
                          </a:solidFill>
                          <a:effectLst/>
                          <a:uLnTx/>
                          <a:uFillTx/>
                          <a:latin typeface="PF Square Sans Pro Light"/>
                        </a:rPr>
                        <a:t>zastosowania</a:t>
                      </a:r>
                      <a:r>
                        <a:rPr lang="en-US" sz="900" b="0" i="0" u="none" strike="noStrike" kern="1200" cap="none" spc="0" normalizeH="0" baseline="0" noProof="0">
                          <a:ln>
                            <a:noFill/>
                          </a:ln>
                          <a:solidFill>
                            <a:srgbClr val="000000"/>
                          </a:solidFill>
                          <a:effectLst/>
                          <a:uLnTx/>
                          <a:uFillTx/>
                          <a:latin typeface="PF Square Sans Pro Light"/>
                        </a:rPr>
                        <a:t> AI. </a:t>
                      </a:r>
                      <a:endParaRPr lang="en-US" sz="900"/>
                    </a:p>
                    <a:p>
                      <a:pPr lvl="0" algn="l">
                        <a:lnSpc>
                          <a:spcPct val="100000"/>
                        </a:lnSpc>
                        <a:spcBef>
                          <a:spcPts val="0"/>
                        </a:spcBef>
                        <a:spcAft>
                          <a:spcPts val="0"/>
                        </a:spcAft>
                        <a:buNone/>
                      </a:pPr>
                      <a:endParaRPr lang="en-US" sz="900" b="0" i="0" u="none" strike="noStrike" kern="1200" cap="none" spc="0" normalizeH="0" baseline="0" noProof="0">
                        <a:ln>
                          <a:noFill/>
                        </a:ln>
                        <a:solidFill>
                          <a:srgbClr val="000000"/>
                        </a:solidFill>
                        <a:effectLst/>
                        <a:uLnTx/>
                        <a:uFillTx/>
                      </a:endParaRPr>
                    </a:p>
                    <a:p>
                      <a:pPr marL="0" marR="0" lvl="0" indent="0" algn="l">
                        <a:lnSpc>
                          <a:spcPct val="100000"/>
                        </a:lnSpc>
                        <a:spcBef>
                          <a:spcPts val="0"/>
                        </a:spcBef>
                        <a:spcAft>
                          <a:spcPts val="0"/>
                        </a:spcAft>
                        <a:buNone/>
                      </a:pPr>
                      <a:endParaRPr lang="en-US" sz="900" b="0" i="0" u="none" strike="noStrike" noProof="0">
                        <a:latin typeface="PF Square Sans Pro Ligh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a:t>WHAT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62741">
                <a:tc>
                  <a:txBody>
                    <a:bodyPr/>
                    <a:lstStyle/>
                    <a:p>
                      <a:pPr marL="0" marR="0" lvl="0" indent="0" algn="l">
                        <a:lnSpc>
                          <a:spcPct val="100000"/>
                        </a:lnSpc>
                        <a:spcBef>
                          <a:spcPts val="0"/>
                        </a:spcBef>
                        <a:spcAft>
                          <a:spcPts val="0"/>
                        </a:spcAft>
                        <a:buNone/>
                      </a:pPr>
                      <a:r>
                        <a:rPr lang="en-US" sz="1200" b="0" i="0" u="none" strike="noStrike" noProof="0"/>
                        <a:t>We are a company that provides cheap green energy solutions - 360 solutions for our customers on every level of energy transformation supply chain. </a:t>
                      </a:r>
                      <a:endParaRPr lang="pl-PL"/>
                    </a:p>
                    <a:p>
                      <a:pPr marL="0" marR="0" lvl="0" indent="0" algn="l">
                        <a:lnSpc>
                          <a:spcPct val="100000"/>
                        </a:lnSpc>
                        <a:spcBef>
                          <a:spcPts val="0"/>
                        </a:spcBef>
                        <a:spcAft>
                          <a:spcPts val="0"/>
                        </a:spcAft>
                        <a:buNone/>
                      </a:pPr>
                      <a:r>
                        <a:rPr lang="en-US" sz="1200" b="0" i="0" u="none" strike="noStrike" noProof="0"/>
                        <a:t>We will creating new market rules for energy. </a:t>
                      </a:r>
                    </a:p>
                    <a:p>
                      <a:pPr marL="0" marR="0" lvl="0" indent="0" algn="l">
                        <a:lnSpc>
                          <a:spcPct val="100000"/>
                        </a:lnSpc>
                        <a:spcBef>
                          <a:spcPts val="0"/>
                        </a:spcBef>
                        <a:spcAft>
                          <a:spcPts val="0"/>
                        </a:spcAft>
                        <a:buNone/>
                      </a:pP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pic>
        <p:nvPicPr>
          <p:cNvPr id="4" name="Picture 3">
            <a:extLst>
              <a:ext uri="{FF2B5EF4-FFF2-40B4-BE49-F238E27FC236}">
                <a16:creationId xmlns:a16="http://schemas.microsoft.com/office/drawing/2014/main" id="{61DCA427-2413-EAA2-5DD8-E6D9C07FC23B}"/>
              </a:ext>
              <a:ext uri="{147F2762-F138-4A5C-976F-8EAC2B608ADB}">
                <a16:predDERef xmlns:a16="http://schemas.microsoft.com/office/drawing/2014/main" pred="{8F85E5D8-B029-4285-A723-F9B6F2E98767}"/>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39756" y="1125610"/>
            <a:ext cx="2743200" cy="5228791"/>
          </a:xfrm>
          <a:prstGeom prst="rect">
            <a:avLst/>
          </a:prstGeom>
        </p:spPr>
      </p:pic>
      <p:pic>
        <p:nvPicPr>
          <p:cNvPr id="2" name="Picture 1">
            <a:extLst>
              <a:ext uri="{FF2B5EF4-FFF2-40B4-BE49-F238E27FC236}">
                <a16:creationId xmlns:a16="http://schemas.microsoft.com/office/drawing/2014/main" id="{1264E101-9DD2-EE60-0410-A79EC4304076}"/>
              </a:ext>
            </a:extLst>
          </p:cNvPr>
          <p:cNvPicPr>
            <a:picLocks noGrp="1" noRot="1" noChangeAspect="1" noMove="1" noResize="1" noEditPoints="1" noAdjustHandles="1" noChangeArrowheads="1" noChangeShapeType="1" noCrop="1"/>
          </p:cNvPicPr>
          <p:nvPr/>
        </p:nvPicPr>
        <p:blipFill>
          <a:blip r:embed="rId4"/>
          <a:stretch>
            <a:fillRect/>
          </a:stretch>
        </p:blipFill>
        <p:spPr>
          <a:xfrm>
            <a:off x="-105638" y="-92766"/>
            <a:ext cx="8873625" cy="880501"/>
          </a:xfrm>
          <a:prstGeom prst="rect">
            <a:avLst/>
          </a:prstGeom>
        </p:spPr>
      </p:pic>
      <p:pic>
        <p:nvPicPr>
          <p:cNvPr id="6" name="Picture 5">
            <a:extLst>
              <a:ext uri="{FF2B5EF4-FFF2-40B4-BE49-F238E27FC236}">
                <a16:creationId xmlns:a16="http://schemas.microsoft.com/office/drawing/2014/main" id="{7AEC92DF-E9A7-5793-3A74-D671A494551E}"/>
              </a:ext>
            </a:extLst>
          </p:cNvPr>
          <p:cNvPicPr>
            <a:picLocks noGrp="1" noRo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407015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F74CD5A-9F80-0549-8844-6BFF5ADE70C7}"/>
              </a:ext>
            </a:extLst>
          </p:cNvPr>
          <p:cNvGraphicFramePr>
            <a:graphicFrameLocks noGrp="1"/>
          </p:cNvGraphicFramePr>
          <p:nvPr>
            <p:extLst>
              <p:ext uri="{D42A27DB-BD31-4B8C-83A1-F6EECF244321}">
                <p14:modId xmlns:p14="http://schemas.microsoft.com/office/powerpoint/2010/main" val="8279166"/>
              </p:ext>
            </p:extLst>
          </p:nvPr>
        </p:nvGraphicFramePr>
        <p:xfrm>
          <a:off x="248067" y="762788"/>
          <a:ext cx="9664560" cy="6707604"/>
        </p:xfrm>
        <a:graphic>
          <a:graphicData uri="http://schemas.openxmlformats.org/drawingml/2006/table">
            <a:tbl>
              <a:tblPr firstRow="1" bandRow="1">
                <a:tableStyleId>{2D5ABB26-0587-4C30-8999-92F81FD0307C}</a:tableStyleId>
              </a:tblPr>
              <a:tblGrid>
                <a:gridCol w="9664560">
                  <a:extLst>
                    <a:ext uri="{9D8B030D-6E8A-4147-A177-3AD203B41FA5}">
                      <a16:colId xmlns:a16="http://schemas.microsoft.com/office/drawing/2014/main" val="3313590318"/>
                    </a:ext>
                  </a:extLst>
                </a:gridCol>
              </a:tblGrid>
              <a:tr h="475903">
                <a:tc>
                  <a:txBody>
                    <a:bodyPr/>
                    <a:lstStyle/>
                    <a:p>
                      <a:r>
                        <a:rPr lang="en-US" sz="1400" b="0" i="0">
                          <a:solidFill>
                            <a:schemeClr val="bg1"/>
                          </a:solidFill>
                          <a:latin typeface="Arial"/>
                          <a:cs typeface="Arial"/>
                        </a:rPr>
                        <a:t>What would be lost if your brand ceased to exist?</a:t>
                      </a:r>
                      <a:endParaRPr lang="pl-PL"/>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828262">
                <a:tc>
                  <a:txBody>
                    <a:bodyPr/>
                    <a:lstStyle/>
                    <a:p>
                      <a:r>
                        <a:rPr lang="en-US" sz="1200" b="0" i="0" u="none" strike="noStrike" noProof="0">
                          <a:solidFill>
                            <a:srgbClr val="111111"/>
                          </a:solidFill>
                        </a:rPr>
                        <a:t>Energy transformation and new ideas for how to do it would slow and in some cases turn in a different direction. </a:t>
                      </a:r>
                      <a:r>
                        <a:rPr lang="en-US" sz="1200" b="0" i="0" u="none" strike="noStrike" noProof="0">
                          <a:solidFill>
                            <a:srgbClr val="111111"/>
                          </a:solidFill>
                          <a:latin typeface="PF Square Sans Pro Light"/>
                        </a:rPr>
                        <a:t>Very talented people would not have a chance to </a:t>
                      </a:r>
                      <a:r>
                        <a:rPr lang="en-US" sz="1200" b="0" i="0" u="none" strike="noStrike" noProof="0" err="1">
                          <a:solidFill>
                            <a:srgbClr val="111111"/>
                          </a:solidFill>
                          <a:latin typeface="PF Square Sans Pro Light"/>
                        </a:rPr>
                        <a:t>fullfil</a:t>
                      </a:r>
                      <a:r>
                        <a:rPr lang="en-US" sz="1200" b="0" i="0" u="none" strike="noStrike" noProof="0">
                          <a:solidFill>
                            <a:srgbClr val="111111"/>
                          </a:solidFill>
                          <a:latin typeface="PF Square Sans Pro Light"/>
                        </a:rPr>
                        <a:t> a dream of being a part of green energy change. The  identity, culture, and values that the brand represents would be lost, affecting both employees and customers who resonate with them.</a:t>
                      </a:r>
                      <a:r>
                        <a:rPr lang="en-US" sz="1200" b="0" i="0" u="none" strike="noStrike" noProof="0">
                          <a:solidFill>
                            <a:srgbClr val="111111"/>
                          </a:solidFill>
                        </a:rPr>
                        <a:t>. Our customers on top of that would loose technical support and would need to learn how to solve problems they don't have to worry about now.</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54093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Arial"/>
                          <a:ea typeface="Riforma LL" panose="020B0504020101020102" pitchFamily="34" charset="0"/>
                          <a:cs typeface="Arial"/>
                        </a:rPr>
                        <a:t>Why is it important that your brand continues to exist?</a:t>
                      </a:r>
                      <a:endParaRPr kumimoji="0" lang="en-US" sz="1200" b="0" i="0" u="none" strike="noStrike" kern="1200" cap="none" spc="0" normalizeH="0" baseline="0" noProof="0">
                        <a:ln>
                          <a:noFill/>
                        </a:ln>
                        <a:solidFill>
                          <a:schemeClr val="bg1"/>
                        </a:solidFill>
                        <a:effectLst/>
                        <a:uLnTx/>
                        <a:uFillTx/>
                        <a:latin typeface="Arial"/>
                        <a:ea typeface="Riforma LL" panose="020B0504020101020102" pitchFamily="34" charset="0"/>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801497">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u="none" strike="noStrike" kern="1200" cap="none" spc="0" normalizeH="0" baseline="0" noProof="0">
                          <a:ln>
                            <a:noFill/>
                          </a:ln>
                          <a:solidFill>
                            <a:prstClr val="black"/>
                          </a:solidFill>
                          <a:effectLst/>
                          <a:uLnTx/>
                          <a:uFillTx/>
                          <a:latin typeface="Arial"/>
                          <a:ea typeface="Riforma LL" panose="020B0504020101020102" pitchFamily="34" charset="0"/>
                          <a:cs typeface="Arial"/>
                        </a:rPr>
                        <a:t>We believe we have ideas and may create big impact for the </a:t>
                      </a:r>
                      <a:r>
                        <a:rPr lang="en-US" sz="1200" b="0" i="0" u="none" strike="noStrike" kern="1200" cap="none" spc="0" normalizeH="0" baseline="0" noProof="0" err="1">
                          <a:ln>
                            <a:noFill/>
                          </a:ln>
                          <a:solidFill>
                            <a:prstClr val="black"/>
                          </a:solidFill>
                          <a:effectLst/>
                          <a:uLnTx/>
                          <a:uFillTx/>
                          <a:latin typeface="Arial"/>
                          <a:ea typeface="Riforma LL" panose="020B0504020101020102" pitchFamily="34" charset="0"/>
                          <a:cs typeface="Arial"/>
                        </a:rPr>
                        <a:t>futute</a:t>
                      </a:r>
                      <a:r>
                        <a:rPr lang="en-US" sz="1200" b="0" i="0" u="none" strike="noStrike" kern="1200" cap="none" spc="0" normalizeH="0" baseline="0" noProof="0">
                          <a:ln>
                            <a:noFill/>
                          </a:ln>
                          <a:solidFill>
                            <a:prstClr val="black"/>
                          </a:solidFill>
                          <a:effectLst/>
                          <a:uLnTx/>
                          <a:uFillTx/>
                          <a:latin typeface="Arial"/>
                          <a:ea typeface="Riforma LL" panose="020B0504020101020102" pitchFamily="34" charset="0"/>
                          <a:cs typeface="Arial"/>
                        </a:rPr>
                        <a:t>. We believe we create value, speed up the process and drive innovating approach to energy transformation. </a:t>
                      </a:r>
                      <a:r>
                        <a:rPr lang="en-US" sz="1200" b="0" i="0" u="none" strike="noStrike" kern="1200" cap="none" spc="0" normalizeH="0" baseline="0" noProof="0">
                          <a:ln>
                            <a:noFill/>
                          </a:ln>
                          <a:solidFill>
                            <a:prstClr val="black"/>
                          </a:solidFill>
                          <a:effectLst/>
                          <a:uLnTx/>
                          <a:uFillTx/>
                        </a:rPr>
                        <a:t>Innovation and growth promotion</a:t>
                      </a:r>
                      <a:endParaRPr kumimoji="0" lang="en-US" sz="1200" b="0" i="0" u="none" strike="noStrike" kern="1200" cap="none" spc="0" normalizeH="0" baseline="0" noProof="0">
                        <a:ln>
                          <a:noFill/>
                        </a:ln>
                        <a:solidFill>
                          <a:prstClr val="black"/>
                        </a:solidFill>
                        <a:effectLst/>
                        <a:uLnTx/>
                        <a:uFillTx/>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algn="l" rtl="0" fontAlgn="ctr"/>
                      <a:r>
                        <a:rPr lang="en-GB" sz="1600" b="0" i="0" u="none" strike="noStrike">
                          <a:solidFill>
                            <a:srgbClr val="FFFFFF"/>
                          </a:solidFill>
                          <a:effectLst/>
                          <a:latin typeface="Calibri "/>
                        </a:rPr>
                        <a:t>What is at stake here?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62741">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a:latin typeface="Arial"/>
                          <a:ea typeface="Riforma LL" panose="020B0504020101020102" pitchFamily="34" charset="0"/>
                          <a:cs typeface="Arial"/>
                        </a:rPr>
                        <a:t>Green transformation speed, nature health, cheep source of energy. </a:t>
                      </a:r>
                    </a:p>
                    <a:p>
                      <a:pPr marL="0" marR="0" lvl="0" indent="0" algn="l">
                        <a:lnSpc>
                          <a:spcPct val="100000"/>
                        </a:lnSpc>
                        <a:spcBef>
                          <a:spcPts val="0"/>
                        </a:spcBef>
                        <a:spcAft>
                          <a:spcPts val="0"/>
                        </a:spcAft>
                        <a:buClrTx/>
                        <a:buSzTx/>
                        <a:buFontTx/>
                        <a:buNone/>
                      </a:pPr>
                      <a:endParaRPr lang="en-US" sz="1200" b="0" i="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pic>
        <p:nvPicPr>
          <p:cNvPr id="2" name="Picture 1">
            <a:extLst>
              <a:ext uri="{FF2B5EF4-FFF2-40B4-BE49-F238E27FC236}">
                <a16:creationId xmlns:a16="http://schemas.microsoft.com/office/drawing/2014/main" id="{DDCBB158-150D-92E3-F5F2-1E5192553630}"/>
              </a:ext>
            </a:extLst>
          </p:cNvPr>
          <p:cNvPicPr>
            <a:picLocks noGrp="1" noRot="1" noChangeAspect="1" noMove="1" noResize="1" noEditPoints="1" noAdjustHandles="1" noChangeArrowheads="1" noChangeShapeType="1" noCrop="1"/>
          </p:cNvPicPr>
          <p:nvPr/>
        </p:nvPicPr>
        <p:blipFill>
          <a:blip r:embed="rId3"/>
          <a:stretch>
            <a:fillRect/>
          </a:stretch>
        </p:blipFill>
        <p:spPr>
          <a:xfrm>
            <a:off x="-21266" y="-79322"/>
            <a:ext cx="8915358" cy="884642"/>
          </a:xfrm>
          <a:prstGeom prst="rect">
            <a:avLst/>
          </a:prstGeom>
        </p:spPr>
      </p:pic>
      <p:pic>
        <p:nvPicPr>
          <p:cNvPr id="6" name="Picture 5">
            <a:extLst>
              <a:ext uri="{FF2B5EF4-FFF2-40B4-BE49-F238E27FC236}">
                <a16:creationId xmlns:a16="http://schemas.microsoft.com/office/drawing/2014/main" id="{CC1C0079-8510-4EF0-C6F0-56E1E41D6A73}"/>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1877047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500136742"/>
              </p:ext>
            </p:extLst>
          </p:nvPr>
        </p:nvGraphicFramePr>
        <p:xfrm>
          <a:off x="276084" y="729009"/>
          <a:ext cx="9776012" cy="8986064"/>
        </p:xfrm>
        <a:graphic>
          <a:graphicData uri="http://schemas.openxmlformats.org/drawingml/2006/table">
            <a:tbl>
              <a:tblPr firstRow="1" bandRow="1">
                <a:tableStyleId>{2D5ABB26-0587-4C30-8999-92F81FD0307C}</a:tableStyleId>
              </a:tblPr>
              <a:tblGrid>
                <a:gridCol w="2241829">
                  <a:extLst>
                    <a:ext uri="{9D8B030D-6E8A-4147-A177-3AD203B41FA5}">
                      <a16:colId xmlns:a16="http://schemas.microsoft.com/office/drawing/2014/main" val="3308902235"/>
                    </a:ext>
                  </a:extLst>
                </a:gridCol>
                <a:gridCol w="7534183">
                  <a:extLst>
                    <a:ext uri="{9D8B030D-6E8A-4147-A177-3AD203B41FA5}">
                      <a16:colId xmlns:a16="http://schemas.microsoft.com/office/drawing/2014/main" val="3313590318"/>
                    </a:ext>
                  </a:extLst>
                </a:gridCol>
              </a:tblGrid>
              <a:tr h="36231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Imagine it is 5 years from today and answer the following questions: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63145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have you achieved?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a:latin typeface="Arial"/>
                          <a:ea typeface="Riforma LL" panose="020B0504020101020102" pitchFamily="34" charset="0"/>
                          <a:cs typeface="Arial"/>
                        </a:rPr>
                        <a:t>The biggest community of distributed energy generation. We have best people and best teams working for us and shaping the market . We are still open minded and innovative. We were </a:t>
                      </a:r>
                      <a:r>
                        <a:rPr lang="en-US" sz="1100" b="0" i="0" u="none" strike="noStrike" noProof="0" err="1">
                          <a:solidFill>
                            <a:srgbClr val="000000"/>
                          </a:solidFill>
                        </a:rPr>
                        <a:t>Przełamujemy</a:t>
                      </a:r>
                      <a:r>
                        <a:rPr lang="en-US" sz="1100" b="0" i="0" u="none" strike="noStrike" noProof="0">
                          <a:solidFill>
                            <a:srgbClr val="000000"/>
                          </a:solidFill>
                        </a:rPr>
                        <a:t> </a:t>
                      </a:r>
                      <a:r>
                        <a:rPr lang="en-US" sz="1100" b="0" i="0" u="none" strike="noStrike" noProof="0" err="1">
                          <a:solidFill>
                            <a:srgbClr val="000000"/>
                          </a:solidFill>
                        </a:rPr>
                        <a:t>schematy</a:t>
                      </a:r>
                      <a:r>
                        <a:rPr lang="en-US" sz="1100" b="0" i="0" u="none" strike="noStrike" noProof="0">
                          <a:solidFill>
                            <a:srgbClr val="000000"/>
                          </a:solidFill>
                        </a:rPr>
                        <a:t>, </a:t>
                      </a:r>
                      <a:r>
                        <a:rPr lang="en-US" sz="1100" b="0" i="0" u="none" strike="noStrike" noProof="0" err="1">
                          <a:solidFill>
                            <a:srgbClr val="000000"/>
                          </a:solidFill>
                        </a:rPr>
                        <a:t>tworząc</a:t>
                      </a:r>
                      <a:r>
                        <a:rPr lang="en-US" sz="1100" b="0" i="0" u="none" strike="noStrike" noProof="0">
                          <a:solidFill>
                            <a:srgbClr val="000000"/>
                          </a:solidFill>
                        </a:rPr>
                        <a:t> </a:t>
                      </a:r>
                      <a:r>
                        <a:rPr lang="en-US" sz="1100" b="0" i="0" u="none" strike="noStrike" noProof="0" err="1">
                          <a:solidFill>
                            <a:srgbClr val="000000"/>
                          </a:solidFill>
                        </a:rPr>
                        <a:t>innowacyjne</a:t>
                      </a:r>
                      <a:r>
                        <a:rPr lang="en-US" sz="1100" b="0" i="0" u="none" strike="noStrike" noProof="0">
                          <a:solidFill>
                            <a:srgbClr val="000000"/>
                          </a:solidFill>
                        </a:rPr>
                        <a:t> </a:t>
                      </a:r>
                      <a:r>
                        <a:rPr lang="en-US" sz="1100" b="0" i="0" u="none" strike="noStrike" noProof="0" err="1">
                          <a:solidFill>
                            <a:srgbClr val="000000"/>
                          </a:solidFill>
                        </a:rPr>
                        <a:t>rozwiązania</a:t>
                      </a:r>
                      <a:r>
                        <a:rPr lang="en-US" sz="1100" b="0" i="0" u="none" strike="noStrike" noProof="0">
                          <a:solidFill>
                            <a:srgbClr val="000000"/>
                          </a:solidFill>
                        </a:rPr>
                        <a:t>  </a:t>
                      </a:r>
                      <a:r>
                        <a:rPr lang="en-US" sz="1100" b="0" i="0" u="none" strike="noStrike" noProof="0" err="1">
                          <a:solidFill>
                            <a:srgbClr val="000000"/>
                          </a:solidFill>
                        </a:rPr>
                        <a:t>które</a:t>
                      </a:r>
                      <a:r>
                        <a:rPr lang="en-US" sz="1100" b="0" i="0" u="none" strike="noStrike" noProof="0">
                          <a:solidFill>
                            <a:srgbClr val="000000"/>
                          </a:solidFill>
                        </a:rPr>
                        <a:t> </a:t>
                      </a:r>
                      <a:r>
                        <a:rPr lang="en-US" sz="1100" b="0" i="0" u="none" strike="noStrike" noProof="0" err="1">
                          <a:solidFill>
                            <a:srgbClr val="000000"/>
                          </a:solidFill>
                        </a:rPr>
                        <a:t>redefiniują</a:t>
                      </a:r>
                      <a:r>
                        <a:rPr lang="en-US" sz="1100" b="0" i="0" u="none" strike="noStrike" noProof="0">
                          <a:solidFill>
                            <a:srgbClr val="000000"/>
                          </a:solidFill>
                        </a:rPr>
                        <a:t> </a:t>
                      </a:r>
                      <a:r>
                        <a:rPr lang="en-US" sz="1100" b="0" i="0" u="none" strike="noStrike" noProof="0" err="1">
                          <a:solidFill>
                            <a:srgbClr val="000000"/>
                          </a:solidFill>
                        </a:rPr>
                        <a:t>granice</a:t>
                      </a:r>
                      <a:r>
                        <a:rPr lang="en-US" sz="1100" b="0" i="0" u="none" strike="noStrike" noProof="0">
                          <a:solidFill>
                            <a:srgbClr val="000000"/>
                          </a:solidFill>
                        </a:rPr>
                        <a:t> </a:t>
                      </a:r>
                      <a:r>
                        <a:rPr lang="en-US" sz="1100" b="0" i="0" u="none" strike="noStrike" noProof="0" err="1">
                          <a:solidFill>
                            <a:srgbClr val="000000"/>
                          </a:solidFill>
                        </a:rPr>
                        <a:t>technologii</a:t>
                      </a:r>
                      <a:r>
                        <a:rPr lang="en-US" sz="1100" b="0" i="0" u="none" strike="noStrike" noProof="0">
                          <a:solidFill>
                            <a:srgbClr val="000000"/>
                          </a:solidFill>
                        </a:rPr>
                        <a:t> </a:t>
                      </a:r>
                      <a:r>
                        <a:rPr lang="en-US" sz="1100" b="0" i="0" u="none" strike="noStrike" noProof="0" err="1">
                          <a:solidFill>
                            <a:srgbClr val="000000"/>
                          </a:solidFill>
                        </a:rPr>
                        <a:t>i</a:t>
                      </a:r>
                      <a:r>
                        <a:rPr lang="en-US" sz="1100" b="0" i="0" u="none" strike="noStrike" noProof="0">
                          <a:solidFill>
                            <a:srgbClr val="000000"/>
                          </a:solidFill>
                        </a:rPr>
                        <a:t> </a:t>
                      </a:r>
                      <a:r>
                        <a:rPr lang="en-US" sz="1100" b="0" i="0" u="none" strike="noStrike" noProof="0" err="1">
                          <a:solidFill>
                            <a:srgbClr val="000000"/>
                          </a:solidFill>
                        </a:rPr>
                        <a:t>funkcjonalności</a:t>
                      </a:r>
                      <a:r>
                        <a:rPr lang="en-US" sz="1100" b="0" i="0" u="none" strike="noStrike" noProof="0">
                          <a:solidFill>
                            <a:srgbClr val="000000"/>
                          </a:solidFill>
                        </a:rPr>
                        <a:t>. </a:t>
                      </a:r>
                      <a:r>
                        <a:rPr lang="en-US" sz="1100" b="0" i="0" u="none" strike="noStrike" noProof="0" err="1">
                          <a:solidFill>
                            <a:srgbClr val="000000"/>
                          </a:solidFill>
                          <a:latin typeface="PF Square Sans Pro Light"/>
                        </a:rPr>
                        <a:t>Jesteśmy</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firmą</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wielokrotnie</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nagrodzoną</a:t>
                      </a:r>
                      <a:r>
                        <a:rPr lang="en-US" sz="1100" b="0" i="0" u="none" strike="noStrike" noProof="0">
                          <a:solidFill>
                            <a:srgbClr val="000000"/>
                          </a:solidFill>
                          <a:latin typeface="PF Square Sans Pro Light"/>
                        </a:rPr>
                        <a:t> za </a:t>
                      </a:r>
                      <a:r>
                        <a:rPr lang="en-US" sz="1100" b="0" i="0" u="none" strike="noStrike" noProof="0" err="1">
                          <a:solidFill>
                            <a:srgbClr val="000000"/>
                          </a:solidFill>
                          <a:latin typeface="PF Square Sans Pro Light"/>
                        </a:rPr>
                        <a:t>rozwiązania</a:t>
                      </a:r>
                      <a:r>
                        <a:rPr lang="en-US" sz="1100" b="0" i="0" u="none" strike="noStrike" noProof="0">
                          <a:solidFill>
                            <a:srgbClr val="000000"/>
                          </a:solidFill>
                          <a:latin typeface="PF Square Sans Pro Light"/>
                        </a:rPr>
                        <a:t> z </a:t>
                      </a:r>
                      <a:r>
                        <a:rPr lang="en-US" sz="1100" b="0" i="0" u="none" strike="noStrike" noProof="0" err="1">
                          <a:solidFill>
                            <a:srgbClr val="000000"/>
                          </a:solidFill>
                          <a:latin typeface="PF Square Sans Pro Light"/>
                        </a:rPr>
                        <a:t>pogranicza</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zarządzania</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i</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produkcji</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energii</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wykorzystywania</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nowych</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technologii</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i</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wyłapywania</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trendów</a:t>
                      </a:r>
                      <a:r>
                        <a:rPr lang="en-US" sz="1100" b="0" i="0" u="none" strike="noStrike" noProof="0">
                          <a:solidFill>
                            <a:srgbClr val="000000"/>
                          </a:solidFill>
                          <a:latin typeface="PF Square Sans Pro Light"/>
                        </a:rPr>
                        <a:t>. We are professionals and listen</a:t>
                      </a:r>
                      <a:endParaRPr lang="en-US" sz="1100" b="0" i="0" u="none" strike="noStrike" noProof="0">
                        <a:solidFill>
                          <a:srgbClr val="000000"/>
                        </a:solidFill>
                      </a:endParaRPr>
                    </a:p>
                    <a:p>
                      <a:pPr marL="0" marR="0" lvl="0" indent="0" algn="l">
                        <a:lnSpc>
                          <a:spcPct val="100000"/>
                        </a:lnSpc>
                        <a:spcBef>
                          <a:spcPts val="0"/>
                        </a:spcBef>
                        <a:spcAft>
                          <a:spcPts val="0"/>
                        </a:spcAft>
                        <a:buClrTx/>
                        <a:buSzTx/>
                        <a:buFontTx/>
                        <a:buNone/>
                      </a:pPr>
                      <a:endParaRPr lang="en-US" sz="1200" b="0" i="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customers say about you?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a:latin typeface="Arial"/>
                          <a:ea typeface="Riforma LL" panose="020B0504020101020102" pitchFamily="34" charset="0"/>
                          <a:cs typeface="Arial"/>
                        </a:rPr>
                        <a:t>That we gave them choice</a:t>
                      </a:r>
                      <a:r>
                        <a:rPr lang="en-US" sz="1200" b="0" i="0">
                          <a:latin typeface="Arial"/>
                          <a:cs typeface="Arial"/>
                        </a:rPr>
                        <a:t>, energy is not a cost any more. </a:t>
                      </a:r>
                      <a:r>
                        <a:rPr lang="en-US" sz="1100" b="0" i="0" u="none" strike="noStrike" noProof="0">
                          <a:solidFill>
                            <a:srgbClr val="000000"/>
                          </a:solidFill>
                        </a:rPr>
                        <a:t>We are professionals and listen to our customers. </a:t>
                      </a:r>
                      <a:r>
                        <a:rPr lang="en-US" sz="1100" b="0" i="0" u="none" strike="noStrike" noProof="0" err="1">
                          <a:solidFill>
                            <a:srgbClr val="000000"/>
                          </a:solidFill>
                          <a:latin typeface="PF Square Sans Pro Light"/>
                        </a:rPr>
                        <a:t>Doceniają</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nowatorskie</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produkty</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zmieniają</a:t>
                      </a:r>
                      <a:r>
                        <a:rPr lang="en-US" sz="1100" b="0" i="0" u="none" strike="noStrike" noProof="0">
                          <a:solidFill>
                            <a:srgbClr val="000000"/>
                          </a:solidFill>
                          <a:latin typeface="PF Square Sans Pro Light"/>
                        </a:rPr>
                        <a:t> ich </a:t>
                      </a:r>
                      <a:r>
                        <a:rPr lang="en-US" sz="1100" b="0" i="0" u="none" strike="noStrike" noProof="0" err="1">
                          <a:solidFill>
                            <a:srgbClr val="000000"/>
                          </a:solidFill>
                          <a:latin typeface="PF Square Sans Pro Light"/>
                        </a:rPr>
                        <a:t>sposób</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pracy</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życia</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czy</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korzystania</a:t>
                      </a:r>
                      <a:r>
                        <a:rPr lang="en-US" sz="1100" b="0" i="0" u="none" strike="noStrike" noProof="0">
                          <a:solidFill>
                            <a:srgbClr val="000000"/>
                          </a:solidFill>
                          <a:latin typeface="PF Square Sans Pro Light"/>
                        </a:rPr>
                        <a:t> z </a:t>
                      </a:r>
                      <a:r>
                        <a:rPr lang="en-US" sz="1100" b="0" i="0" u="none" strike="noStrike" noProof="0" err="1">
                          <a:solidFill>
                            <a:srgbClr val="000000"/>
                          </a:solidFill>
                          <a:latin typeface="PF Square Sans Pro Light"/>
                        </a:rPr>
                        <a:t>technologii</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że</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firma</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nie</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boi</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się</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kwestionować</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utartych</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schematów</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i</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zmieniać</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reguł</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gry</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na</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rynku</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Widzą</a:t>
                      </a:r>
                      <a:r>
                        <a:rPr lang="en-US" sz="1100" b="0" i="0" u="none" strike="noStrike" noProof="0">
                          <a:solidFill>
                            <a:srgbClr val="000000"/>
                          </a:solidFill>
                          <a:latin typeface="PF Square Sans Pro Light"/>
                        </a:rPr>
                        <a:t> w </a:t>
                      </a:r>
                      <a:r>
                        <a:rPr lang="en-US" sz="1100" b="0" i="0" u="none" strike="noStrike" noProof="0" err="1">
                          <a:solidFill>
                            <a:srgbClr val="000000"/>
                          </a:solidFill>
                          <a:latin typeface="PF Square Sans Pro Light"/>
                        </a:rPr>
                        <a:t>marce</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lidera</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który</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śmiało</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podejmuje</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wyzwania</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tworząc</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produkty</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które</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rewolucjonizują</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branżę</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Często</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mówią</a:t>
                      </a:r>
                      <a:r>
                        <a:rPr lang="en-US" sz="1100" b="0" i="0" u="none" strike="noStrike" noProof="0">
                          <a:solidFill>
                            <a:srgbClr val="000000"/>
                          </a:solidFill>
                          <a:latin typeface="PF Square Sans Pro Light"/>
                        </a:rPr>
                        <a:t> o </a:t>
                      </a:r>
                      <a:r>
                        <a:rPr lang="en-US" sz="1100" b="0" i="0" u="none" strike="noStrike" noProof="0" err="1">
                          <a:solidFill>
                            <a:srgbClr val="000000"/>
                          </a:solidFill>
                          <a:latin typeface="PF Square Sans Pro Light"/>
                        </a:rPr>
                        <a:t>marce</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jako</a:t>
                      </a:r>
                      <a:r>
                        <a:rPr lang="en-US" sz="1100" b="0" i="0" u="none" strike="noStrike" noProof="0">
                          <a:solidFill>
                            <a:srgbClr val="000000"/>
                          </a:solidFill>
                          <a:latin typeface="PF Square Sans Pro Light"/>
                        </a:rPr>
                        <a:t> o </a:t>
                      </a:r>
                      <a:r>
                        <a:rPr lang="en-US" sz="1100" b="0" i="0" u="none" strike="noStrike" noProof="0" err="1">
                          <a:solidFill>
                            <a:srgbClr val="000000"/>
                          </a:solidFill>
                          <a:latin typeface="PF Square Sans Pro Light"/>
                        </a:rPr>
                        <a:t>pionierze</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który</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tworzy</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przyszłość</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już</a:t>
                      </a:r>
                      <a:r>
                        <a:rPr lang="en-US" sz="1100" b="0" i="0" u="none" strike="noStrike" noProof="0">
                          <a:solidFill>
                            <a:srgbClr val="000000"/>
                          </a:solidFill>
                          <a:latin typeface="PF Square Sans Pro Light"/>
                        </a:rPr>
                        <a:t> </a:t>
                      </a:r>
                      <a:r>
                        <a:rPr lang="en-US" sz="1100" b="0" i="0" u="none" strike="noStrike" noProof="0" err="1">
                          <a:solidFill>
                            <a:srgbClr val="000000"/>
                          </a:solidFill>
                          <a:latin typeface="PF Square Sans Pro Light"/>
                        </a:rPr>
                        <a:t>dziś</a:t>
                      </a:r>
                      <a:r>
                        <a:rPr lang="en-US" sz="1100" b="0" i="0" u="none" strike="noStrike" noProof="0">
                          <a:solidFill>
                            <a:srgbClr val="000000"/>
                          </a:solidFill>
                          <a:latin typeface="PF Square Sans Pro Light"/>
                        </a:rPr>
                        <a:t>.</a:t>
                      </a:r>
                      <a:endParaRPr lang="pl-PL"/>
                    </a:p>
                    <a:p>
                      <a:pPr marL="0" marR="0" lvl="0" indent="0" algn="l">
                        <a:lnSpc>
                          <a:spcPct val="100000"/>
                        </a:lnSpc>
                        <a:spcBef>
                          <a:spcPts val="0"/>
                        </a:spcBef>
                        <a:spcAft>
                          <a:spcPts val="0"/>
                        </a:spcAft>
                        <a:buClrTx/>
                        <a:buSzTx/>
                        <a:buFontTx/>
                        <a:buNone/>
                      </a:pPr>
                      <a:endParaRPr lang="en-US" sz="1200" b="0" i="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1651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your employees say?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a:latin typeface="Arial"/>
                          <a:ea typeface="Riforma LL" panose="020B0504020101020102" pitchFamily="34" charset="0"/>
                          <a:cs typeface="Arial"/>
                        </a:rPr>
                        <a:t>We trust our leaders and see them as </a:t>
                      </a:r>
                      <a:r>
                        <a:rPr lang="en-US" sz="1200" b="0" i="0" err="1">
                          <a:latin typeface="Arial"/>
                          <a:ea typeface="Riforma LL" panose="020B0504020101020102" pitchFamily="34" charset="0"/>
                          <a:cs typeface="Arial"/>
                        </a:rPr>
                        <a:t>visionairs</a:t>
                      </a:r>
                      <a:r>
                        <a:rPr lang="en-US" sz="1200" b="0" i="0">
                          <a:latin typeface="Arial"/>
                          <a:ea typeface="Riforma LL" panose="020B0504020101020102" pitchFamily="34" charset="0"/>
                          <a:cs typeface="Arial"/>
                        </a:rPr>
                        <a:t> we want to follow. </a:t>
                      </a:r>
                      <a:r>
                        <a:rPr lang="en-US" sz="1100" b="0" i="0" u="none" strike="noStrike" noProof="0" err="1">
                          <a:solidFill>
                            <a:srgbClr val="000000"/>
                          </a:solidFill>
                        </a:rPr>
                        <a:t>Pracownicy</a:t>
                      </a:r>
                      <a:r>
                        <a:rPr lang="en-US" sz="1100" b="0" i="0" u="none" strike="noStrike" noProof="0">
                          <a:solidFill>
                            <a:srgbClr val="000000"/>
                          </a:solidFill>
                        </a:rPr>
                        <a:t> </a:t>
                      </a:r>
                      <a:r>
                        <a:rPr lang="en-US" sz="1100" b="0" i="0" u="none" strike="noStrike" noProof="0" err="1">
                          <a:solidFill>
                            <a:srgbClr val="000000"/>
                          </a:solidFill>
                        </a:rPr>
                        <a:t>często</a:t>
                      </a:r>
                      <a:r>
                        <a:rPr lang="en-US" sz="1100" b="0" i="0" u="none" strike="noStrike" noProof="0">
                          <a:solidFill>
                            <a:srgbClr val="000000"/>
                          </a:solidFill>
                        </a:rPr>
                        <a:t> </a:t>
                      </a:r>
                      <a:r>
                        <a:rPr lang="en-US" sz="1100" b="0" i="0" u="none" strike="noStrike" noProof="0" err="1">
                          <a:solidFill>
                            <a:srgbClr val="000000"/>
                          </a:solidFill>
                        </a:rPr>
                        <a:t>wskazują</a:t>
                      </a:r>
                      <a:r>
                        <a:rPr lang="en-US" sz="1100" b="0" i="0" u="none" strike="noStrike" noProof="0">
                          <a:solidFill>
                            <a:srgbClr val="000000"/>
                          </a:solidFill>
                        </a:rPr>
                        <a:t> </a:t>
                      </a:r>
                      <a:r>
                        <a:rPr lang="en-US" sz="1100" b="0" i="0" u="none" strike="noStrike" noProof="0" err="1">
                          <a:solidFill>
                            <a:srgbClr val="000000"/>
                          </a:solidFill>
                        </a:rPr>
                        <a:t>na</a:t>
                      </a:r>
                      <a:r>
                        <a:rPr lang="en-US" sz="1100" b="0" i="0" u="none" strike="noStrike" noProof="0">
                          <a:solidFill>
                            <a:srgbClr val="000000"/>
                          </a:solidFill>
                        </a:rPr>
                        <a:t> </a:t>
                      </a:r>
                      <a:r>
                        <a:rPr lang="en-US" sz="1100" b="0" i="0" u="none" strike="noStrike" noProof="0" err="1">
                          <a:solidFill>
                            <a:srgbClr val="000000"/>
                          </a:solidFill>
                        </a:rPr>
                        <a:t>inspirujące</a:t>
                      </a:r>
                      <a:r>
                        <a:rPr lang="en-US" sz="1100" b="0" i="0" u="none" strike="noStrike" noProof="0">
                          <a:solidFill>
                            <a:srgbClr val="000000"/>
                          </a:solidFill>
                        </a:rPr>
                        <a:t> </a:t>
                      </a:r>
                      <a:r>
                        <a:rPr lang="en-US" sz="1100" b="0" i="0" u="none" strike="noStrike" noProof="0" err="1">
                          <a:solidFill>
                            <a:srgbClr val="000000"/>
                          </a:solidFill>
                        </a:rPr>
                        <a:t>przywództwo</a:t>
                      </a:r>
                      <a:r>
                        <a:rPr lang="en-US" sz="1100" b="0" i="0" u="none" strike="noStrike" noProof="0">
                          <a:solidFill>
                            <a:srgbClr val="000000"/>
                          </a:solidFill>
                        </a:rPr>
                        <a:t>. </a:t>
                      </a:r>
                      <a:r>
                        <a:rPr lang="en-US" sz="1200" b="0" i="0" u="none" strike="noStrike" noProof="0">
                          <a:solidFill>
                            <a:srgbClr val="000000"/>
                          </a:solidFill>
                          <a:latin typeface="Arial"/>
                        </a:rPr>
                        <a:t>We can grow with the company. Company is a place we can be </a:t>
                      </a:r>
                      <a:r>
                        <a:rPr lang="en-US" sz="1200" b="0" i="0" u="none" strike="noStrike" noProof="0" err="1">
                          <a:solidFill>
                            <a:srgbClr val="000000"/>
                          </a:solidFill>
                          <a:latin typeface="Arial"/>
                        </a:rPr>
                        <a:t>ourselvef</a:t>
                      </a:r>
                      <a:r>
                        <a:rPr lang="en-US" sz="1200" b="0" i="0" u="none" strike="noStrike" noProof="0">
                          <a:solidFill>
                            <a:srgbClr val="000000"/>
                          </a:solidFill>
                          <a:latin typeface="Arial"/>
                        </a:rPr>
                        <a:t> and we have one common goal. </a:t>
                      </a:r>
                      <a:endParaRPr lang="pl-PL" sz="1200" b="0" i="0" u="none" strike="noStrike" noProof="0">
                        <a:solidFill>
                          <a:srgbClr val="000000"/>
                        </a:solidFill>
                        <a:latin typeface="Arial"/>
                      </a:endParaRPr>
                    </a:p>
                    <a:p>
                      <a:pPr marL="0" marR="0" lvl="0" indent="0" algn="l">
                        <a:lnSpc>
                          <a:spcPct val="100000"/>
                        </a:lnSpc>
                        <a:spcBef>
                          <a:spcPts val="0"/>
                        </a:spcBef>
                        <a:spcAft>
                          <a:spcPts val="0"/>
                        </a:spcAft>
                        <a:buClrTx/>
                        <a:buSzTx/>
                        <a:buFontTx/>
                        <a:buNone/>
                      </a:pPr>
                      <a:endParaRPr lang="en-US" sz="1200" b="0" i="0" u="none" strike="noStrike" noProof="0">
                        <a:solidFill>
                          <a:srgbClr val="000000"/>
                        </a:solidFill>
                        <a:latin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60960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is your Market position?</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US" sz="1200" b="0" i="0" u="none" strike="noStrike" noProof="0">
                          <a:solidFill>
                            <a:srgbClr val="000000"/>
                          </a:solidFill>
                          <a:latin typeface="Arial"/>
                        </a:rPr>
                        <a:t>No 1. Market trend setter.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 your offices look like?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a:solidFill>
                            <a:srgbClr val="000000"/>
                          </a:solidFill>
                          <a:latin typeface="Arial"/>
                        </a:rPr>
                        <a:t>Filled with people with a lot on energy and passion</a:t>
                      </a:r>
                      <a:endParaRPr lang="pl-PL"/>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1119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capabilities does the achievement provide you with?</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a:latin typeface="Arial"/>
                          <a:ea typeface="Riforma LL" panose="020B0504020101020102" pitchFamily="34" charset="0"/>
                          <a:cs typeface="Arial"/>
                        </a:rPr>
                        <a:t>We have </a:t>
                      </a:r>
                      <a:r>
                        <a:rPr lang="en-US" sz="1200" b="0" i="0" err="1">
                          <a:latin typeface="Arial"/>
                          <a:ea typeface="Riforma LL" panose="020B0504020101020102" pitchFamily="34" charset="0"/>
                          <a:cs typeface="Arial"/>
                        </a:rPr>
                        <a:t>acces</a:t>
                      </a:r>
                      <a:r>
                        <a:rPr lang="en-US" sz="1200" b="0" i="0">
                          <a:latin typeface="Arial"/>
                          <a:ea typeface="Riforma LL" panose="020B0504020101020102" pitchFamily="34" charset="0"/>
                          <a:cs typeface="Arial"/>
                        </a:rPr>
                        <a:t> to best people, trust of finance segment that gives access to money for further development and innovation, </a:t>
                      </a:r>
                      <a:r>
                        <a:rPr lang="en-US" sz="1200" b="0" i="0" err="1">
                          <a:latin typeface="Arial"/>
                          <a:ea typeface="Riforma LL" panose="020B0504020101020102" pitchFamily="34" charset="0"/>
                          <a:cs typeface="Arial"/>
                        </a:rPr>
                        <a:t>easyness</a:t>
                      </a:r>
                      <a:r>
                        <a:rPr lang="en-US" sz="1200" b="0" i="0">
                          <a:latin typeface="Arial"/>
                          <a:ea typeface="Riforma LL" panose="020B0504020101020102" pitchFamily="34" charset="0"/>
                          <a:cs typeface="Arial"/>
                        </a:rPr>
                        <a:t> to reach to new customers. </a:t>
                      </a:r>
                      <a:r>
                        <a:rPr lang="en-US" sz="1200" b="0" i="0" u="none" strike="noStrike" noProof="0"/>
                        <a:t>As an innovator in the energy industry, we have the opportunity to actively shape the market by participating in the development of new standards and regulations for sustainable energy management. Your solutions become a benchmark for other people, companies and municipalities. With the experience and technological know-how we have gained, we can further develop our portfolio with new, more complex solutions.</a:t>
                      </a:r>
                      <a:endParaRPr lang="en-US" sz="1200" b="0" i="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r h="67994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does it feel to achieve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a:latin typeface="Arial"/>
                          <a:ea typeface="Riforma LL" panose="020B0504020101020102" pitchFamily="34" charset="0"/>
                          <a:cs typeface="Arial"/>
                        </a:rPr>
                        <a:t>Great! Very rewarding! Push us for do more.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72301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does the team feel about the achievement of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a:latin typeface="Arial"/>
                          <a:ea typeface="Riforma LL" panose="020B0504020101020102" pitchFamily="34" charset="0"/>
                          <a:cs typeface="Arial"/>
                        </a:rPr>
                        <a:t>They feel great as it was their dream to change the world, motivated to do more. </a:t>
                      </a:r>
                      <a:r>
                        <a:rPr lang="en-US" sz="1100" b="0" i="0" u="none" strike="noStrike" noProof="0" err="1">
                          <a:solidFill>
                            <a:srgbClr val="000000"/>
                          </a:solidFill>
                        </a:rPr>
                        <a:t>Podziw</a:t>
                      </a:r>
                      <a:r>
                        <a:rPr lang="en-US" sz="1100" b="0" i="0" u="none" strike="noStrike" noProof="0">
                          <a:solidFill>
                            <a:srgbClr val="000000"/>
                          </a:solidFill>
                        </a:rPr>
                        <a:t> </a:t>
                      </a:r>
                      <a:r>
                        <a:rPr lang="en-US" sz="1100" b="0" i="0" u="none" strike="noStrike" noProof="0" err="1">
                          <a:solidFill>
                            <a:srgbClr val="000000"/>
                          </a:solidFill>
                        </a:rPr>
                        <a:t>i</a:t>
                      </a:r>
                      <a:r>
                        <a:rPr lang="en-US" sz="1100" b="0" i="0" u="none" strike="noStrike" noProof="0">
                          <a:solidFill>
                            <a:srgbClr val="000000"/>
                          </a:solidFill>
                        </a:rPr>
                        <a:t> </a:t>
                      </a:r>
                      <a:r>
                        <a:rPr lang="en-US" sz="1100" b="0" i="0" u="none" strike="noStrike" noProof="0" err="1">
                          <a:solidFill>
                            <a:srgbClr val="000000"/>
                          </a:solidFill>
                        </a:rPr>
                        <a:t>uznanie</a:t>
                      </a:r>
                      <a:r>
                        <a:rPr lang="en-US" sz="1100" b="0" i="0" u="none" strike="noStrike" noProof="0">
                          <a:solidFill>
                            <a:srgbClr val="000000"/>
                          </a:solidFill>
                        </a:rPr>
                        <a:t> </a:t>
                      </a:r>
                      <a:r>
                        <a:rPr lang="en-US" sz="1100" b="0" i="0" u="none" strike="noStrike" noProof="0" err="1">
                          <a:solidFill>
                            <a:srgbClr val="000000"/>
                          </a:solidFill>
                        </a:rPr>
                        <a:t>otoczenia</a:t>
                      </a:r>
                      <a:endParaRPr lang="pl-PL" err="1"/>
                    </a:p>
                    <a:p>
                      <a:pPr lvl="0" algn="l">
                        <a:lnSpc>
                          <a:spcPct val="100000"/>
                        </a:lnSpc>
                        <a:spcBef>
                          <a:spcPts val="0"/>
                        </a:spcBef>
                        <a:spcAft>
                          <a:spcPts val="0"/>
                        </a:spcAft>
                        <a:buNone/>
                      </a:pPr>
                      <a:r>
                        <a:rPr lang="en-US" sz="1200" b="0" i="0" u="none" strike="noStrike" noProof="0">
                          <a:solidFill>
                            <a:srgbClr val="000000"/>
                          </a:solidFill>
                        </a:rPr>
                        <a:t>During this journey, we developed the ability to make bold decisions and implement innovative solutions. During this journey, we have learned flexibility and the ability to adapt quickly to changing market conditions. We are able to anticipate change, adapt to new situations and lead the company through uncertain times, which is a testament to our agility which is constantly learning and improving, knowing that the world of technology and business is constantly changing.</a:t>
                      </a:r>
                    </a:p>
                    <a:p>
                      <a:pPr marL="0" marR="0" lvl="0" indent="0" algn="l">
                        <a:lnSpc>
                          <a:spcPct val="100000"/>
                        </a:lnSpc>
                        <a:spcBef>
                          <a:spcPts val="0"/>
                        </a:spcBef>
                        <a:spcAft>
                          <a:spcPts val="0"/>
                        </a:spcAft>
                        <a:buClrTx/>
                        <a:buSzTx/>
                        <a:buFontTx/>
                        <a:buNone/>
                      </a:pPr>
                      <a:endParaRPr lang="en-US" sz="1200" b="0" i="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is your own personal achievement?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US" sz="1200" b="0" i="0" u="none" strike="noStrike" noProof="0">
                          <a:solidFill>
                            <a:srgbClr val="000000"/>
                          </a:solidFill>
                          <a:latin typeface="Arial"/>
                        </a:rPr>
                        <a:t>The team I created is open minded, motivated and ready to any challenge, face and beat any competition. I developed as a person and as a leader. </a:t>
                      </a:r>
                      <a:endParaRPr lang="pl-PL"/>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613438"/>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Who is the person you have become along this journey?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a:latin typeface="Arial"/>
                          <a:ea typeface="Riforma LL" panose="020B0504020101020102" pitchFamily="34" charset="0"/>
                          <a:cs typeface="Arial"/>
                        </a:rPr>
                        <a:t>Mature leader with an open mind for challenge.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bl>
          </a:graphicData>
        </a:graphic>
      </p:graphicFrame>
      <p:pic>
        <p:nvPicPr>
          <p:cNvPr id="3" name="Picture 2">
            <a:extLst>
              <a:ext uri="{FF2B5EF4-FFF2-40B4-BE49-F238E27FC236}">
                <a16:creationId xmlns:a16="http://schemas.microsoft.com/office/drawing/2014/main" id="{A3E82818-9104-0E86-EDB2-2CAA9CC0795F}"/>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7" name="Picture 6">
            <a:extLst>
              <a:ext uri="{FF2B5EF4-FFF2-40B4-BE49-F238E27FC236}">
                <a16:creationId xmlns:a16="http://schemas.microsoft.com/office/drawing/2014/main" id="{F721A467-A4BF-35F5-7902-065535BD65E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3110103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34487570"/>
              </p:ext>
            </p:extLst>
          </p:nvPr>
        </p:nvGraphicFramePr>
        <p:xfrm>
          <a:off x="60961" y="590994"/>
          <a:ext cx="10110869" cy="6725068"/>
        </p:xfrm>
        <a:graphic>
          <a:graphicData uri="http://schemas.openxmlformats.org/drawingml/2006/table">
            <a:tbl>
              <a:tblPr firstRow="1" bandRow="1">
                <a:tableStyleId>{2D5ABB26-0587-4C30-8999-92F81FD0307C}</a:tableStyleId>
              </a:tblPr>
              <a:tblGrid>
                <a:gridCol w="10110869">
                  <a:extLst>
                    <a:ext uri="{9D8B030D-6E8A-4147-A177-3AD203B41FA5}">
                      <a16:colId xmlns:a16="http://schemas.microsoft.com/office/drawing/2014/main" val="3308902235"/>
                    </a:ext>
                  </a:extLst>
                </a:gridCol>
              </a:tblGrid>
              <a:tr h="36108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Describe your dream story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349361">
                <a:tc>
                  <a:txBody>
                    <a:bodyPr/>
                    <a:lstStyle/>
                    <a:p>
                      <a:pPr lvl="0" algn="l">
                        <a:lnSpc>
                          <a:spcPct val="100000"/>
                        </a:lnSpc>
                        <a:spcBef>
                          <a:spcPts val="0"/>
                        </a:spcBef>
                        <a:spcAft>
                          <a:spcPts val="0"/>
                        </a:spcAft>
                        <a:buNone/>
                      </a:pPr>
                      <a:endParaRPr lang="en-US" sz="1200" b="0" i="0" u="none" strike="noStrike" noProof="0">
                        <a:solidFill>
                          <a:srgbClr val="000000"/>
                        </a:solidFill>
                        <a:latin typeface="PF Square Sans Pro Light"/>
                      </a:endParaRPr>
                    </a:p>
                    <a:p>
                      <a:pPr lvl="0" algn="l">
                        <a:lnSpc>
                          <a:spcPct val="100000"/>
                        </a:lnSpc>
                        <a:spcBef>
                          <a:spcPts val="0"/>
                        </a:spcBef>
                        <a:spcAft>
                          <a:spcPts val="0"/>
                        </a:spcAft>
                        <a:buNone/>
                      </a:pPr>
                      <a:r>
                        <a:rPr lang="en-US" sz="1100" b="1" i="0" u="none" strike="noStrike" noProof="0">
                          <a:solidFill>
                            <a:srgbClr val="242424"/>
                          </a:solidFill>
                        </a:rPr>
                        <a:t>A New Perspective on Energy</a:t>
                      </a:r>
                      <a:endParaRPr lang="en-US"/>
                    </a:p>
                    <a:p>
                      <a:pPr lvl="0" algn="l">
                        <a:lnSpc>
                          <a:spcPct val="100000"/>
                        </a:lnSpc>
                        <a:spcBef>
                          <a:spcPts val="0"/>
                        </a:spcBef>
                        <a:spcAft>
                          <a:spcPts val="0"/>
                        </a:spcAft>
                        <a:buNone/>
                      </a:pPr>
                      <a:r>
                        <a:rPr lang="en-US" sz="1100" b="0" i="0" u="none" strike="noStrike" noProof="0">
                          <a:solidFill>
                            <a:srgbClr val="242424"/>
                          </a:solidFill>
                        </a:rPr>
                        <a:t>A revolution in energy production, consumption, and sharing</a:t>
                      </a:r>
                      <a:endParaRPr lang="en-US"/>
                    </a:p>
                    <a:p>
                      <a:pPr lvl="0" algn="l">
                        <a:lnSpc>
                          <a:spcPct val="100000"/>
                        </a:lnSpc>
                        <a:spcBef>
                          <a:spcPts val="0"/>
                        </a:spcBef>
                        <a:spcAft>
                          <a:spcPts val="0"/>
                        </a:spcAft>
                        <a:buNone/>
                      </a:pPr>
                      <a:r>
                        <a:rPr lang="en-US" sz="1100" b="0" i="0" u="none" strike="noStrike" noProof="0">
                          <a:solidFill>
                            <a:srgbClr val="242424"/>
                          </a:solidFill>
                          <a:highlight>
                            <a:srgbClr val="FFFF00"/>
                          </a:highlight>
                        </a:rPr>
                        <a:t>Our dream is to redefine the way energy is produced and used, eliminating waste and maximizing efficiency.</a:t>
                      </a:r>
                      <a:r>
                        <a:rPr lang="en-US" sz="1100" b="0" i="0" u="none" strike="noStrike" noProof="0">
                          <a:solidFill>
                            <a:srgbClr val="242424"/>
                          </a:solidFill>
                        </a:rPr>
                        <a:t> We aim to create a system where everyone, regardless of market segment, ha</a:t>
                      </a:r>
                      <a:r>
                        <a:rPr lang="en-US" sz="1100" b="0" i="0" u="none" strike="noStrike" noProof="0">
                          <a:solidFill>
                            <a:srgbClr val="242424"/>
                          </a:solidFill>
                          <a:highlight>
                            <a:srgbClr val="FFFF00"/>
                          </a:highlight>
                        </a:rPr>
                        <a:t>s guaranteed access to cheap, green energy</a:t>
                      </a:r>
                      <a:r>
                        <a:rPr lang="en-US" sz="1100" b="0" i="0" u="none" strike="noStrike" noProof="0">
                          <a:solidFill>
                            <a:srgbClr val="242424"/>
                          </a:solidFill>
                        </a:rPr>
                        <a:t>. We have always disrupted the established patterns in the energy transformation market. </a:t>
                      </a:r>
                      <a:r>
                        <a:rPr lang="en-US" sz="1100" b="0" i="0" u="none" strike="noStrike" noProof="0">
                          <a:solidFill>
                            <a:srgbClr val="FF0000"/>
                          </a:solidFill>
                        </a:rPr>
                        <a:t>We understand and anticipate the changes happening in the energy sector, using them as a guide and direction for our entire ecosystem.</a:t>
                      </a:r>
                      <a:r>
                        <a:rPr lang="en-US" sz="1100" b="0" i="0" u="none" strike="noStrike" noProof="0">
                          <a:solidFill>
                            <a:srgbClr val="242424"/>
                          </a:solidFill>
                        </a:rPr>
                        <a:t> We have successfully shaped the current photovoltaic market in Poland, and now we </a:t>
                      </a:r>
                      <a:r>
                        <a:rPr lang="en-US" sz="1100" b="0" i="0" u="none" strike="noStrike" noProof="0">
                          <a:solidFill>
                            <a:srgbClr val="FF0000"/>
                          </a:solidFill>
                        </a:rPr>
                        <a:t>will step by step change the way people think about energy in our country.</a:t>
                      </a:r>
                      <a:endParaRPr lang="en-US">
                        <a:solidFill>
                          <a:srgbClr val="FF0000"/>
                        </a:solidFill>
                      </a:endParaRPr>
                    </a:p>
                    <a:p>
                      <a:pPr lvl="0" algn="l">
                        <a:lnSpc>
                          <a:spcPct val="100000"/>
                        </a:lnSpc>
                        <a:spcBef>
                          <a:spcPts val="0"/>
                        </a:spcBef>
                        <a:spcAft>
                          <a:spcPts val="0"/>
                        </a:spcAft>
                        <a:buNone/>
                      </a:pPr>
                      <a:r>
                        <a:rPr lang="en-US" sz="1100" b="0" i="0" u="none" strike="noStrike" noProof="0">
                          <a:solidFill>
                            <a:srgbClr val="242424"/>
                          </a:solidFill>
                        </a:rPr>
                        <a:t>We want to offer</a:t>
                      </a:r>
                      <a:r>
                        <a:rPr lang="en-US" sz="1100" b="0" i="0" u="none" strike="noStrike" noProof="0">
                          <a:solidFill>
                            <a:srgbClr val="242424"/>
                          </a:solidFill>
                          <a:highlight>
                            <a:srgbClr val="FFFF00"/>
                          </a:highlight>
                        </a:rPr>
                        <a:t> user-friendly solutions for every market segment with a single goal: affordable, green, and efficient energy for all of us</a:t>
                      </a:r>
                      <a:r>
                        <a:rPr lang="en-US" sz="1100" b="0" i="0" u="none" strike="noStrike" noProof="0">
                          <a:solidFill>
                            <a:srgbClr val="242424"/>
                          </a:solidFill>
                        </a:rPr>
                        <a:t>, giving consumers the freedom of choice and businesses a competitive edge. Thanks to the passion, courage, knowledge, and vision of our team, we have the strength to harness our shared potential for a common, great goal.</a:t>
                      </a:r>
                      <a:endParaRPr lang="en-US"/>
                    </a:p>
                    <a:p>
                      <a:pPr lvl="0" algn="l">
                        <a:lnSpc>
                          <a:spcPct val="100000"/>
                        </a:lnSpc>
                        <a:spcBef>
                          <a:spcPts val="0"/>
                        </a:spcBef>
                        <a:spcAft>
                          <a:spcPts val="0"/>
                        </a:spcAft>
                        <a:buNone/>
                      </a:pPr>
                      <a:endParaRPr lang="en-US" sz="1100" b="0" i="0" u="none" strike="noStrike" noProof="0">
                        <a:solidFill>
                          <a:srgbClr val="242424"/>
                        </a:solidFill>
                      </a:endParaRPr>
                    </a:p>
                    <a:p>
                      <a:pPr lvl="0" algn="l">
                        <a:lnSpc>
                          <a:spcPct val="100000"/>
                        </a:lnSpc>
                        <a:spcBef>
                          <a:spcPts val="0"/>
                        </a:spcBef>
                        <a:spcAft>
                          <a:spcPts val="0"/>
                        </a:spcAft>
                        <a:buNone/>
                      </a:pPr>
                      <a:r>
                        <a:rPr lang="en-US" sz="1100" b="1" i="0" u="none" strike="noStrike" noProof="0">
                          <a:solidFill>
                            <a:srgbClr val="242424"/>
                          </a:solidFill>
                        </a:rPr>
                        <a:t>Technological Innovations</a:t>
                      </a:r>
                      <a:endParaRPr lang="en-US"/>
                    </a:p>
                    <a:p>
                      <a:pPr lvl="0" algn="l">
                        <a:lnSpc>
                          <a:spcPct val="100000"/>
                        </a:lnSpc>
                        <a:spcBef>
                          <a:spcPts val="0"/>
                        </a:spcBef>
                        <a:spcAft>
                          <a:spcPts val="0"/>
                        </a:spcAft>
                        <a:buNone/>
                      </a:pPr>
                      <a:r>
                        <a:rPr lang="en-US" sz="1100" b="0" i="0" u="none" strike="noStrike" noProof="0">
                          <a:solidFill>
                            <a:srgbClr val="242424"/>
                          </a:solidFill>
                          <a:highlight>
                            <a:srgbClr val="FFFF00"/>
                          </a:highlight>
                        </a:rPr>
                        <a:t>Modern technologies, especially artificial intelligence and data, will drive our operations. Process automation and optimization through AI </a:t>
                      </a:r>
                      <a:r>
                        <a:rPr lang="en-US" sz="1100" b="0" i="0" u="none" strike="noStrike" noProof="0">
                          <a:solidFill>
                            <a:srgbClr val="242424"/>
                          </a:solidFill>
                        </a:rPr>
                        <a:t>will help us build our competitive advantage as well as increase our efficiency and effectiveness in operational activities.</a:t>
                      </a:r>
                      <a:endParaRPr lang="en-US"/>
                    </a:p>
                    <a:p>
                      <a:pPr lvl="0" algn="l">
                        <a:lnSpc>
                          <a:spcPct val="100000"/>
                        </a:lnSpc>
                        <a:spcBef>
                          <a:spcPts val="0"/>
                        </a:spcBef>
                        <a:spcAft>
                          <a:spcPts val="0"/>
                        </a:spcAft>
                        <a:buNone/>
                      </a:pPr>
                      <a:endParaRPr lang="en-US" sz="1100" b="0" i="0" u="none" strike="noStrike" noProof="0">
                        <a:solidFill>
                          <a:srgbClr val="242424"/>
                        </a:solidFill>
                      </a:endParaRPr>
                    </a:p>
                    <a:p>
                      <a:pPr lvl="0" algn="l">
                        <a:lnSpc>
                          <a:spcPct val="100000"/>
                        </a:lnSpc>
                        <a:spcBef>
                          <a:spcPts val="0"/>
                        </a:spcBef>
                        <a:spcAft>
                          <a:spcPts val="0"/>
                        </a:spcAft>
                        <a:buNone/>
                      </a:pPr>
                      <a:r>
                        <a:rPr lang="en-US" sz="1100" b="1" i="0" u="none" strike="noStrike" noProof="0">
                          <a:solidFill>
                            <a:srgbClr val="242424"/>
                          </a:solidFill>
                        </a:rPr>
                        <a:t>Energy as a Flexible Resource - The Energy Ecosystem</a:t>
                      </a:r>
                      <a:endParaRPr lang="en-US"/>
                    </a:p>
                    <a:p>
                      <a:pPr lvl="0" algn="l">
                        <a:lnSpc>
                          <a:spcPct val="100000"/>
                        </a:lnSpc>
                        <a:spcBef>
                          <a:spcPts val="0"/>
                        </a:spcBef>
                        <a:spcAft>
                          <a:spcPts val="0"/>
                        </a:spcAft>
                        <a:buNone/>
                      </a:pPr>
                      <a:r>
                        <a:rPr lang="en-US" sz="1100" b="0" i="0" u="none" strike="noStrike" noProof="0">
                          <a:solidFill>
                            <a:srgbClr val="242424"/>
                          </a:solidFill>
                        </a:rPr>
                        <a:t>In our ecosystem, energy becomes not only a valuable resource but, most importantly,</a:t>
                      </a:r>
                      <a:r>
                        <a:rPr lang="en-US" sz="1100" b="0" i="0" u="none" strike="noStrike" noProof="0">
                          <a:solidFill>
                            <a:srgbClr val="242424"/>
                          </a:solidFill>
                          <a:highlight>
                            <a:srgbClr val="FFFF00"/>
                          </a:highlight>
                        </a:rPr>
                        <a:t> a flexible one, no longer limited to a single meter. We provide our energy community with a platform that enables a new approach to energy production and use, allowing users to share energy and benefit from it when they don’t need it, and others do. We are committed to educating market participants, offering them the ability to take control of their energy future through simple, affordable, and innovative solutions delivered within a single, integrated platform. </a:t>
                      </a:r>
                      <a:r>
                        <a:rPr lang="en-US" sz="1100" b="0" i="0" u="none" strike="noStrike" noProof="0">
                          <a:solidFill>
                            <a:srgbClr val="FF0000"/>
                          </a:solidFill>
                        </a:rPr>
                        <a:t>Together, we are the future of energy—driven and relentlessly pursuing the goal of affordable, green, and efficient energy.</a:t>
                      </a:r>
                      <a:endParaRPr lang="en-US">
                        <a:solidFill>
                          <a:srgbClr val="FF0000"/>
                        </a:solidFill>
                      </a:endParaRPr>
                    </a:p>
                    <a:p>
                      <a:pPr lvl="0" algn="l">
                        <a:lnSpc>
                          <a:spcPct val="100000"/>
                        </a:lnSpc>
                        <a:spcBef>
                          <a:spcPts val="0"/>
                        </a:spcBef>
                        <a:spcAft>
                          <a:spcPts val="0"/>
                        </a:spcAft>
                        <a:buNone/>
                      </a:pPr>
                      <a:endParaRPr lang="en-US" sz="1100" b="0" i="0" u="none" strike="noStrike" noProof="0">
                        <a:solidFill>
                          <a:srgbClr val="242424"/>
                        </a:solidFill>
                        <a:latin typeface="Segoe UI"/>
                      </a:endParaRPr>
                    </a:p>
                    <a:p>
                      <a:pPr lvl="0" algn="l">
                        <a:lnSpc>
                          <a:spcPct val="100000"/>
                        </a:lnSpc>
                        <a:spcBef>
                          <a:spcPts val="0"/>
                        </a:spcBef>
                        <a:spcAft>
                          <a:spcPts val="0"/>
                        </a:spcAft>
                        <a:buNone/>
                      </a:pPr>
                      <a:r>
                        <a:rPr lang="en-US" sz="1100" b="1" i="0" u="none" strike="noStrike" noProof="0">
                          <a:solidFill>
                            <a:srgbClr val="242424"/>
                          </a:solidFill>
                        </a:rPr>
                        <a:t>Control of the Green Energy Supply Chain</a:t>
                      </a:r>
                      <a:endParaRPr lang="en-US"/>
                    </a:p>
                    <a:p>
                      <a:pPr lvl="0" algn="l">
                        <a:lnSpc>
                          <a:spcPct val="100000"/>
                        </a:lnSpc>
                        <a:spcBef>
                          <a:spcPts val="0"/>
                        </a:spcBef>
                        <a:spcAft>
                          <a:spcPts val="0"/>
                        </a:spcAft>
                        <a:buNone/>
                      </a:pPr>
                      <a:r>
                        <a:rPr lang="en-US" sz="1100" b="0" i="0" u="none" strike="noStrike" noProof="0">
                          <a:solidFill>
                            <a:srgbClr val="242424"/>
                          </a:solidFill>
                          <a:highlight>
                            <a:srgbClr val="FFFF00"/>
                          </a:highlight>
                        </a:rPr>
                        <a:t>We strive for maximum possible control over the entire energy supply chain, which allows us to influence the price and availability of green components.</a:t>
                      </a:r>
                      <a:endParaRPr lang="en-US">
                        <a:highlight>
                          <a:srgbClr val="FFFF00"/>
                        </a:highlight>
                      </a:endParaRPr>
                    </a:p>
                    <a:p>
                      <a:pPr lvl="0" algn="l">
                        <a:lnSpc>
                          <a:spcPct val="100000"/>
                        </a:lnSpc>
                        <a:spcBef>
                          <a:spcPts val="0"/>
                        </a:spcBef>
                        <a:spcAft>
                          <a:spcPts val="0"/>
                        </a:spcAft>
                        <a:buNone/>
                      </a:pPr>
                      <a:r>
                        <a:rPr lang="en-US" sz="1100" b="0" i="0" u="none" strike="noStrike" noProof="0">
                          <a:solidFill>
                            <a:srgbClr val="FF0000"/>
                          </a:solidFill>
                        </a:rPr>
                        <a:t>By leveraging our experience and the production capacity we have brought to the market, accumulated across hundreds of thousands of devices, we have laid the foundation for an energy rebellion that we are consciously pursuing. </a:t>
                      </a:r>
                      <a:endParaRPr lang="en-US">
                        <a:solidFill>
                          <a:srgbClr val="FF0000"/>
                        </a:solidFill>
                      </a:endParaRPr>
                    </a:p>
                    <a:p>
                      <a:pPr lvl="0" algn="l">
                        <a:lnSpc>
                          <a:spcPct val="100000"/>
                        </a:lnSpc>
                        <a:spcBef>
                          <a:spcPts val="0"/>
                        </a:spcBef>
                        <a:spcAft>
                          <a:spcPts val="0"/>
                        </a:spcAft>
                        <a:buNone/>
                      </a:pPr>
                      <a:endParaRPr lang="en-US" sz="1100" b="0" i="0" u="none" strike="noStrike" noProof="0">
                        <a:solidFill>
                          <a:srgbClr val="242424"/>
                        </a:solidFill>
                        <a:latin typeface="Segoe UI"/>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36880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a:ea typeface="Riforma LL" panose="020B0504020101020102" pitchFamily="34" charset="77"/>
                          <a:cs typeface="Arial"/>
                        </a:rPr>
                        <a:t>If you are to tell your dream story to a friend with 1 sentence, what would it be: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710048040"/>
                  </a:ext>
                </a:extLst>
              </a:tr>
              <a:tr h="1529863">
                <a:tc>
                  <a:txBody>
                    <a:bodyPr/>
                    <a:lstStyle/>
                    <a:p>
                      <a:pPr lvl="0" algn="l">
                        <a:lnSpc>
                          <a:spcPct val="100000"/>
                        </a:lnSpc>
                        <a:spcBef>
                          <a:spcPts val="0"/>
                        </a:spcBef>
                        <a:spcAft>
                          <a:spcPts val="0"/>
                        </a:spcAft>
                        <a:buNone/>
                      </a:pPr>
                      <a:endParaRPr lang="en-US" sz="1100" b="1" i="0" u="none" strike="noStrike" noProof="0">
                        <a:solidFill>
                          <a:srgbClr val="242424"/>
                        </a:solidFill>
                        <a:latin typeface="Segoe UI"/>
                      </a:endParaRPr>
                    </a:p>
                    <a:p>
                      <a:pPr lvl="0" algn="l">
                        <a:lnSpc>
                          <a:spcPct val="100000"/>
                        </a:lnSpc>
                        <a:spcBef>
                          <a:spcPts val="0"/>
                        </a:spcBef>
                        <a:spcAft>
                          <a:spcPts val="0"/>
                        </a:spcAft>
                        <a:buNone/>
                      </a:pPr>
                      <a:r>
                        <a:rPr lang="en-US" sz="1100" b="0" i="0" u="none" strike="noStrike" noProof="0">
                          <a:solidFill>
                            <a:srgbClr val="242424"/>
                          </a:solidFill>
                        </a:rPr>
                        <a:t>At the heart of our company is a belief in the power of passion, teamwork, and technology to disrupt traditional models and transform the energy market.</a:t>
                      </a:r>
                      <a:endParaRPr lang="en-US"/>
                    </a:p>
                    <a:p>
                      <a:pPr lvl="0" algn="l">
                        <a:lnSpc>
                          <a:spcPct val="100000"/>
                        </a:lnSpc>
                        <a:spcBef>
                          <a:spcPts val="0"/>
                        </a:spcBef>
                        <a:spcAft>
                          <a:spcPts val="0"/>
                        </a:spcAft>
                        <a:buNone/>
                      </a:pPr>
                      <a:r>
                        <a:rPr lang="en-US" sz="1100" b="0" i="0" u="none" strike="noStrike" noProof="0">
                          <a:solidFill>
                            <a:srgbClr val="242424"/>
                          </a:solidFill>
                        </a:rPr>
                        <a:t>By maintaining control over the entire energy supply chain and production, we deliver more affordable and accessible green technologies. This empowers individuals and businesses to make their own energy choices, co-creating a flexible and efficient ecosystem for a sustainable future.</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43CED4C8-D101-EFF5-D6A1-4881CAAC8C18}"/>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6" name="Picture 5">
            <a:extLst>
              <a:ext uri="{FF2B5EF4-FFF2-40B4-BE49-F238E27FC236}">
                <a16:creationId xmlns:a16="http://schemas.microsoft.com/office/drawing/2014/main" id="{DF6EB51A-3803-BADB-7CE8-C501555EC4F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2451837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017329675"/>
              </p:ext>
            </p:extLst>
          </p:nvPr>
        </p:nvGraphicFramePr>
        <p:xfrm>
          <a:off x="256819" y="719276"/>
          <a:ext cx="9776012" cy="6631887"/>
        </p:xfrm>
        <a:graphic>
          <a:graphicData uri="http://schemas.openxmlformats.org/drawingml/2006/table">
            <a:tbl>
              <a:tblPr firstRow="1" bandRow="1">
                <a:tableStyleId>{2D5ABB26-0587-4C30-8999-92F81FD0307C}</a:tableStyleId>
              </a:tblPr>
              <a:tblGrid>
                <a:gridCol w="4888006">
                  <a:extLst>
                    <a:ext uri="{9D8B030D-6E8A-4147-A177-3AD203B41FA5}">
                      <a16:colId xmlns:a16="http://schemas.microsoft.com/office/drawing/2014/main" val="3308902235"/>
                    </a:ext>
                  </a:extLst>
                </a:gridCol>
                <a:gridCol w="4888006">
                  <a:extLst>
                    <a:ext uri="{9D8B030D-6E8A-4147-A177-3AD203B41FA5}">
                      <a16:colId xmlns:a16="http://schemas.microsoft.com/office/drawing/2014/main" val="3046643254"/>
                    </a:ext>
                  </a:extLst>
                </a:gridCol>
              </a:tblGrid>
              <a:tr h="4349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List 7-10 words that best describe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The people that could be associated with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2097482">
                <a:tc>
                  <a:txBody>
                    <a:bodyPr/>
                    <a:lstStyle/>
                    <a:p>
                      <a:pPr lvl="0" algn="l">
                        <a:lnSpc>
                          <a:spcPct val="100000"/>
                        </a:lnSpc>
                        <a:spcBef>
                          <a:spcPts val="0"/>
                        </a:spcBef>
                        <a:spcAft>
                          <a:spcPts val="0"/>
                        </a:spcAft>
                        <a:buNone/>
                      </a:pPr>
                      <a:r>
                        <a:rPr lang="en-US" sz="1200" b="0" i="0" u="none" strike="noStrike" noProof="0">
                          <a:solidFill>
                            <a:srgbClr val="000000"/>
                          </a:solidFill>
                          <a:latin typeface="Arial"/>
                        </a:rPr>
                        <a:t>Innovation, people, green energy, </a:t>
                      </a:r>
                      <a:r>
                        <a:rPr lang="en-US" sz="1200" b="0" i="0" u="none" strike="noStrike" noProof="0" err="1">
                          <a:solidFill>
                            <a:srgbClr val="000000"/>
                          </a:solidFill>
                          <a:latin typeface="Arial"/>
                        </a:rPr>
                        <a:t>openmined</a:t>
                      </a:r>
                      <a:r>
                        <a:rPr lang="en-US" sz="1200" b="0" i="0" u="none" strike="noStrike" noProof="0">
                          <a:solidFill>
                            <a:srgbClr val="000000"/>
                          </a:solidFill>
                          <a:latin typeface="Arial"/>
                        </a:rPr>
                        <a:t>, customers, development, learnings, team work, cheap, AI, data, technology</a:t>
                      </a:r>
                      <a:endParaRPr lang="pl-PL"/>
                    </a:p>
                    <a:p>
                      <a:pPr marL="0" marR="0" lvl="0" indent="0" algn="l">
                        <a:lnSpc>
                          <a:spcPct val="100000"/>
                        </a:lnSpc>
                        <a:spcBef>
                          <a:spcPts val="0"/>
                        </a:spcBef>
                        <a:spcAft>
                          <a:spcPts val="0"/>
                        </a:spcAft>
                        <a:buNone/>
                      </a:pPr>
                      <a:r>
                        <a:rPr lang="en-US" sz="1200" b="0" i="0" u="none" strike="noStrike" noProof="0">
                          <a:solidFill>
                            <a:srgbClr val="000000"/>
                          </a:solidFill>
                        </a:rPr>
                        <a:t>Future-oriented, </a:t>
                      </a:r>
                      <a:r>
                        <a:rPr lang="en-US" sz="1200" b="0" i="0" u="none" strike="noStrike" noProof="0">
                          <a:solidFill>
                            <a:srgbClr val="000000"/>
                          </a:solidFill>
                          <a:latin typeface="PF Square Sans Pro Light"/>
                        </a:rPr>
                        <a:t>Visionary, </a:t>
                      </a:r>
                      <a:r>
                        <a:rPr lang="en-US" sz="1200" b="0" i="0" u="none" strike="noStrike" noProof="0">
                          <a:solidFill>
                            <a:srgbClr val="000000"/>
                          </a:solidFill>
                        </a:rPr>
                        <a:t>Groundbreaking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1200" b="0" i="0" u="none" strike="noStrike" noProof="0">
                          <a:solidFill>
                            <a:srgbClr val="000000"/>
                          </a:solidFill>
                          <a:latin typeface="Arial"/>
                        </a:rPr>
                        <a:t>Creative, passion, engaged, </a:t>
                      </a:r>
                      <a:r>
                        <a:rPr lang="en-US" sz="1200" b="0" i="0" u="none" strike="noStrike" noProof="0" err="1">
                          <a:solidFill>
                            <a:srgbClr val="000000"/>
                          </a:solidFill>
                          <a:latin typeface="Arial"/>
                        </a:rPr>
                        <a:t>openmidned</a:t>
                      </a:r>
                      <a:r>
                        <a:rPr lang="en-US" sz="1200" b="0" i="0" u="none" strike="noStrike" noProof="0">
                          <a:solidFill>
                            <a:srgbClr val="000000"/>
                          </a:solidFill>
                          <a:latin typeface="Arial"/>
                        </a:rPr>
                        <a:t>, </a:t>
                      </a:r>
                      <a:r>
                        <a:rPr lang="en-US" sz="1200" b="0" i="0" u="none" strike="noStrike" noProof="0" err="1">
                          <a:solidFill>
                            <a:srgbClr val="000000"/>
                          </a:solidFill>
                          <a:latin typeface="Arial"/>
                        </a:rPr>
                        <a:t>rebeliants</a:t>
                      </a:r>
                      <a:r>
                        <a:rPr lang="en-US" sz="1200" b="0" i="0" u="none" strike="noStrike" noProof="0">
                          <a:solidFill>
                            <a:srgbClr val="000000"/>
                          </a:solidFill>
                          <a:latin typeface="Arial"/>
                        </a:rPr>
                        <a:t>. </a:t>
                      </a:r>
                    </a:p>
                    <a:p>
                      <a:pPr marL="0" marR="0" lvl="0" indent="0" algn="l">
                        <a:lnSpc>
                          <a:spcPct val="100000"/>
                        </a:lnSpc>
                        <a:spcBef>
                          <a:spcPts val="0"/>
                        </a:spcBef>
                        <a:spcAft>
                          <a:spcPts val="0"/>
                        </a:spcAft>
                        <a:buClrTx/>
                        <a:buSzTx/>
                        <a:buFontTx/>
                        <a:buNone/>
                      </a:pPr>
                      <a:endParaRPr lang="en-US" sz="1200" b="0" i="0">
                        <a:latin typeface="Arial"/>
                        <a:ea typeface="Riforma LL" panose="020B0504020101020102" pitchFamily="34" charset="77"/>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5263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a:ea typeface="Riforma LL" panose="020B0504020101020102" pitchFamily="34" charset="77"/>
                          <a:cs typeface="Arial"/>
                        </a:rPr>
                        <a:t>Select 7-10 pictures that make your dream vivid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BG"/>
                    </a:p>
                  </a:txBody>
                  <a:tcPr/>
                </a:tc>
                <a:extLst>
                  <a:ext uri="{0D108BD9-81ED-4DB2-BD59-A6C34878D82A}">
                    <a16:rowId xmlns:a16="http://schemas.microsoft.com/office/drawing/2014/main" val="1710048040"/>
                  </a:ext>
                </a:extLst>
              </a:tr>
              <a:tr h="3646824">
                <a:tc gridSpan="2">
                  <a:txBody>
                    <a:bodyPr/>
                    <a:lstStyle/>
                    <a:p>
                      <a:pPr marL="0" marR="0" lvl="0" indent="0" algn="l" rtl="0" eaLnBrk="1" fontAlgn="auto" latinLnBrk="0" hangingPunct="1">
                        <a:lnSpc>
                          <a:spcPct val="100000"/>
                        </a:lnSpc>
                        <a:spcBef>
                          <a:spcPts val="0"/>
                        </a:spcBef>
                        <a:spcAft>
                          <a:spcPts val="0"/>
                        </a:spcAft>
                        <a:buClrTx/>
                        <a:buSzTx/>
                        <a:buFont typeface="Arial"/>
                        <a:buChar char="•"/>
                      </a:pPr>
                      <a:r>
                        <a:rPr lang="en-US" sz="1200" b="0" i="0" u="none" strike="noStrike" noProof="0"/>
                        <a:t>1.</a:t>
                      </a:r>
                      <a:r>
                        <a:rPr lang="en-US" sz="1200" b="0" i="0" u="none" strike="noStrike" noProof="0">
                          <a:solidFill>
                            <a:srgbClr val="000000"/>
                          </a:solidFill>
                          <a:latin typeface="Arial"/>
                        </a:rPr>
                        <a:t>Innovation and technology drives us forward. </a:t>
                      </a:r>
                      <a:endParaRPr lang="en-US" sz="1200" b="0" i="0">
                        <a:latin typeface="Arial"/>
                        <a:cs typeface="Arial"/>
                      </a:endParaRPr>
                    </a:p>
                    <a:p>
                      <a:pPr marL="0" lvl="0" indent="0" algn="l">
                        <a:lnSpc>
                          <a:spcPct val="100000"/>
                        </a:lnSpc>
                        <a:spcBef>
                          <a:spcPts val="0"/>
                        </a:spcBef>
                        <a:spcAft>
                          <a:spcPts val="0"/>
                        </a:spcAft>
                        <a:buClrTx/>
                        <a:buSzTx/>
                        <a:buFont typeface="Arial"/>
                        <a:buChar char="•"/>
                      </a:pPr>
                      <a:r>
                        <a:rPr lang="en-US" sz="1200" b="0" i="0" u="none" strike="noStrike" noProof="0"/>
                        <a:t>2.</a:t>
                      </a:r>
                      <a:r>
                        <a:rPr lang="en-US" sz="1200" b="0" i="0" u="none" strike="noStrike" noProof="0">
                          <a:solidFill>
                            <a:srgbClr val="000000"/>
                          </a:solidFill>
                          <a:latin typeface="Arial"/>
                        </a:rPr>
                        <a:t>People develop themselves. </a:t>
                      </a:r>
                      <a:endParaRPr lang="en-US"/>
                    </a:p>
                    <a:p>
                      <a:pPr marL="0" lvl="0" indent="0" algn="l">
                        <a:lnSpc>
                          <a:spcPct val="100000"/>
                        </a:lnSpc>
                        <a:spcBef>
                          <a:spcPts val="0"/>
                        </a:spcBef>
                        <a:spcAft>
                          <a:spcPts val="0"/>
                        </a:spcAft>
                        <a:buClrTx/>
                        <a:buSzTx/>
                        <a:buFont typeface="Arial"/>
                        <a:buChar char="•"/>
                      </a:pPr>
                      <a:r>
                        <a:rPr lang="en-US" sz="1200" b="0" i="0" u="none" strike="noStrike" noProof="0"/>
                        <a:t>3.</a:t>
                      </a:r>
                      <a:r>
                        <a:rPr lang="en-US" sz="1200" b="0" i="0" u="none" strike="noStrike" noProof="0">
                          <a:solidFill>
                            <a:srgbClr val="000000"/>
                          </a:solidFill>
                          <a:latin typeface="Arial"/>
                        </a:rPr>
                        <a:t>Customers know that we are leaders in the industry. </a:t>
                      </a:r>
                      <a:endParaRPr lang="en-US"/>
                    </a:p>
                    <a:p>
                      <a:pPr marL="0" lvl="0" indent="0" algn="l">
                        <a:lnSpc>
                          <a:spcPct val="100000"/>
                        </a:lnSpc>
                        <a:spcBef>
                          <a:spcPts val="0"/>
                        </a:spcBef>
                        <a:spcAft>
                          <a:spcPts val="0"/>
                        </a:spcAft>
                        <a:buClrTx/>
                        <a:buSzTx/>
                        <a:buFont typeface="Arial"/>
                        <a:buChar char="•"/>
                      </a:pPr>
                      <a:r>
                        <a:rPr lang="en-US" sz="1200" b="0" i="0" u="none" strike="noStrike" noProof="0"/>
                        <a:t>4.</a:t>
                      </a:r>
                      <a:r>
                        <a:rPr lang="en-US" sz="1200" b="0" i="0" u="none" strike="noStrike" noProof="0">
                          <a:solidFill>
                            <a:srgbClr val="000000"/>
                          </a:solidFill>
                          <a:latin typeface="Arial"/>
                        </a:rPr>
                        <a:t>Customers know that they can count on us</a:t>
                      </a:r>
                      <a:endParaRPr lang="en-US"/>
                    </a:p>
                    <a:p>
                      <a:pPr marL="0" lvl="0" indent="0" algn="l">
                        <a:lnSpc>
                          <a:spcPct val="100000"/>
                        </a:lnSpc>
                        <a:spcBef>
                          <a:spcPts val="0"/>
                        </a:spcBef>
                        <a:spcAft>
                          <a:spcPts val="0"/>
                        </a:spcAft>
                        <a:buClrTx/>
                        <a:buSzTx/>
                        <a:buFont typeface="Arial"/>
                        <a:buChar char="•"/>
                      </a:pPr>
                      <a:r>
                        <a:rPr lang="en-US" sz="1200" b="0" i="0" u="none" strike="noStrike" noProof="0"/>
                        <a:t>5.</a:t>
                      </a:r>
                      <a:r>
                        <a:rPr lang="en-US" sz="1200" b="0" i="0" u="none" strike="noStrike" noProof="0">
                          <a:solidFill>
                            <a:srgbClr val="000000"/>
                          </a:solidFill>
                          <a:latin typeface="Arial"/>
                        </a:rPr>
                        <a:t>We are working for the better future for next generations. </a:t>
                      </a:r>
                      <a:endParaRPr lang="en-US"/>
                    </a:p>
                    <a:p>
                      <a:pPr marL="0" lvl="0" indent="0" algn="l">
                        <a:lnSpc>
                          <a:spcPct val="100000"/>
                        </a:lnSpc>
                        <a:spcBef>
                          <a:spcPts val="0"/>
                        </a:spcBef>
                        <a:spcAft>
                          <a:spcPts val="0"/>
                        </a:spcAft>
                        <a:buClrTx/>
                        <a:buSzTx/>
                        <a:buFont typeface="Arial"/>
                        <a:buChar char="•"/>
                      </a:pPr>
                      <a:r>
                        <a:rPr lang="en-US" sz="1200" b="0" i="0" u="none" strike="noStrike" noProof="0"/>
                        <a:t>6.</a:t>
                      </a:r>
                      <a:r>
                        <a:rPr lang="en-US" sz="1200" b="0" i="0" u="none" strike="noStrike" noProof="0">
                          <a:solidFill>
                            <a:srgbClr val="000000"/>
                          </a:solidFill>
                          <a:latin typeface="Arial"/>
                        </a:rPr>
                        <a:t>Employees are proud to work in that company</a:t>
                      </a:r>
                      <a:endParaRPr lang="en-US"/>
                    </a:p>
                    <a:p>
                      <a:pPr marL="0" lvl="0" indent="0" algn="l">
                        <a:lnSpc>
                          <a:spcPct val="100000"/>
                        </a:lnSpc>
                        <a:spcBef>
                          <a:spcPts val="0"/>
                        </a:spcBef>
                        <a:spcAft>
                          <a:spcPts val="0"/>
                        </a:spcAft>
                        <a:buClrTx/>
                        <a:buSzTx/>
                        <a:buFont typeface="Arial"/>
                        <a:buChar char="•"/>
                      </a:pPr>
                      <a:r>
                        <a:rPr lang="en-US" sz="1200" b="0" i="0" u="none" strike="noStrike" noProof="0"/>
                        <a:t>7.</a:t>
                      </a:r>
                      <a:r>
                        <a:rPr lang="en-US" sz="1200" b="0" i="0" u="none" strike="noStrike" noProof="0">
                          <a:solidFill>
                            <a:srgbClr val="000000"/>
                          </a:solidFill>
                          <a:latin typeface="Arial"/>
                        </a:rPr>
                        <a:t>We are great team of people with one common goal. </a:t>
                      </a:r>
                      <a:endParaRPr lang="en-US"/>
                    </a:p>
                    <a:p>
                      <a:pPr marL="0" lvl="0" indent="0" algn="l">
                        <a:lnSpc>
                          <a:spcPct val="100000"/>
                        </a:lnSpc>
                        <a:spcBef>
                          <a:spcPts val="0"/>
                        </a:spcBef>
                        <a:spcAft>
                          <a:spcPts val="0"/>
                        </a:spcAft>
                        <a:buClrTx/>
                        <a:buSzTx/>
                        <a:buFont typeface="Arial"/>
                        <a:buChar char="•"/>
                      </a:pPr>
                      <a:endParaRPr lang="en-US" sz="1200" b="0" i="0" u="none" strike="noStrike" noProof="0">
                        <a:solidFill>
                          <a:srgbClr val="000000"/>
                        </a:solidFill>
                        <a:latin typeface="Arial"/>
                      </a:endParaRPr>
                    </a:p>
                    <a:p>
                      <a:pPr marL="0" lvl="0" indent="0" algn="l">
                        <a:lnSpc>
                          <a:spcPct val="100000"/>
                        </a:lnSpc>
                        <a:spcBef>
                          <a:spcPts val="0"/>
                        </a:spcBef>
                        <a:spcAft>
                          <a:spcPts val="0"/>
                        </a:spcAft>
                        <a:buClrTx/>
                        <a:buSzTx/>
                        <a:buFont typeface="Arial"/>
                        <a:buChar char="•"/>
                      </a:pPr>
                      <a:endParaRPr lang="en-US" sz="1200" b="0" i="0" u="none" strike="noStrike" noProof="0">
                        <a:solidFill>
                          <a:srgbClr val="000000"/>
                        </a:solidFill>
                        <a:latin typeface="Arial"/>
                      </a:endParaRPr>
                    </a:p>
                    <a:p>
                      <a:pPr marL="0" lvl="0" indent="0" algn="l">
                        <a:lnSpc>
                          <a:spcPct val="100000"/>
                        </a:lnSpc>
                        <a:spcBef>
                          <a:spcPts val="0"/>
                        </a:spcBef>
                        <a:spcAft>
                          <a:spcPts val="0"/>
                        </a:spcAft>
                        <a:buClrTx/>
                        <a:buSzTx/>
                        <a:buFont typeface="Arial"/>
                        <a:buChar char="•"/>
                      </a:pPr>
                      <a:endParaRPr lang="en-US" sz="1200" b="0" i="0" u="none" strike="noStrike" noProof="0">
                        <a:solidFill>
                          <a:srgbClr val="000000"/>
                        </a:solidFill>
                        <a:latin typeface="Arial"/>
                      </a:endParaRPr>
                    </a:p>
                    <a:p>
                      <a:pPr marL="0" lvl="0" indent="0" algn="l">
                        <a:lnSpc>
                          <a:spcPct val="100000"/>
                        </a:lnSpc>
                        <a:spcBef>
                          <a:spcPts val="0"/>
                        </a:spcBef>
                        <a:spcAft>
                          <a:spcPts val="0"/>
                        </a:spcAft>
                        <a:buClrTx/>
                        <a:buSzTx/>
                        <a:buFont typeface="Arial"/>
                        <a:buChar char="•"/>
                      </a:pPr>
                      <a:endParaRPr lang="en-US" sz="1200" b="0" i="0" u="none" strike="noStrike" noProof="0">
                        <a:solidFill>
                          <a:srgbClr val="000000"/>
                        </a:solidFill>
                        <a:latin typeface="Arial"/>
                      </a:endParaRPr>
                    </a:p>
                    <a:p>
                      <a:pPr marL="0" lvl="0" indent="0" algn="l">
                        <a:lnSpc>
                          <a:spcPct val="100000"/>
                        </a:lnSpc>
                        <a:spcBef>
                          <a:spcPts val="0"/>
                        </a:spcBef>
                        <a:spcAft>
                          <a:spcPts val="0"/>
                        </a:spcAft>
                        <a:buClrTx/>
                        <a:buSzTx/>
                        <a:buFont typeface="Arial"/>
                        <a:buChar char="•"/>
                      </a:pPr>
                      <a:endParaRPr lang="en-US" sz="1200" b="0" i="0" u="none" strike="noStrike" noProof="0">
                        <a:solidFill>
                          <a:srgbClr val="000000"/>
                        </a:solidFill>
                        <a:latin typeface="Arial"/>
                      </a:endParaRPr>
                    </a:p>
                    <a:p>
                      <a:pPr marL="228600" marR="0" lvl="0" indent="-228600" algn="l">
                        <a:lnSpc>
                          <a:spcPct val="100000"/>
                        </a:lnSpc>
                        <a:spcBef>
                          <a:spcPts val="0"/>
                        </a:spcBef>
                        <a:spcAft>
                          <a:spcPts val="0"/>
                        </a:spcAft>
                        <a:buClrTx/>
                        <a:buSzTx/>
                        <a:buFontTx/>
                        <a:buAutoNum type="arabicPeriod"/>
                      </a:pPr>
                      <a:endParaRPr lang="en-US" sz="1200" b="0" i="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BG"/>
                    </a:p>
                  </a:txBody>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C022960C-4729-A534-948C-E924FD35EFA6}"/>
              </a:ext>
            </a:extLst>
          </p:cNvPr>
          <p:cNvPicPr>
            <a:picLocks noGrp="1" noRot="1" noChangeAspect="1" noMove="1" noResize="1" noEditPoints="1" noAdjustHandles="1" noChangeArrowheads="1" noChangeShapeType="1" noCrop="1"/>
          </p:cNvPicPr>
          <p:nvPr/>
        </p:nvPicPr>
        <p:blipFill>
          <a:blip r:embed="rId3"/>
          <a:stretch>
            <a:fillRect/>
          </a:stretch>
        </p:blipFill>
        <p:spPr>
          <a:xfrm>
            <a:off x="0" y="-52852"/>
            <a:ext cx="8840832" cy="877247"/>
          </a:xfrm>
          <a:prstGeom prst="rect">
            <a:avLst/>
          </a:prstGeom>
        </p:spPr>
      </p:pic>
      <p:sp>
        <p:nvSpPr>
          <p:cNvPr id="2" name="TextBox 1">
            <a:extLst>
              <a:ext uri="{FF2B5EF4-FFF2-40B4-BE49-F238E27FC236}">
                <a16:creationId xmlns:a16="http://schemas.microsoft.com/office/drawing/2014/main" id="{EB171F56-627E-C7FC-DB65-634C364E36C5}"/>
              </a:ext>
            </a:extLst>
          </p:cNvPr>
          <p:cNvSpPr txBox="1">
            <a:spLocks noGrp="1" noRot="1" noMove="1" noResize="1" noEditPoints="1" noAdjustHandles="1" noChangeArrowheads="1" noChangeShapeType="1"/>
          </p:cNvSpPr>
          <p:nvPr/>
        </p:nvSpPr>
        <p:spPr>
          <a:xfrm>
            <a:off x="4766046" y="242623"/>
            <a:ext cx="5342860" cy="230832"/>
          </a:xfrm>
          <a:prstGeom prst="rect">
            <a:avLst/>
          </a:prstGeom>
          <a:noFill/>
        </p:spPr>
        <p:txBody>
          <a:bodyPr wrap="square">
            <a:spAutoFit/>
          </a:bodyPr>
          <a:lstStyle/>
          <a:p>
            <a:pPr algn="r"/>
            <a:r>
              <a:rPr lang="en-GB" sz="900" b="0" i="0" u="none" strike="noStrike">
                <a:effectLst/>
                <a:latin typeface="Monument Grotesk Mono" panose="02010504030000020004" pitchFamily="2" charset="0"/>
              </a:rPr>
              <a:t>[MODULE:INDIVIDUAL AND COMPANY IDENTITY - SPRINT:DREAM]</a:t>
            </a:r>
            <a:endParaRPr lang="en-BG" sz="900">
              <a:latin typeface="Monument Grotesk Mono" panose="02010504030000020004" pitchFamily="2" charset="0"/>
            </a:endParaRPr>
          </a:p>
        </p:txBody>
      </p:sp>
    </p:spTree>
    <p:extLst>
      <p:ext uri="{BB962C8B-B14F-4D97-AF65-F5344CB8AC3E}">
        <p14:creationId xmlns:p14="http://schemas.microsoft.com/office/powerpoint/2010/main" val="1820793006"/>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5</Slides>
  <Notes>5</Notes>
  <HiddenSlides>0</HiddenSlides>
  <ScaleCrop>false</ScaleCrop>
  <HeadingPairs>
    <vt:vector size="4" baseType="variant">
      <vt:variant>
        <vt:lpstr>Theme</vt:lpstr>
      </vt:variant>
      <vt:variant>
        <vt:i4>3</vt:i4>
      </vt:variant>
      <vt:variant>
        <vt:lpstr>Slide Titles</vt:lpstr>
      </vt:variant>
      <vt:variant>
        <vt:i4>5</vt:i4>
      </vt:variant>
    </vt:vector>
  </HeadingPairs>
  <TitlesOfParts>
    <vt:vector size="8" baseType="lpstr">
      <vt:lpstr>4_Custom Design</vt:lpstr>
      <vt:lpstr>5_Custom Design</vt:lpstr>
      <vt:lpstr>SOLIDS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revision>1</cp:revision>
  <cp:lastPrinted>2020-02-28T13:07:06Z</cp:lastPrinted>
  <dcterms:created xsi:type="dcterms:W3CDTF">2019-08-22T09:52:59Z</dcterms:created>
  <dcterms:modified xsi:type="dcterms:W3CDTF">2024-10-23T12:48:27Z</dcterms:modified>
</cp:coreProperties>
</file>