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77" r:id="rId1"/>
    <p:sldMasterId id="2147484485" r:id="rId2"/>
    <p:sldMasterId id="2147484487" r:id="rId3"/>
  </p:sldMasterIdLst>
  <p:notesMasterIdLst>
    <p:notesMasterId r:id="rId8"/>
  </p:notesMasterIdLst>
  <p:handoutMasterIdLst>
    <p:handoutMasterId r:id="rId9"/>
  </p:handoutMasterIdLst>
  <p:sldIdLst>
    <p:sldId id="2465" r:id="rId4"/>
    <p:sldId id="2463" r:id="rId5"/>
    <p:sldId id="2423" r:id="rId6"/>
    <p:sldId id="2466" r:id="rId7"/>
  </p:sldIdLst>
  <p:sldSz cx="10688638" cy="7562850"/>
  <p:notesSz cx="6954838" cy="92408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tanas" initials="AY" lastIdx="1" clrIdx="0">
    <p:extLst>
      <p:ext uri="{19B8F6BF-5375-455C-9EA6-DF929625EA0E}">
        <p15:presenceInfo xmlns:p15="http://schemas.microsoft.com/office/powerpoint/2012/main" userId="Atana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469"/>
    <a:srgbClr val="717272"/>
    <a:srgbClr val="3D233B"/>
    <a:srgbClr val="B2B2B2"/>
    <a:srgbClr val="FCC100"/>
    <a:srgbClr val="0D3272"/>
    <a:srgbClr val="B46F59"/>
    <a:srgbClr val="0F85CE"/>
    <a:srgbClr val="EEEDEE"/>
    <a:srgbClr val="89B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04F130-9166-12F4-F2CD-0304561355CA}" v="45" dt="2025-04-09T10:52:41.3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62653"/>
  </p:normalViewPr>
  <p:slideViewPr>
    <p:cSldViewPr snapToGrid="0">
      <p:cViewPr varScale="1">
        <p:scale>
          <a:sx n="70" d="100"/>
          <a:sy n="70" d="100"/>
        </p:scale>
        <p:origin x="30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microsoft.com/office/2016/11/relationships/changesInfo" Target="changesInfos/changesInfo1.xml"/><Relationship Id="rId10" Type="http://schemas.openxmlformats.org/officeDocument/2006/relationships/commentAuthors" Target="commentAuthors.xml"/><Relationship Id="rId4" Type="http://schemas.openxmlformats.org/officeDocument/2006/relationships/slide" Target="slides/slide1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ść" userId="S::urn:spo:anon#2c5b6171c7db574fdf4723c21d3f6fcc15ff42d337a845411e8b6bcd85d523c0::" providerId="AD" clId="Web-{9EA908D2-709F-8E68-D21E-C363241A1A59}"/>
    <pc:docChg chg="modSld">
      <pc:chgData name="Gość" userId="S::urn:spo:anon#2c5b6171c7db574fdf4723c21d3f6fcc15ff42d337a845411e8b6bcd85d523c0::" providerId="AD" clId="Web-{9EA908D2-709F-8E68-D21E-C363241A1A59}" dt="2024-10-20T08:18:04.446" v="5"/>
      <pc:docMkLst>
        <pc:docMk/>
      </pc:docMkLst>
      <pc:sldChg chg="modSp">
        <pc:chgData name="Gość" userId="S::urn:spo:anon#2c5b6171c7db574fdf4723c21d3f6fcc15ff42d337a845411e8b6bcd85d523c0::" providerId="AD" clId="Web-{9EA908D2-709F-8E68-D21E-C363241A1A59}" dt="2024-10-20T08:18:04.446" v="5"/>
        <pc:sldMkLst>
          <pc:docMk/>
          <pc:sldMk cId="2451837985" sldId="2423"/>
        </pc:sldMkLst>
        <pc:graphicFrameChg chg="mod modGraphic">
          <ac:chgData name="Gość" userId="S::urn:spo:anon#2c5b6171c7db574fdf4723c21d3f6fcc15ff42d337a845411e8b6bcd85d523c0::" providerId="AD" clId="Web-{9EA908D2-709F-8E68-D21E-C363241A1A59}" dt="2024-10-20T08:18:04.446" v="5"/>
          <ac:graphicFrameMkLst>
            <pc:docMk/>
            <pc:sldMk cId="2451837985" sldId="2423"/>
            <ac:graphicFrameMk id="12" creationId="{74CF6476-D2C3-2348-BEC7-148925E380DF}"/>
          </ac:graphicFrameMkLst>
        </pc:graphicFrameChg>
      </pc:sldChg>
    </pc:docChg>
  </pc:docChgLst>
  <pc:docChgLst>
    <pc:chgData name="Gość" userId="S::urn:spo:anon#48652732098c129f023f8102675102656a20b40396a24ea505534f92b67ad4dd::" providerId="AD" clId="Web-{65577CB4-C538-AD37-FCE4-4536A7DCDE6E}"/>
    <pc:docChg chg="modSld">
      <pc:chgData name="Gość" userId="S::urn:spo:anon#48652732098c129f023f8102675102656a20b40396a24ea505534f92b67ad4dd::" providerId="AD" clId="Web-{65577CB4-C538-AD37-FCE4-4536A7DCDE6E}" dt="2024-10-20T11:20:41.422" v="3121"/>
      <pc:docMkLst>
        <pc:docMk/>
      </pc:docMkLst>
      <pc:sldChg chg="modSp">
        <pc:chgData name="Gość" userId="S::urn:spo:anon#48652732098c129f023f8102675102656a20b40396a24ea505534f92b67ad4dd::" providerId="AD" clId="Web-{65577CB4-C538-AD37-FCE4-4536A7DCDE6E}" dt="2024-10-20T11:20:41.422" v="3121"/>
        <pc:sldMkLst>
          <pc:docMk/>
          <pc:sldMk cId="2451837985" sldId="2423"/>
        </pc:sldMkLst>
        <pc:graphicFrameChg chg="mod modGraphic">
          <ac:chgData name="Gość" userId="S::urn:spo:anon#48652732098c129f023f8102675102656a20b40396a24ea505534f92b67ad4dd::" providerId="AD" clId="Web-{65577CB4-C538-AD37-FCE4-4536A7DCDE6E}" dt="2024-10-20T11:20:41.422" v="3121"/>
          <ac:graphicFrameMkLst>
            <pc:docMk/>
            <pc:sldMk cId="2451837985" sldId="2423"/>
            <ac:graphicFrameMk id="12" creationId="{74CF6476-D2C3-2348-BEC7-148925E380DF}"/>
          </ac:graphicFrameMkLst>
        </pc:graphicFrameChg>
      </pc:sldChg>
      <pc:sldChg chg="modSp">
        <pc:chgData name="Gość" userId="S::urn:spo:anon#48652732098c129f023f8102675102656a20b40396a24ea505534f92b67ad4dd::" providerId="AD" clId="Web-{65577CB4-C538-AD37-FCE4-4536A7DCDE6E}" dt="2024-10-20T11:06:51.545" v="3043"/>
        <pc:sldMkLst>
          <pc:docMk/>
          <pc:sldMk cId="1820793006" sldId="2466"/>
        </pc:sldMkLst>
        <pc:graphicFrameChg chg="mod modGraphic">
          <ac:chgData name="Gość" userId="S::urn:spo:anon#48652732098c129f023f8102675102656a20b40396a24ea505534f92b67ad4dd::" providerId="AD" clId="Web-{65577CB4-C538-AD37-FCE4-4536A7DCDE6E}" dt="2024-10-20T11:06:51.545" v="3043"/>
          <ac:graphicFrameMkLst>
            <pc:docMk/>
            <pc:sldMk cId="1820793006" sldId="2466"/>
            <ac:graphicFrameMk id="12" creationId="{74CF6476-D2C3-2348-BEC7-148925E380DF}"/>
          </ac:graphicFrameMkLst>
        </pc:graphicFrameChg>
      </pc:sldChg>
    </pc:docChg>
  </pc:docChgLst>
  <pc:docChgLst>
    <pc:chgData name="Gość" userId="S::urn:spo:anon#48652732098c129f023f8102675102656a20b40396a24ea505534f92b67ad4dd::" providerId="AD" clId="Web-{B4391A7C-8BD0-0F45-7BF2-24D2E77B7FC9}"/>
    <pc:docChg chg="modSld">
      <pc:chgData name="Gość" userId="S::urn:spo:anon#48652732098c129f023f8102675102656a20b40396a24ea505534f92b67ad4dd::" providerId="AD" clId="Web-{B4391A7C-8BD0-0F45-7BF2-24D2E77B7FC9}" dt="2024-10-19T10:06:27.922" v="161"/>
      <pc:docMkLst>
        <pc:docMk/>
      </pc:docMkLst>
      <pc:sldChg chg="modSp">
        <pc:chgData name="Gość" userId="S::urn:spo:anon#48652732098c129f023f8102675102656a20b40396a24ea505534f92b67ad4dd::" providerId="AD" clId="Web-{B4391A7C-8BD0-0F45-7BF2-24D2E77B7FC9}" dt="2024-10-19T10:02:18.538" v="151"/>
        <pc:sldMkLst>
          <pc:docMk/>
          <pc:sldMk cId="2451837985" sldId="2423"/>
        </pc:sldMkLst>
        <pc:graphicFrameChg chg="mod modGraphic">
          <ac:chgData name="Gość" userId="S::urn:spo:anon#48652732098c129f023f8102675102656a20b40396a24ea505534f92b67ad4dd::" providerId="AD" clId="Web-{B4391A7C-8BD0-0F45-7BF2-24D2E77B7FC9}" dt="2024-10-19T10:02:18.538" v="151"/>
          <ac:graphicFrameMkLst>
            <pc:docMk/>
            <pc:sldMk cId="2451837985" sldId="2423"/>
            <ac:graphicFrameMk id="12" creationId="{74CF6476-D2C3-2348-BEC7-148925E380DF}"/>
          </ac:graphicFrameMkLst>
        </pc:graphicFrameChg>
      </pc:sldChg>
      <pc:sldChg chg="addSp delSp modSp">
        <pc:chgData name="Gość" userId="S::urn:spo:anon#48652732098c129f023f8102675102656a20b40396a24ea505534f92b67ad4dd::" providerId="AD" clId="Web-{B4391A7C-8BD0-0F45-7BF2-24D2E77B7FC9}" dt="2024-10-19T10:06:27.922" v="161"/>
        <pc:sldMkLst>
          <pc:docMk/>
          <pc:sldMk cId="1820793006" sldId="2466"/>
        </pc:sldMkLst>
        <pc:spChg chg="add del mod">
          <ac:chgData name="Gość" userId="S::urn:spo:anon#48652732098c129f023f8102675102656a20b40396a24ea505534f92b67ad4dd::" providerId="AD" clId="Web-{B4391A7C-8BD0-0F45-7BF2-24D2E77B7FC9}" dt="2024-10-19T10:04:00.557" v="157"/>
          <ac:spMkLst>
            <pc:docMk/>
            <pc:sldMk cId="1820793006" sldId="2466"/>
            <ac:spMk id="4" creationId="{7C307515-0EDA-8800-31F7-BC042638A1BB}"/>
          </ac:spMkLst>
        </pc:spChg>
        <pc:spChg chg="add del mod">
          <ac:chgData name="Gość" userId="S::urn:spo:anon#48652732098c129f023f8102675102656a20b40396a24ea505534f92b67ad4dd::" providerId="AD" clId="Web-{B4391A7C-8BD0-0F45-7BF2-24D2E77B7FC9}" dt="2024-10-19T10:03:56.713" v="156"/>
          <ac:spMkLst>
            <pc:docMk/>
            <pc:sldMk cId="1820793006" sldId="2466"/>
            <ac:spMk id="5" creationId="{361A4FF2-9D23-6753-1FC7-53827C7544E4}"/>
          </ac:spMkLst>
        </pc:spChg>
        <pc:picChg chg="add del mod">
          <ac:chgData name="Gość" userId="S::urn:spo:anon#48652732098c129f023f8102675102656a20b40396a24ea505534f92b67ad4dd::" providerId="AD" clId="Web-{B4391A7C-8BD0-0F45-7BF2-24D2E77B7FC9}" dt="2024-10-19T10:06:27.922" v="161"/>
          <ac:picMkLst>
            <pc:docMk/>
            <pc:sldMk cId="1820793006" sldId="2466"/>
            <ac:picMk id="6" creationId="{19BD3D90-E597-AC72-FC41-B8AE4BD19F5B}"/>
          </ac:picMkLst>
        </pc:picChg>
        <pc:picChg chg="add del mod">
          <ac:chgData name="Gość" userId="S::urn:spo:anon#48652732098c129f023f8102675102656a20b40396a24ea505534f92b67ad4dd::" providerId="AD" clId="Web-{B4391A7C-8BD0-0F45-7BF2-24D2E77B7FC9}" dt="2024-10-19T10:06:25.235" v="160"/>
          <ac:picMkLst>
            <pc:docMk/>
            <pc:sldMk cId="1820793006" sldId="2466"/>
            <ac:picMk id="7" creationId="{DEC7BCF5-C970-0841-DF7A-A9665EF8065A}"/>
          </ac:picMkLst>
        </pc:picChg>
      </pc:sldChg>
    </pc:docChg>
  </pc:docChgLst>
  <pc:docChgLst>
    <pc:chgData name="Gość" userId="S::urn:spo:anon#48652732098c129f023f8102675102656a20b40396a24ea505534f92b67ad4dd::" providerId="AD" clId="Web-{B2DEF801-D185-513C-5925-DC9FA258F6B9}"/>
    <pc:docChg chg="modSld">
      <pc:chgData name="Gość" userId="S::urn:spo:anon#48652732098c129f023f8102675102656a20b40396a24ea505534f92b67ad4dd::" providerId="AD" clId="Web-{B2DEF801-D185-513C-5925-DC9FA258F6B9}" dt="2024-10-17T08:32:19.465" v="15"/>
      <pc:docMkLst>
        <pc:docMk/>
      </pc:docMkLst>
      <pc:sldChg chg="modSp">
        <pc:chgData name="Gość" userId="S::urn:spo:anon#48652732098c129f023f8102675102656a20b40396a24ea505534f92b67ad4dd::" providerId="AD" clId="Web-{B2DEF801-D185-513C-5925-DC9FA258F6B9}" dt="2024-10-17T08:32:19.465" v="15"/>
        <pc:sldMkLst>
          <pc:docMk/>
          <pc:sldMk cId="1820793006" sldId="2466"/>
        </pc:sldMkLst>
        <pc:graphicFrameChg chg="mod modGraphic">
          <ac:chgData name="Gość" userId="S::urn:spo:anon#48652732098c129f023f8102675102656a20b40396a24ea505534f92b67ad4dd::" providerId="AD" clId="Web-{B2DEF801-D185-513C-5925-DC9FA258F6B9}" dt="2024-10-17T08:32:19.465" v="15"/>
          <ac:graphicFrameMkLst>
            <pc:docMk/>
            <pc:sldMk cId="1820793006" sldId="2466"/>
            <ac:graphicFrameMk id="12" creationId="{74CF6476-D2C3-2348-BEC7-148925E380DF}"/>
          </ac:graphicFrameMkLst>
        </pc:graphicFrameChg>
      </pc:sldChg>
    </pc:docChg>
  </pc:docChgLst>
  <pc:docChgLst>
    <pc:chgData name="Gość" userId="S::urn:spo:anon#48652732098c129f023f8102675102656a20b40396a24ea505534f92b67ad4dd::" providerId="AD" clId="Web-{F827C23D-7689-BD05-FAF5-34CE2F6D6362}"/>
    <pc:docChg chg="modSld">
      <pc:chgData name="Gość" userId="S::urn:spo:anon#48652732098c129f023f8102675102656a20b40396a24ea505534f92b67ad4dd::" providerId="AD" clId="Web-{F827C23D-7689-BD05-FAF5-34CE2F6D6362}" dt="2024-10-20T11:52:25.847" v="55"/>
      <pc:docMkLst>
        <pc:docMk/>
      </pc:docMkLst>
      <pc:sldChg chg="modSp">
        <pc:chgData name="Gość" userId="S::urn:spo:anon#48652732098c129f023f8102675102656a20b40396a24ea505534f92b67ad4dd::" providerId="AD" clId="Web-{F827C23D-7689-BD05-FAF5-34CE2F6D6362}" dt="2024-10-20T11:52:25.847" v="55"/>
        <pc:sldMkLst>
          <pc:docMk/>
          <pc:sldMk cId="2451837985" sldId="2423"/>
        </pc:sldMkLst>
        <pc:graphicFrameChg chg="mod modGraphic">
          <ac:chgData name="Gość" userId="S::urn:spo:anon#48652732098c129f023f8102675102656a20b40396a24ea505534f92b67ad4dd::" providerId="AD" clId="Web-{F827C23D-7689-BD05-FAF5-34CE2F6D6362}" dt="2024-10-20T11:52:25.847" v="55"/>
          <ac:graphicFrameMkLst>
            <pc:docMk/>
            <pc:sldMk cId="2451837985" sldId="2423"/>
            <ac:graphicFrameMk id="12" creationId="{74CF6476-D2C3-2348-BEC7-148925E380DF}"/>
          </ac:graphicFrameMkLst>
        </pc:graphicFrameChg>
      </pc:sldChg>
    </pc:docChg>
  </pc:docChgLst>
  <pc:docChgLst>
    <pc:chgData name="Gość" userId="S::urn:spo:anon#012f7925bfe39c15b70d12d6afb658ca714dd210a097a6249bb25f1272505b1a::" providerId="AD" clId="Web-{48C0BC53-9034-876A-62BC-76BF6104DD3B}"/>
    <pc:docChg chg="modSld">
      <pc:chgData name="Gość" userId="S::urn:spo:anon#012f7925bfe39c15b70d12d6afb658ca714dd210a097a6249bb25f1272505b1a::" providerId="AD" clId="Web-{48C0BC53-9034-876A-62BC-76BF6104DD3B}" dt="2024-10-14T10:05:13.007" v="17"/>
      <pc:docMkLst>
        <pc:docMk/>
      </pc:docMkLst>
      <pc:sldChg chg="modSp">
        <pc:chgData name="Gość" userId="S::urn:spo:anon#012f7925bfe39c15b70d12d6afb658ca714dd210a097a6249bb25f1272505b1a::" providerId="AD" clId="Web-{48C0BC53-9034-876A-62BC-76BF6104DD3B}" dt="2024-10-14T10:05:13.007" v="17"/>
        <pc:sldMkLst>
          <pc:docMk/>
          <pc:sldMk cId="2451837985" sldId="2423"/>
        </pc:sldMkLst>
        <pc:graphicFrameChg chg="mod modGraphic">
          <ac:chgData name="Gość" userId="S::urn:spo:anon#012f7925bfe39c15b70d12d6afb658ca714dd210a097a6249bb25f1272505b1a::" providerId="AD" clId="Web-{48C0BC53-9034-876A-62BC-76BF6104DD3B}" dt="2024-10-14T10:05:13.007" v="17"/>
          <ac:graphicFrameMkLst>
            <pc:docMk/>
            <pc:sldMk cId="2451837985" sldId="2423"/>
            <ac:graphicFrameMk id="12" creationId="{74CF6476-D2C3-2348-BEC7-148925E380DF}"/>
          </ac:graphicFrameMkLst>
        </pc:graphicFrameChg>
      </pc:sldChg>
    </pc:docChg>
  </pc:docChgLst>
  <pc:docChgLst>
    <pc:chgData name="Gość" userId="S::urn:spo:anon#48652732098c129f023f8102675102656a20b40396a24ea505534f92b67ad4dd::" providerId="AD" clId="Web-{26280259-1504-EFBB-6DCD-1C68DAFC20C1}"/>
    <pc:docChg chg="modSld">
      <pc:chgData name="Gość" userId="S::urn:spo:anon#48652732098c129f023f8102675102656a20b40396a24ea505534f92b67ad4dd::" providerId="AD" clId="Web-{26280259-1504-EFBB-6DCD-1C68DAFC20C1}" dt="2024-10-14T07:45:31.171" v="1"/>
      <pc:docMkLst>
        <pc:docMk/>
      </pc:docMkLst>
      <pc:sldChg chg="modSp">
        <pc:chgData name="Gość" userId="S::urn:spo:anon#48652732098c129f023f8102675102656a20b40396a24ea505534f92b67ad4dd::" providerId="AD" clId="Web-{26280259-1504-EFBB-6DCD-1C68DAFC20C1}" dt="2024-10-14T07:45:31.171" v="1"/>
        <pc:sldMkLst>
          <pc:docMk/>
          <pc:sldMk cId="3110103477" sldId="2463"/>
        </pc:sldMkLst>
        <pc:graphicFrameChg chg="modGraphic">
          <ac:chgData name="Gość" userId="S::urn:spo:anon#48652732098c129f023f8102675102656a20b40396a24ea505534f92b67ad4dd::" providerId="AD" clId="Web-{26280259-1504-EFBB-6DCD-1C68DAFC20C1}" dt="2024-10-14T07:45:31.171" v="1"/>
          <ac:graphicFrameMkLst>
            <pc:docMk/>
            <pc:sldMk cId="3110103477" sldId="2463"/>
            <ac:graphicFrameMk id="12" creationId="{74CF6476-D2C3-2348-BEC7-148925E380DF}"/>
          </ac:graphicFrameMkLst>
        </pc:graphicFrameChg>
      </pc:sldChg>
    </pc:docChg>
  </pc:docChgLst>
  <pc:docChgLst>
    <pc:chgData name="Ana-Maria Nankova" userId="S::ana-maria@fasttrack-europe.com::a218cca0-34b6-447c-a499-8829ab6c4acb" providerId="AD" clId="Web-{FBFF63A3-B20A-359A-DA07-EA9144AAA09B}"/>
    <pc:docChg chg="modSld">
      <pc:chgData name="Ana-Maria Nankova" userId="S::ana-maria@fasttrack-europe.com::a218cca0-34b6-447c-a499-8829ab6c4acb" providerId="AD" clId="Web-{FBFF63A3-B20A-359A-DA07-EA9144AAA09B}" dt="2024-10-23T12:35:17.462" v="21"/>
      <pc:docMkLst>
        <pc:docMk/>
      </pc:docMkLst>
      <pc:sldChg chg="modSp">
        <pc:chgData name="Ana-Maria Nankova" userId="S::ana-maria@fasttrack-europe.com::a218cca0-34b6-447c-a499-8829ab6c4acb" providerId="AD" clId="Web-{FBFF63A3-B20A-359A-DA07-EA9144AAA09B}" dt="2024-10-23T12:35:17.462" v="21"/>
        <pc:sldMkLst>
          <pc:docMk/>
          <pc:sldMk cId="2451837985" sldId="2423"/>
        </pc:sldMkLst>
        <pc:graphicFrameChg chg="mod modGraphic">
          <ac:chgData name="Ana-Maria Nankova" userId="S::ana-maria@fasttrack-europe.com::a218cca0-34b6-447c-a499-8829ab6c4acb" providerId="AD" clId="Web-{FBFF63A3-B20A-359A-DA07-EA9144AAA09B}" dt="2024-10-23T12:35:17.462" v="21"/>
          <ac:graphicFrameMkLst>
            <pc:docMk/>
            <pc:sldMk cId="2451837985" sldId="2423"/>
            <ac:graphicFrameMk id="12" creationId="{74CF6476-D2C3-2348-BEC7-148925E380DF}"/>
          </ac:graphicFrameMkLst>
        </pc:graphicFrameChg>
      </pc:sldChg>
    </pc:docChg>
  </pc:docChgLst>
  <pc:docChgLst>
    <pc:chgData name="Gość" userId="S::urn:spo:anon#48652732098c129f023f8102675102656a20b40396a24ea505534f92b67ad4dd::" providerId="AD" clId="Web-{E2AB3C64-DE71-8C07-EE4C-75B97571FDCE}"/>
    <pc:docChg chg="modSld">
      <pc:chgData name="Gość" userId="S::urn:spo:anon#48652732098c129f023f8102675102656a20b40396a24ea505534f92b67ad4dd::" providerId="AD" clId="Web-{E2AB3C64-DE71-8C07-EE4C-75B97571FDCE}" dt="2024-10-17T09:27:27.152" v="6542"/>
      <pc:docMkLst>
        <pc:docMk/>
      </pc:docMkLst>
      <pc:sldChg chg="modSp">
        <pc:chgData name="Gość" userId="S::urn:spo:anon#48652732098c129f023f8102675102656a20b40396a24ea505534f92b67ad4dd::" providerId="AD" clId="Web-{E2AB3C64-DE71-8C07-EE4C-75B97571FDCE}" dt="2024-10-17T08:37:04.482" v="3210"/>
        <pc:sldMkLst>
          <pc:docMk/>
          <pc:sldMk cId="1877047662" sldId="2420"/>
        </pc:sldMkLst>
        <pc:graphicFrameChg chg="mod modGraphic">
          <ac:chgData name="Gość" userId="S::urn:spo:anon#48652732098c129f023f8102675102656a20b40396a24ea505534f92b67ad4dd::" providerId="AD" clId="Web-{E2AB3C64-DE71-8C07-EE4C-75B97571FDCE}" dt="2024-10-17T08:37:04.482" v="3210"/>
          <ac:graphicFrameMkLst>
            <pc:docMk/>
            <pc:sldMk cId="1877047662" sldId="2420"/>
            <ac:graphicFrameMk id="18" creationId="{1F74CD5A-9F80-0549-8844-6BFF5ADE70C7}"/>
          </ac:graphicFrameMkLst>
        </pc:graphicFrameChg>
      </pc:sldChg>
      <pc:sldChg chg="modSp">
        <pc:chgData name="Gość" userId="S::urn:spo:anon#48652732098c129f023f8102675102656a20b40396a24ea505534f92b67ad4dd::" providerId="AD" clId="Web-{E2AB3C64-DE71-8C07-EE4C-75B97571FDCE}" dt="2024-10-17T09:24:37.271" v="6456"/>
        <pc:sldMkLst>
          <pc:docMk/>
          <pc:sldMk cId="2451837985" sldId="2423"/>
        </pc:sldMkLst>
        <pc:graphicFrameChg chg="mod modGraphic">
          <ac:chgData name="Gość" userId="S::urn:spo:anon#48652732098c129f023f8102675102656a20b40396a24ea505534f92b67ad4dd::" providerId="AD" clId="Web-{E2AB3C64-DE71-8C07-EE4C-75B97571FDCE}" dt="2024-10-17T09:24:37.271" v="6456"/>
          <ac:graphicFrameMkLst>
            <pc:docMk/>
            <pc:sldMk cId="2451837985" sldId="2423"/>
            <ac:graphicFrameMk id="12" creationId="{74CF6476-D2C3-2348-BEC7-148925E380DF}"/>
          </ac:graphicFrameMkLst>
        </pc:graphicFrameChg>
      </pc:sldChg>
      <pc:sldChg chg="modSp">
        <pc:chgData name="Gość" userId="S::urn:spo:anon#48652732098c129f023f8102675102656a20b40396a24ea505534f92b67ad4dd::" providerId="AD" clId="Web-{E2AB3C64-DE71-8C07-EE4C-75B97571FDCE}" dt="2024-10-17T09:00:00.537" v="5134"/>
        <pc:sldMkLst>
          <pc:docMk/>
          <pc:sldMk cId="3110103477" sldId="2463"/>
        </pc:sldMkLst>
        <pc:graphicFrameChg chg="mod modGraphic">
          <ac:chgData name="Gość" userId="S::urn:spo:anon#48652732098c129f023f8102675102656a20b40396a24ea505534f92b67ad4dd::" providerId="AD" clId="Web-{E2AB3C64-DE71-8C07-EE4C-75B97571FDCE}" dt="2024-10-17T09:00:00.537" v="5134"/>
          <ac:graphicFrameMkLst>
            <pc:docMk/>
            <pc:sldMk cId="3110103477" sldId="2463"/>
            <ac:graphicFrameMk id="12" creationId="{74CF6476-D2C3-2348-BEC7-148925E380DF}"/>
          </ac:graphicFrameMkLst>
        </pc:graphicFrameChg>
      </pc:sldChg>
      <pc:sldChg chg="modSp">
        <pc:chgData name="Gość" userId="S::urn:spo:anon#48652732098c129f023f8102675102656a20b40396a24ea505534f92b67ad4dd::" providerId="AD" clId="Web-{E2AB3C64-DE71-8C07-EE4C-75B97571FDCE}" dt="2024-10-17T08:38:38.644" v="3330"/>
        <pc:sldMkLst>
          <pc:docMk/>
          <pc:sldMk cId="4070156159" sldId="2465"/>
        </pc:sldMkLst>
        <pc:graphicFrameChg chg="mod modGraphic">
          <ac:chgData name="Gość" userId="S::urn:spo:anon#48652732098c129f023f8102675102656a20b40396a24ea505534f92b67ad4dd::" providerId="AD" clId="Web-{E2AB3C64-DE71-8C07-EE4C-75B97571FDCE}" dt="2024-10-17T08:38:38.644" v="3330"/>
          <ac:graphicFrameMkLst>
            <pc:docMk/>
            <pc:sldMk cId="4070156159" sldId="2465"/>
            <ac:graphicFrameMk id="18" creationId="{1F74CD5A-9F80-0549-8844-6BFF5ADE70C7}"/>
          </ac:graphicFrameMkLst>
        </pc:graphicFrameChg>
      </pc:sldChg>
      <pc:sldChg chg="modSp">
        <pc:chgData name="Gość" userId="S::urn:spo:anon#48652732098c129f023f8102675102656a20b40396a24ea505534f92b67ad4dd::" providerId="AD" clId="Web-{E2AB3C64-DE71-8C07-EE4C-75B97571FDCE}" dt="2024-10-17T09:27:27.152" v="6542"/>
        <pc:sldMkLst>
          <pc:docMk/>
          <pc:sldMk cId="1820793006" sldId="2466"/>
        </pc:sldMkLst>
        <pc:graphicFrameChg chg="mod modGraphic">
          <ac:chgData name="Gość" userId="S::urn:spo:anon#48652732098c129f023f8102675102656a20b40396a24ea505534f92b67ad4dd::" providerId="AD" clId="Web-{E2AB3C64-DE71-8C07-EE4C-75B97571FDCE}" dt="2024-10-17T09:27:27.152" v="6542"/>
          <ac:graphicFrameMkLst>
            <pc:docMk/>
            <pc:sldMk cId="1820793006" sldId="2466"/>
            <ac:graphicFrameMk id="12" creationId="{74CF6476-D2C3-2348-BEC7-148925E380DF}"/>
          </ac:graphicFrameMkLst>
        </pc:graphicFrameChg>
      </pc:sldChg>
    </pc:docChg>
  </pc:docChgLst>
  <pc:docChgLst>
    <pc:chgData name="Elena Karantagli" userId="S::elena@fasttrack-europe.com::4244063e-a01d-4737-9f82-5eb599706e2e" providerId="AD" clId="Web-{7504F130-9166-12F4-F2CD-0304561355CA}"/>
    <pc:docChg chg="modSld">
      <pc:chgData name="Elena Karantagli" userId="S::elena@fasttrack-europe.com::4244063e-a01d-4737-9f82-5eb599706e2e" providerId="AD" clId="Web-{7504F130-9166-12F4-F2CD-0304561355CA}" dt="2025-04-09T10:52:38.038" v="74"/>
      <pc:docMkLst>
        <pc:docMk/>
      </pc:docMkLst>
      <pc:sldChg chg="modSp modNotes">
        <pc:chgData name="Elena Karantagli" userId="S::elena@fasttrack-europe.com::4244063e-a01d-4737-9f82-5eb599706e2e" providerId="AD" clId="Web-{7504F130-9166-12F4-F2CD-0304561355CA}" dt="2025-04-09T10:52:02.646" v="72"/>
        <pc:sldMkLst>
          <pc:docMk/>
          <pc:sldMk cId="4070156159" sldId="2465"/>
        </pc:sldMkLst>
        <pc:graphicFrameChg chg="mod modGraphic">
          <ac:chgData name="Elena Karantagli" userId="S::elena@fasttrack-europe.com::4244063e-a01d-4737-9f82-5eb599706e2e" providerId="AD" clId="Web-{7504F130-9166-12F4-F2CD-0304561355CA}" dt="2025-04-09T10:50:56.050" v="46"/>
          <ac:graphicFrameMkLst>
            <pc:docMk/>
            <pc:sldMk cId="4070156159" sldId="2465"/>
            <ac:graphicFrameMk id="18" creationId="{1F74CD5A-9F80-0549-8844-6BFF5ADE70C7}"/>
          </ac:graphicFrameMkLst>
        </pc:graphicFrameChg>
      </pc:sldChg>
      <pc:sldChg chg="modNotes">
        <pc:chgData name="Elena Karantagli" userId="S::elena@fasttrack-europe.com::4244063e-a01d-4737-9f82-5eb599706e2e" providerId="AD" clId="Web-{7504F130-9166-12F4-F2CD-0304561355CA}" dt="2025-04-09T10:52:38.038" v="74"/>
        <pc:sldMkLst>
          <pc:docMk/>
          <pc:sldMk cId="1820793006" sldId="2466"/>
        </pc:sldMkLst>
      </pc:sldChg>
    </pc:docChg>
  </pc:docChgLst>
  <pc:docChgLst>
    <pc:chgData name="Gość" userId="S::urn:spo:anon#48652732098c129f023f8102675102656a20b40396a24ea505534f92b67ad4dd::" providerId="AD" clId="Web-{233D6511-9B9D-D0B8-92ED-8C4FDA334F21}"/>
    <pc:docChg chg="modSld">
      <pc:chgData name="Gość" userId="S::urn:spo:anon#48652732098c129f023f8102675102656a20b40396a24ea505534f92b67ad4dd::" providerId="AD" clId="Web-{233D6511-9B9D-D0B8-92ED-8C4FDA334F21}" dt="2024-10-18T12:55:44.248" v="19"/>
      <pc:docMkLst>
        <pc:docMk/>
      </pc:docMkLst>
      <pc:sldChg chg="modSp">
        <pc:chgData name="Gość" userId="S::urn:spo:anon#48652732098c129f023f8102675102656a20b40396a24ea505534f92b67ad4dd::" providerId="AD" clId="Web-{233D6511-9B9D-D0B8-92ED-8C4FDA334F21}" dt="2024-10-18T12:55:44.248" v="19"/>
        <pc:sldMkLst>
          <pc:docMk/>
          <pc:sldMk cId="2451837985" sldId="2423"/>
        </pc:sldMkLst>
        <pc:graphicFrameChg chg="mod modGraphic">
          <ac:chgData name="Gość" userId="S::urn:spo:anon#48652732098c129f023f8102675102656a20b40396a24ea505534f92b67ad4dd::" providerId="AD" clId="Web-{233D6511-9B9D-D0B8-92ED-8C4FDA334F21}" dt="2024-10-18T12:55:44.248" v="19"/>
          <ac:graphicFrameMkLst>
            <pc:docMk/>
            <pc:sldMk cId="2451837985" sldId="2423"/>
            <ac:graphicFrameMk id="12" creationId="{74CF6476-D2C3-2348-BEC7-148925E380DF}"/>
          </ac:graphicFrameMkLst>
        </pc:graphicFrameChg>
      </pc:sldChg>
    </pc:docChg>
  </pc:docChgLst>
  <pc:docChgLst>
    <pc:chgData name="Gość" userId="S::urn:spo:anon#48652732098c129f023f8102675102656a20b40396a24ea505534f92b67ad4dd::" providerId="AD" clId="Web-{620A08A5-AB32-CBFB-85AC-1CA5549730EE}"/>
    <pc:docChg chg="addSld delSld modSld">
      <pc:chgData name="Gość" userId="S::urn:spo:anon#48652732098c129f023f8102675102656a20b40396a24ea505534f92b67ad4dd::" providerId="AD" clId="Web-{620A08A5-AB32-CBFB-85AC-1CA5549730EE}" dt="2024-10-18T12:52:26.441" v="366"/>
      <pc:docMkLst>
        <pc:docMk/>
      </pc:docMkLst>
      <pc:sldChg chg="modSp">
        <pc:chgData name="Gość" userId="S::urn:spo:anon#48652732098c129f023f8102675102656a20b40396a24ea505534f92b67ad4dd::" providerId="AD" clId="Web-{620A08A5-AB32-CBFB-85AC-1CA5549730EE}" dt="2024-10-18T12:42:47.931" v="353"/>
        <pc:sldMkLst>
          <pc:docMk/>
          <pc:sldMk cId="2451837985" sldId="2423"/>
        </pc:sldMkLst>
        <pc:graphicFrameChg chg="mod modGraphic">
          <ac:chgData name="Gość" userId="S::urn:spo:anon#48652732098c129f023f8102675102656a20b40396a24ea505534f92b67ad4dd::" providerId="AD" clId="Web-{620A08A5-AB32-CBFB-85AC-1CA5549730EE}" dt="2024-10-18T12:42:47.931" v="353"/>
          <ac:graphicFrameMkLst>
            <pc:docMk/>
            <pc:sldMk cId="2451837985" sldId="2423"/>
            <ac:graphicFrameMk id="12" creationId="{74CF6476-D2C3-2348-BEC7-148925E380DF}"/>
          </ac:graphicFrameMkLst>
        </pc:graphicFrameChg>
      </pc:sldChg>
      <pc:sldChg chg="modSp">
        <pc:chgData name="Gość" userId="S::urn:spo:anon#48652732098c129f023f8102675102656a20b40396a24ea505534f92b67ad4dd::" providerId="AD" clId="Web-{620A08A5-AB32-CBFB-85AC-1CA5549730EE}" dt="2024-10-18T12:30:00.933" v="335"/>
        <pc:sldMkLst>
          <pc:docMk/>
          <pc:sldMk cId="4070156159" sldId="2465"/>
        </pc:sldMkLst>
        <pc:graphicFrameChg chg="mod modGraphic">
          <ac:chgData name="Gość" userId="S::urn:spo:anon#48652732098c129f023f8102675102656a20b40396a24ea505534f92b67ad4dd::" providerId="AD" clId="Web-{620A08A5-AB32-CBFB-85AC-1CA5549730EE}" dt="2024-10-18T12:30:00.933" v="335"/>
          <ac:graphicFrameMkLst>
            <pc:docMk/>
            <pc:sldMk cId="4070156159" sldId="2465"/>
            <ac:graphicFrameMk id="18" creationId="{1F74CD5A-9F80-0549-8844-6BFF5ADE70C7}"/>
          </ac:graphicFrameMkLst>
        </pc:graphicFrameChg>
      </pc:sldChg>
      <pc:sldChg chg="addSp delSp modSp">
        <pc:chgData name="Gość" userId="S::urn:spo:anon#48652732098c129f023f8102675102656a20b40396a24ea505534f92b67ad4dd::" providerId="AD" clId="Web-{620A08A5-AB32-CBFB-85AC-1CA5549730EE}" dt="2024-10-18T12:52:22.925" v="365"/>
        <pc:sldMkLst>
          <pc:docMk/>
          <pc:sldMk cId="1820793006" sldId="2466"/>
        </pc:sldMkLst>
        <pc:graphicFrameChg chg="mod modGraphic">
          <ac:chgData name="Gość" userId="S::urn:spo:anon#48652732098c129f023f8102675102656a20b40396a24ea505534f92b67ad4dd::" providerId="AD" clId="Web-{620A08A5-AB32-CBFB-85AC-1CA5549730EE}" dt="2024-10-18T12:51:54.612" v="363"/>
          <ac:graphicFrameMkLst>
            <pc:docMk/>
            <pc:sldMk cId="1820793006" sldId="2466"/>
            <ac:graphicFrameMk id="12" creationId="{74CF6476-D2C3-2348-BEC7-148925E380DF}"/>
          </ac:graphicFrameMkLst>
        </pc:graphicFrameChg>
        <pc:picChg chg="add del mod">
          <ac:chgData name="Gość" userId="S::urn:spo:anon#48652732098c129f023f8102675102656a20b40396a24ea505534f92b67ad4dd::" providerId="AD" clId="Web-{620A08A5-AB32-CBFB-85AC-1CA5549730EE}" dt="2024-10-18T12:52:22.925" v="365"/>
          <ac:picMkLst>
            <pc:docMk/>
            <pc:sldMk cId="1820793006" sldId="2466"/>
            <ac:picMk id="4" creationId="{4F10198E-FD3F-67EF-C8AB-1BFA25303112}"/>
          </ac:picMkLst>
        </pc:picChg>
      </pc:sldChg>
      <pc:sldChg chg="addSp delSp modSp new del">
        <pc:chgData name="Gość" userId="S::urn:spo:anon#48652732098c129f023f8102675102656a20b40396a24ea505534f92b67ad4dd::" providerId="AD" clId="Web-{620A08A5-AB32-CBFB-85AC-1CA5549730EE}" dt="2024-10-18T12:52:26.441" v="366"/>
        <pc:sldMkLst>
          <pc:docMk/>
          <pc:sldMk cId="361989928" sldId="2467"/>
        </pc:sldMkLst>
        <pc:picChg chg="add del mod">
          <ac:chgData name="Gość" userId="S::urn:spo:anon#48652732098c129f023f8102675102656a20b40396a24ea505534f92b67ad4dd::" providerId="AD" clId="Web-{620A08A5-AB32-CBFB-85AC-1CA5549730EE}" dt="2024-10-18T12:51:07.143" v="359"/>
          <ac:picMkLst>
            <pc:docMk/>
            <pc:sldMk cId="361989928" sldId="2467"/>
            <ac:picMk id="8" creationId="{0F36D66C-A4C7-6EF4-6DAD-25FFF4D27751}"/>
          </ac:picMkLst>
        </pc:picChg>
      </pc:sldChg>
      <pc:sldChg chg="add del replId">
        <pc:chgData name="Gość" userId="S::urn:spo:anon#48652732098c129f023f8102675102656a20b40396a24ea505534f92b67ad4dd::" providerId="AD" clId="Web-{620A08A5-AB32-CBFB-85AC-1CA5549730EE}" dt="2024-10-18T12:48:13.561" v="355"/>
        <pc:sldMkLst>
          <pc:docMk/>
          <pc:sldMk cId="411644085" sldId="2467"/>
        </pc:sldMkLst>
      </pc:sldChg>
    </pc:docChg>
  </pc:docChgLst>
  <pc:docChgLst>
    <pc:chgData name="Gość" userId="S::urn:spo:anon#48652732098c129f023f8102675102656a20b40396a24ea505534f92b67ad4dd::" providerId="AD" clId="Web-{BEA125D0-1AA6-A7AD-EBE1-34644282BE49}"/>
    <pc:docChg chg="modSld">
      <pc:chgData name="Gość" userId="S::urn:spo:anon#48652732098c129f023f8102675102656a20b40396a24ea505534f92b67ad4dd::" providerId="AD" clId="Web-{BEA125D0-1AA6-A7AD-EBE1-34644282BE49}" dt="2024-10-18T16:39:22.537" v="19"/>
      <pc:docMkLst>
        <pc:docMk/>
      </pc:docMkLst>
      <pc:sldChg chg="modSp">
        <pc:chgData name="Gość" userId="S::urn:spo:anon#48652732098c129f023f8102675102656a20b40396a24ea505534f92b67ad4dd::" providerId="AD" clId="Web-{BEA125D0-1AA6-A7AD-EBE1-34644282BE49}" dt="2024-10-18T16:39:22.537" v="19"/>
        <pc:sldMkLst>
          <pc:docMk/>
          <pc:sldMk cId="2451837985" sldId="2423"/>
        </pc:sldMkLst>
        <pc:graphicFrameChg chg="mod modGraphic">
          <ac:chgData name="Gość" userId="S::urn:spo:anon#48652732098c129f023f8102675102656a20b40396a24ea505534f92b67ad4dd::" providerId="AD" clId="Web-{BEA125D0-1AA6-A7AD-EBE1-34644282BE49}" dt="2024-10-18T16:39:22.537" v="19"/>
          <ac:graphicFrameMkLst>
            <pc:docMk/>
            <pc:sldMk cId="2451837985" sldId="2423"/>
            <ac:graphicFrameMk id="12" creationId="{74CF6476-D2C3-2348-BEC7-148925E380DF}"/>
          </ac:graphicFrameMkLst>
        </pc:graphicFrameChg>
      </pc:sldChg>
    </pc:docChg>
  </pc:docChgLst>
  <pc:docChgLst>
    <pc:chgData name="Gość" userId="S::urn:spo:anon#48652732098c129f023f8102675102656a20b40396a24ea505534f92b67ad4dd::" providerId="AD" clId="Web-{1195CA78-1EEA-12FE-7BF0-739A38A09E1E}"/>
    <pc:docChg chg="modSld">
      <pc:chgData name="Gość" userId="S::urn:spo:anon#48652732098c129f023f8102675102656a20b40396a24ea505534f92b67ad4dd::" providerId="AD" clId="Web-{1195CA78-1EEA-12FE-7BF0-739A38A09E1E}" dt="2024-10-20T17:34:15.315" v="53"/>
      <pc:docMkLst>
        <pc:docMk/>
      </pc:docMkLst>
      <pc:sldChg chg="modSp">
        <pc:chgData name="Gość" userId="S::urn:spo:anon#48652732098c129f023f8102675102656a20b40396a24ea505534f92b67ad4dd::" providerId="AD" clId="Web-{1195CA78-1EEA-12FE-7BF0-739A38A09E1E}" dt="2024-10-20T17:34:15.315" v="53"/>
        <pc:sldMkLst>
          <pc:docMk/>
          <pc:sldMk cId="2451837985" sldId="2423"/>
        </pc:sldMkLst>
        <pc:graphicFrameChg chg="mod modGraphic">
          <ac:chgData name="Gość" userId="S::urn:spo:anon#48652732098c129f023f8102675102656a20b40396a24ea505534f92b67ad4dd::" providerId="AD" clId="Web-{1195CA78-1EEA-12FE-7BF0-739A38A09E1E}" dt="2024-10-20T17:34:15.315" v="53"/>
          <ac:graphicFrameMkLst>
            <pc:docMk/>
            <pc:sldMk cId="2451837985" sldId="2423"/>
            <ac:graphicFrameMk id="12" creationId="{74CF6476-D2C3-2348-BEC7-148925E380DF}"/>
          </ac:graphicFrameMkLst>
        </pc:graphicFrameChg>
      </pc:sldChg>
    </pc:docChg>
  </pc:docChgLst>
  <pc:docChgLst>
    <pc:chgData name="Gość" userId="S::urn:spo:anon#48652732098c129f023f8102675102656a20b40396a24ea505534f92b67ad4dd::" providerId="AD" clId="Web-{98D1B4CE-2E86-2C71-BED3-C46A8DA01D2A}"/>
    <pc:docChg chg="modSld">
      <pc:chgData name="Gość" userId="S::urn:spo:anon#48652732098c129f023f8102675102656a20b40396a24ea505534f92b67ad4dd::" providerId="AD" clId="Web-{98D1B4CE-2E86-2C71-BED3-C46A8DA01D2A}" dt="2024-10-17T09:28:08.913" v="15"/>
      <pc:docMkLst>
        <pc:docMk/>
      </pc:docMkLst>
      <pc:sldChg chg="modSp">
        <pc:chgData name="Gość" userId="S::urn:spo:anon#48652732098c129f023f8102675102656a20b40396a24ea505534f92b67ad4dd::" providerId="AD" clId="Web-{98D1B4CE-2E86-2C71-BED3-C46A8DA01D2A}" dt="2024-10-17T09:28:08.913" v="15"/>
        <pc:sldMkLst>
          <pc:docMk/>
          <pc:sldMk cId="1820793006" sldId="2466"/>
        </pc:sldMkLst>
        <pc:graphicFrameChg chg="mod modGraphic">
          <ac:chgData name="Gość" userId="S::urn:spo:anon#48652732098c129f023f8102675102656a20b40396a24ea505534f92b67ad4dd::" providerId="AD" clId="Web-{98D1B4CE-2E86-2C71-BED3-C46A8DA01D2A}" dt="2024-10-17T09:28:08.913" v="15"/>
          <ac:graphicFrameMkLst>
            <pc:docMk/>
            <pc:sldMk cId="1820793006" sldId="2466"/>
            <ac:graphicFrameMk id="12" creationId="{74CF6476-D2C3-2348-BEC7-148925E380DF}"/>
          </ac:graphicFrameMkLst>
        </pc:graphicFrameChg>
      </pc:sldChg>
    </pc:docChg>
  </pc:docChgLst>
  <pc:docChgLst>
    <pc:chgData name="Gość" userId="S::urn:spo:anon#48652732098c129f023f8102675102656a20b40396a24ea505534f92b67ad4dd::" providerId="AD" clId="Web-{F9326122-67C4-2B19-DCEB-69918924893D}"/>
    <pc:docChg chg="modSld">
      <pc:chgData name="Gość" userId="S::urn:spo:anon#48652732098c129f023f8102675102656a20b40396a24ea505534f92b67ad4dd::" providerId="AD" clId="Web-{F9326122-67C4-2B19-DCEB-69918924893D}" dt="2024-10-14T08:50:35.228" v="3658"/>
      <pc:docMkLst>
        <pc:docMk/>
      </pc:docMkLst>
      <pc:sldChg chg="modSp">
        <pc:chgData name="Gość" userId="S::urn:spo:anon#48652732098c129f023f8102675102656a20b40396a24ea505534f92b67ad4dd::" providerId="AD" clId="Web-{F9326122-67C4-2B19-DCEB-69918924893D}" dt="2024-10-14T08:38:36.770" v="1920"/>
        <pc:sldMkLst>
          <pc:docMk/>
          <pc:sldMk cId="1877047662" sldId="2420"/>
        </pc:sldMkLst>
        <pc:graphicFrameChg chg="mod modGraphic">
          <ac:chgData name="Gość" userId="S::urn:spo:anon#48652732098c129f023f8102675102656a20b40396a24ea505534f92b67ad4dd::" providerId="AD" clId="Web-{F9326122-67C4-2B19-DCEB-69918924893D}" dt="2024-10-14T08:38:36.770" v="1920"/>
          <ac:graphicFrameMkLst>
            <pc:docMk/>
            <pc:sldMk cId="1877047662" sldId="2420"/>
            <ac:graphicFrameMk id="18" creationId="{1F74CD5A-9F80-0549-8844-6BFF5ADE70C7}"/>
          </ac:graphicFrameMkLst>
        </pc:graphicFrameChg>
      </pc:sldChg>
      <pc:sldChg chg="modSp">
        <pc:chgData name="Gość" userId="S::urn:spo:anon#48652732098c129f023f8102675102656a20b40396a24ea505534f92b67ad4dd::" providerId="AD" clId="Web-{F9326122-67C4-2B19-DCEB-69918924893D}" dt="2024-10-14T08:50:35.228" v="3658"/>
        <pc:sldMkLst>
          <pc:docMk/>
          <pc:sldMk cId="2451837985" sldId="2423"/>
        </pc:sldMkLst>
        <pc:graphicFrameChg chg="mod modGraphic">
          <ac:chgData name="Gość" userId="S::urn:spo:anon#48652732098c129f023f8102675102656a20b40396a24ea505534f92b67ad4dd::" providerId="AD" clId="Web-{F9326122-67C4-2B19-DCEB-69918924893D}" dt="2024-10-14T08:50:35.228" v="3658"/>
          <ac:graphicFrameMkLst>
            <pc:docMk/>
            <pc:sldMk cId="2451837985" sldId="2423"/>
            <ac:graphicFrameMk id="12" creationId="{74CF6476-D2C3-2348-BEC7-148925E380DF}"/>
          </ac:graphicFrameMkLst>
        </pc:graphicFrameChg>
      </pc:sldChg>
      <pc:sldChg chg="modSp">
        <pc:chgData name="Gość" userId="S::urn:spo:anon#48652732098c129f023f8102675102656a20b40396a24ea505534f92b67ad4dd::" providerId="AD" clId="Web-{F9326122-67C4-2B19-DCEB-69918924893D}" dt="2024-10-14T08:43:44.263" v="2868"/>
        <pc:sldMkLst>
          <pc:docMk/>
          <pc:sldMk cId="3110103477" sldId="2463"/>
        </pc:sldMkLst>
        <pc:graphicFrameChg chg="mod modGraphic">
          <ac:chgData name="Gość" userId="S::urn:spo:anon#48652732098c129f023f8102675102656a20b40396a24ea505534f92b67ad4dd::" providerId="AD" clId="Web-{F9326122-67C4-2B19-DCEB-69918924893D}" dt="2024-10-14T08:43:44.263" v="2868"/>
          <ac:graphicFrameMkLst>
            <pc:docMk/>
            <pc:sldMk cId="3110103477" sldId="2463"/>
            <ac:graphicFrameMk id="12" creationId="{74CF6476-D2C3-2348-BEC7-148925E380DF}"/>
          </ac:graphicFrameMkLst>
        </pc:graphicFrameChg>
      </pc:sldChg>
      <pc:sldChg chg="modSp">
        <pc:chgData name="Gość" userId="S::urn:spo:anon#48652732098c129f023f8102675102656a20b40396a24ea505534f92b67ad4dd::" providerId="AD" clId="Web-{F9326122-67C4-2B19-DCEB-69918924893D}" dt="2024-10-14T08:31:24.882" v="1479"/>
        <pc:sldMkLst>
          <pc:docMk/>
          <pc:sldMk cId="4070156159" sldId="2465"/>
        </pc:sldMkLst>
        <pc:graphicFrameChg chg="mod modGraphic">
          <ac:chgData name="Gość" userId="S::urn:spo:anon#48652732098c129f023f8102675102656a20b40396a24ea505534f92b67ad4dd::" providerId="AD" clId="Web-{F9326122-67C4-2B19-DCEB-69918924893D}" dt="2024-10-14T08:31:24.882" v="1479"/>
          <ac:graphicFrameMkLst>
            <pc:docMk/>
            <pc:sldMk cId="4070156159" sldId="2465"/>
            <ac:graphicFrameMk id="18" creationId="{1F74CD5A-9F80-0549-8844-6BFF5ADE70C7}"/>
          </ac:graphicFrameMkLst>
        </pc:graphicFrameChg>
      </pc:sldChg>
      <pc:sldChg chg="modSp">
        <pc:chgData name="Gość" userId="S::urn:spo:anon#48652732098c129f023f8102675102656a20b40396a24ea505534f92b67ad4dd::" providerId="AD" clId="Web-{F9326122-67C4-2B19-DCEB-69918924893D}" dt="2024-10-14T08:50:17.321" v="3642"/>
        <pc:sldMkLst>
          <pc:docMk/>
          <pc:sldMk cId="1820793006" sldId="2466"/>
        </pc:sldMkLst>
        <pc:graphicFrameChg chg="mod modGraphic">
          <ac:chgData name="Gość" userId="S::urn:spo:anon#48652732098c129f023f8102675102656a20b40396a24ea505534f92b67ad4dd::" providerId="AD" clId="Web-{F9326122-67C4-2B19-DCEB-69918924893D}" dt="2024-10-14T08:50:17.321" v="3642"/>
          <ac:graphicFrameMkLst>
            <pc:docMk/>
            <pc:sldMk cId="1820793006" sldId="2466"/>
            <ac:graphicFrameMk id="12" creationId="{74CF6476-D2C3-2348-BEC7-148925E380DF}"/>
          </ac:graphicFrameMkLst>
        </pc:graphicFrameChg>
      </pc:sldChg>
    </pc:docChg>
  </pc:docChgLst>
  <pc:docChgLst>
    <pc:chgData name="Gość" userId="S::urn:spo:anon#48652732098c129f023f8102675102656a20b40396a24ea505534f92b67ad4dd::" providerId="AD" clId="Web-{8460719D-9556-EE7B-C4B6-C21F23FD8CCB}"/>
    <pc:docChg chg="modSld">
      <pc:chgData name="Gość" userId="S::urn:spo:anon#48652732098c129f023f8102675102656a20b40396a24ea505534f92b67ad4dd::" providerId="AD" clId="Web-{8460719D-9556-EE7B-C4B6-C21F23FD8CCB}" dt="2024-10-20T09:23:47.396" v="257"/>
      <pc:docMkLst>
        <pc:docMk/>
      </pc:docMkLst>
      <pc:sldChg chg="modSp">
        <pc:chgData name="Gość" userId="S::urn:spo:anon#48652732098c129f023f8102675102656a20b40396a24ea505534f92b67ad4dd::" providerId="AD" clId="Web-{8460719D-9556-EE7B-C4B6-C21F23FD8CCB}" dt="2024-10-20T09:23:47.396" v="257"/>
        <pc:sldMkLst>
          <pc:docMk/>
          <pc:sldMk cId="2451837985" sldId="2423"/>
        </pc:sldMkLst>
        <pc:graphicFrameChg chg="mod modGraphic">
          <ac:chgData name="Gość" userId="S::urn:spo:anon#48652732098c129f023f8102675102656a20b40396a24ea505534f92b67ad4dd::" providerId="AD" clId="Web-{8460719D-9556-EE7B-C4B6-C21F23FD8CCB}" dt="2024-10-20T09:23:47.396" v="257"/>
          <ac:graphicFrameMkLst>
            <pc:docMk/>
            <pc:sldMk cId="2451837985" sldId="2423"/>
            <ac:graphicFrameMk id="12" creationId="{74CF6476-D2C3-2348-BEC7-148925E380DF}"/>
          </ac:graphicFrameMkLst>
        </pc:graphicFrameChg>
      </pc:sldChg>
    </pc:docChg>
  </pc:docChgLst>
  <pc:docChgLst>
    <pc:chgData name="Gość" userId="S::urn:spo:anon#48652732098c129f023f8102675102656a20b40396a24ea505534f92b67ad4dd::" providerId="AD" clId="Web-{06C6517A-9868-C28D-615A-EB0C16461AFD}"/>
    <pc:docChg chg="modSld">
      <pc:chgData name="Gość" userId="S::urn:spo:anon#48652732098c129f023f8102675102656a20b40396a24ea505534f92b67ad4dd::" providerId="AD" clId="Web-{06C6517A-9868-C28D-615A-EB0C16461AFD}" dt="2024-10-14T09:10:53.603" v="48"/>
      <pc:docMkLst>
        <pc:docMk/>
      </pc:docMkLst>
      <pc:sldChg chg="modSp">
        <pc:chgData name="Gość" userId="S::urn:spo:anon#48652732098c129f023f8102675102656a20b40396a24ea505534f92b67ad4dd::" providerId="AD" clId="Web-{06C6517A-9868-C28D-615A-EB0C16461AFD}" dt="2024-10-14T09:10:04.304" v="17"/>
        <pc:sldMkLst>
          <pc:docMk/>
          <pc:sldMk cId="1877047662" sldId="2420"/>
        </pc:sldMkLst>
        <pc:graphicFrameChg chg="mod modGraphic">
          <ac:chgData name="Gość" userId="S::urn:spo:anon#48652732098c129f023f8102675102656a20b40396a24ea505534f92b67ad4dd::" providerId="AD" clId="Web-{06C6517A-9868-C28D-615A-EB0C16461AFD}" dt="2024-10-14T09:10:04.304" v="17"/>
          <ac:graphicFrameMkLst>
            <pc:docMk/>
            <pc:sldMk cId="1877047662" sldId="2420"/>
            <ac:graphicFrameMk id="18" creationId="{1F74CD5A-9F80-0549-8844-6BFF5ADE70C7}"/>
          </ac:graphicFrameMkLst>
        </pc:graphicFrameChg>
      </pc:sldChg>
      <pc:sldChg chg="modSp">
        <pc:chgData name="Gość" userId="S::urn:spo:anon#48652732098c129f023f8102675102656a20b40396a24ea505534f92b67ad4dd::" providerId="AD" clId="Web-{06C6517A-9868-C28D-615A-EB0C16461AFD}" dt="2024-10-14T09:10:53.603" v="48"/>
        <pc:sldMkLst>
          <pc:docMk/>
          <pc:sldMk cId="2451837985" sldId="2423"/>
        </pc:sldMkLst>
        <pc:graphicFrameChg chg="mod modGraphic">
          <ac:chgData name="Gość" userId="S::urn:spo:anon#48652732098c129f023f8102675102656a20b40396a24ea505534f92b67ad4dd::" providerId="AD" clId="Web-{06C6517A-9868-C28D-615A-EB0C16461AFD}" dt="2024-10-14T09:10:53.603" v="48"/>
          <ac:graphicFrameMkLst>
            <pc:docMk/>
            <pc:sldMk cId="2451837985" sldId="2423"/>
            <ac:graphicFrameMk id="12" creationId="{74CF6476-D2C3-2348-BEC7-148925E380DF}"/>
          </ac:graphicFrameMkLst>
        </pc:graphicFrameChg>
      </pc:sldChg>
      <pc:sldChg chg="modSp">
        <pc:chgData name="Gość" userId="S::urn:spo:anon#48652732098c129f023f8102675102656a20b40396a24ea505534f92b67ad4dd::" providerId="AD" clId="Web-{06C6517A-9868-C28D-615A-EB0C16461AFD}" dt="2024-10-14T09:10:36.493" v="38"/>
        <pc:sldMkLst>
          <pc:docMk/>
          <pc:sldMk cId="3110103477" sldId="2463"/>
        </pc:sldMkLst>
        <pc:graphicFrameChg chg="mod modGraphic">
          <ac:chgData name="Gość" userId="S::urn:spo:anon#48652732098c129f023f8102675102656a20b40396a24ea505534f92b67ad4dd::" providerId="AD" clId="Web-{06C6517A-9868-C28D-615A-EB0C16461AFD}" dt="2024-10-14T09:10:36.493" v="38"/>
          <ac:graphicFrameMkLst>
            <pc:docMk/>
            <pc:sldMk cId="3110103477" sldId="2463"/>
            <ac:graphicFrameMk id="12" creationId="{74CF6476-D2C3-2348-BEC7-148925E380DF}"/>
          </ac:graphicFrameMkLst>
        </pc:graphicFrameChg>
      </pc:sldChg>
      <pc:sldChg chg="modSp">
        <pc:chgData name="Gość" userId="S::urn:spo:anon#48652732098c129f023f8102675102656a20b40396a24ea505534f92b67ad4dd::" providerId="AD" clId="Web-{06C6517A-9868-C28D-615A-EB0C16461AFD}" dt="2024-10-14T09:09:44.663" v="5"/>
        <pc:sldMkLst>
          <pc:docMk/>
          <pc:sldMk cId="4070156159" sldId="2465"/>
        </pc:sldMkLst>
        <pc:graphicFrameChg chg="mod modGraphic">
          <ac:chgData name="Gość" userId="S::urn:spo:anon#48652732098c129f023f8102675102656a20b40396a24ea505534f92b67ad4dd::" providerId="AD" clId="Web-{06C6517A-9868-C28D-615A-EB0C16461AFD}" dt="2024-10-14T09:09:44.663" v="5"/>
          <ac:graphicFrameMkLst>
            <pc:docMk/>
            <pc:sldMk cId="4070156159" sldId="2465"/>
            <ac:graphicFrameMk id="18" creationId="{1F74CD5A-9F80-0549-8844-6BFF5ADE70C7}"/>
          </ac:graphicFrameMkLst>
        </pc:graphicFrameChg>
      </pc:sldChg>
      <pc:sldChg chg="modSp">
        <pc:chgData name="Gość" userId="S::urn:spo:anon#48652732098c129f023f8102675102656a20b40396a24ea505534f92b67ad4dd::" providerId="AD" clId="Web-{06C6517A-9868-C28D-615A-EB0C16461AFD}" dt="2024-10-14T09:10:48.650" v="46"/>
        <pc:sldMkLst>
          <pc:docMk/>
          <pc:sldMk cId="1820793006" sldId="2466"/>
        </pc:sldMkLst>
        <pc:graphicFrameChg chg="mod modGraphic">
          <ac:chgData name="Gość" userId="S::urn:spo:anon#48652732098c129f023f8102675102656a20b40396a24ea505534f92b67ad4dd::" providerId="AD" clId="Web-{06C6517A-9868-C28D-615A-EB0C16461AFD}" dt="2024-10-14T09:10:48.650" v="46"/>
          <ac:graphicFrameMkLst>
            <pc:docMk/>
            <pc:sldMk cId="1820793006" sldId="2466"/>
            <ac:graphicFrameMk id="12" creationId="{74CF6476-D2C3-2348-BEC7-148925E380DF}"/>
          </ac:graphicFrameMkLst>
        </pc:graphicFrameChg>
      </pc:sldChg>
    </pc:docChg>
  </pc:docChgLst>
  <pc:docChgLst>
    <pc:chgData name="Gość" userId="S::urn:spo:anon#48652732098c129f023f8102675102656a20b40396a24ea505534f92b67ad4dd::" providerId="AD" clId="Web-{055AB402-7A3D-C239-7F14-C07B9ABD03DC}"/>
    <pc:docChg chg="modSld">
      <pc:chgData name="Gość" userId="S::urn:spo:anon#48652732098c129f023f8102675102656a20b40396a24ea505534f92b67ad4dd::" providerId="AD" clId="Web-{055AB402-7A3D-C239-7F14-C07B9ABD03DC}" dt="2024-10-19T10:12:44.024" v="17"/>
      <pc:docMkLst>
        <pc:docMk/>
      </pc:docMkLst>
      <pc:sldChg chg="modSp">
        <pc:chgData name="Gość" userId="S::urn:spo:anon#48652732098c129f023f8102675102656a20b40396a24ea505534f92b67ad4dd::" providerId="AD" clId="Web-{055AB402-7A3D-C239-7F14-C07B9ABD03DC}" dt="2024-10-19T10:12:44.024" v="17"/>
        <pc:sldMkLst>
          <pc:docMk/>
          <pc:sldMk cId="2451837985" sldId="2423"/>
        </pc:sldMkLst>
        <pc:graphicFrameChg chg="mod modGraphic">
          <ac:chgData name="Gość" userId="S::urn:spo:anon#48652732098c129f023f8102675102656a20b40396a24ea505534f92b67ad4dd::" providerId="AD" clId="Web-{055AB402-7A3D-C239-7F14-C07B9ABD03DC}" dt="2024-10-19T10:12:44.024" v="17"/>
          <ac:graphicFrameMkLst>
            <pc:docMk/>
            <pc:sldMk cId="2451837985" sldId="2423"/>
            <ac:graphicFrameMk id="12" creationId="{74CF6476-D2C3-2348-BEC7-148925E380DF}"/>
          </ac:graphicFrameMkLst>
        </pc:graphicFrameChg>
      </pc:sldChg>
    </pc:docChg>
  </pc:docChgLst>
  <pc:docChgLst>
    <pc:chgData name="Gość" userId="S::urn:spo:anon#48652732098c129f023f8102675102656a20b40396a24ea505534f92b67ad4dd::" providerId="AD" clId="Web-{DB34BD55-EF1B-CBCD-D46D-FDE87755CB14}"/>
    <pc:docChg chg="modSld">
      <pc:chgData name="Gość" userId="S::urn:spo:anon#48652732098c129f023f8102675102656a20b40396a24ea505534f92b67ad4dd::" providerId="AD" clId="Web-{DB34BD55-EF1B-CBCD-D46D-FDE87755CB14}" dt="2024-10-17T09:29:52.897" v="155"/>
      <pc:docMkLst>
        <pc:docMk/>
      </pc:docMkLst>
      <pc:sldChg chg="modSp">
        <pc:chgData name="Gość" userId="S::urn:spo:anon#48652732098c129f023f8102675102656a20b40396a24ea505534f92b67ad4dd::" providerId="AD" clId="Web-{DB34BD55-EF1B-CBCD-D46D-FDE87755CB14}" dt="2024-10-17T09:07:58.576" v="119"/>
        <pc:sldMkLst>
          <pc:docMk/>
          <pc:sldMk cId="2451837985" sldId="2423"/>
        </pc:sldMkLst>
        <pc:graphicFrameChg chg="mod modGraphic">
          <ac:chgData name="Gość" userId="S::urn:spo:anon#48652732098c129f023f8102675102656a20b40396a24ea505534f92b67ad4dd::" providerId="AD" clId="Web-{DB34BD55-EF1B-CBCD-D46D-FDE87755CB14}" dt="2024-10-17T09:07:58.576" v="119"/>
          <ac:graphicFrameMkLst>
            <pc:docMk/>
            <pc:sldMk cId="2451837985" sldId="2423"/>
            <ac:graphicFrameMk id="12" creationId="{74CF6476-D2C3-2348-BEC7-148925E380DF}"/>
          </ac:graphicFrameMkLst>
        </pc:graphicFrameChg>
      </pc:sldChg>
      <pc:sldChg chg="modSp">
        <pc:chgData name="Gość" userId="S::urn:spo:anon#48652732098c129f023f8102675102656a20b40396a24ea505534f92b67ad4dd::" providerId="AD" clId="Web-{DB34BD55-EF1B-CBCD-D46D-FDE87755CB14}" dt="2024-10-17T08:58:16.106" v="87"/>
        <pc:sldMkLst>
          <pc:docMk/>
          <pc:sldMk cId="3110103477" sldId="2463"/>
        </pc:sldMkLst>
        <pc:graphicFrameChg chg="mod modGraphic">
          <ac:chgData name="Gość" userId="S::urn:spo:anon#48652732098c129f023f8102675102656a20b40396a24ea505534f92b67ad4dd::" providerId="AD" clId="Web-{DB34BD55-EF1B-CBCD-D46D-FDE87755CB14}" dt="2024-10-17T08:58:16.106" v="87"/>
          <ac:graphicFrameMkLst>
            <pc:docMk/>
            <pc:sldMk cId="3110103477" sldId="2463"/>
            <ac:graphicFrameMk id="12" creationId="{74CF6476-D2C3-2348-BEC7-148925E380DF}"/>
          </ac:graphicFrameMkLst>
        </pc:graphicFrameChg>
      </pc:sldChg>
      <pc:sldChg chg="modSp">
        <pc:chgData name="Gość" userId="S::urn:spo:anon#48652732098c129f023f8102675102656a20b40396a24ea505534f92b67ad4dd::" providerId="AD" clId="Web-{DB34BD55-EF1B-CBCD-D46D-FDE87755CB14}" dt="2024-10-17T09:29:52.897" v="155"/>
        <pc:sldMkLst>
          <pc:docMk/>
          <pc:sldMk cId="1820793006" sldId="2466"/>
        </pc:sldMkLst>
        <pc:graphicFrameChg chg="mod modGraphic">
          <ac:chgData name="Gość" userId="S::urn:spo:anon#48652732098c129f023f8102675102656a20b40396a24ea505534f92b67ad4dd::" providerId="AD" clId="Web-{DB34BD55-EF1B-CBCD-D46D-FDE87755CB14}" dt="2024-10-17T09:29:52.897" v="155"/>
          <ac:graphicFrameMkLst>
            <pc:docMk/>
            <pc:sldMk cId="1820793006" sldId="2466"/>
            <ac:graphicFrameMk id="12" creationId="{74CF6476-D2C3-2348-BEC7-148925E380DF}"/>
          </ac:graphicFrameMkLst>
        </pc:graphicFrameChg>
      </pc:sldChg>
    </pc:docChg>
  </pc:docChgLst>
  <pc:docChgLst>
    <pc:chgData name="Gość" userId="S::urn:spo:anon#48652732098c129f023f8102675102656a20b40396a24ea505534f92b67ad4dd::" providerId="AD" clId="Web-{85A959B3-BA97-E1DF-1CD6-AF65220E21F5}"/>
    <pc:docChg chg="modSld">
      <pc:chgData name="Gość" userId="S::urn:spo:anon#48652732098c129f023f8102675102656a20b40396a24ea505534f92b67ad4dd::" providerId="AD" clId="Web-{85A959B3-BA97-E1DF-1CD6-AF65220E21F5}" dt="2024-10-18T08:24:02.394" v="119"/>
      <pc:docMkLst>
        <pc:docMk/>
      </pc:docMkLst>
      <pc:sldChg chg="modSp">
        <pc:chgData name="Gość" userId="S::urn:spo:anon#48652732098c129f023f8102675102656a20b40396a24ea505534f92b67ad4dd::" providerId="AD" clId="Web-{85A959B3-BA97-E1DF-1CD6-AF65220E21F5}" dt="2024-10-18T08:24:02.394" v="119"/>
        <pc:sldMkLst>
          <pc:docMk/>
          <pc:sldMk cId="2451837985" sldId="2423"/>
        </pc:sldMkLst>
        <pc:graphicFrameChg chg="mod modGraphic">
          <ac:chgData name="Gość" userId="S::urn:spo:anon#48652732098c129f023f8102675102656a20b40396a24ea505534f92b67ad4dd::" providerId="AD" clId="Web-{85A959B3-BA97-E1DF-1CD6-AF65220E21F5}" dt="2024-10-18T08:24:02.394" v="119"/>
          <ac:graphicFrameMkLst>
            <pc:docMk/>
            <pc:sldMk cId="2451837985" sldId="2423"/>
            <ac:graphicFrameMk id="12" creationId="{74CF6476-D2C3-2348-BEC7-148925E380DF}"/>
          </ac:graphicFrameMkLst>
        </pc:graphicFrameChg>
      </pc:sldChg>
    </pc:docChg>
  </pc:docChgLst>
  <pc:docChgLst>
    <pc:chgData name="Gość" userId="S::urn:spo:anon#48652732098c129f023f8102675102656a20b40396a24ea505534f92b67ad4dd::" providerId="AD" clId="Web-{62D4CE27-09BE-E439-2028-F6F54213DF8B}"/>
    <pc:docChg chg="modSld">
      <pc:chgData name="Gość" userId="S::urn:spo:anon#48652732098c129f023f8102675102656a20b40396a24ea505534f92b67ad4dd::" providerId="AD" clId="Web-{62D4CE27-09BE-E439-2028-F6F54213DF8B}" dt="2024-10-18T12:50:35.546" v="693"/>
      <pc:docMkLst>
        <pc:docMk/>
      </pc:docMkLst>
      <pc:sldChg chg="modSp">
        <pc:chgData name="Gość" userId="S::urn:spo:anon#48652732098c129f023f8102675102656a20b40396a24ea505534f92b67ad4dd::" providerId="AD" clId="Web-{62D4CE27-09BE-E439-2028-F6F54213DF8B}" dt="2024-10-18T12:32:47.066" v="493"/>
        <pc:sldMkLst>
          <pc:docMk/>
          <pc:sldMk cId="1877047662" sldId="2420"/>
        </pc:sldMkLst>
        <pc:graphicFrameChg chg="mod modGraphic">
          <ac:chgData name="Gość" userId="S::urn:spo:anon#48652732098c129f023f8102675102656a20b40396a24ea505534f92b67ad4dd::" providerId="AD" clId="Web-{62D4CE27-09BE-E439-2028-F6F54213DF8B}" dt="2024-10-18T12:32:47.066" v="493"/>
          <ac:graphicFrameMkLst>
            <pc:docMk/>
            <pc:sldMk cId="1877047662" sldId="2420"/>
            <ac:graphicFrameMk id="18" creationId="{1F74CD5A-9F80-0549-8844-6BFF5ADE70C7}"/>
          </ac:graphicFrameMkLst>
        </pc:graphicFrameChg>
      </pc:sldChg>
      <pc:sldChg chg="modSp">
        <pc:chgData name="Gość" userId="S::urn:spo:anon#48652732098c129f023f8102675102656a20b40396a24ea505534f92b67ad4dd::" providerId="AD" clId="Web-{62D4CE27-09BE-E439-2028-F6F54213DF8B}" dt="2024-10-18T12:40:50.382" v="577"/>
        <pc:sldMkLst>
          <pc:docMk/>
          <pc:sldMk cId="2451837985" sldId="2423"/>
        </pc:sldMkLst>
        <pc:graphicFrameChg chg="mod modGraphic">
          <ac:chgData name="Gość" userId="S::urn:spo:anon#48652732098c129f023f8102675102656a20b40396a24ea505534f92b67ad4dd::" providerId="AD" clId="Web-{62D4CE27-09BE-E439-2028-F6F54213DF8B}" dt="2024-10-18T12:40:50.382" v="577"/>
          <ac:graphicFrameMkLst>
            <pc:docMk/>
            <pc:sldMk cId="2451837985" sldId="2423"/>
            <ac:graphicFrameMk id="12" creationId="{74CF6476-D2C3-2348-BEC7-148925E380DF}"/>
          </ac:graphicFrameMkLst>
        </pc:graphicFrameChg>
      </pc:sldChg>
      <pc:sldChg chg="modSp">
        <pc:chgData name="Gość" userId="S::urn:spo:anon#48652732098c129f023f8102675102656a20b40396a24ea505534f92b67ad4dd::" providerId="AD" clId="Web-{62D4CE27-09BE-E439-2028-F6F54213DF8B}" dt="2024-10-18T12:37:17.811" v="557"/>
        <pc:sldMkLst>
          <pc:docMk/>
          <pc:sldMk cId="3110103477" sldId="2463"/>
        </pc:sldMkLst>
        <pc:graphicFrameChg chg="mod modGraphic">
          <ac:chgData name="Gość" userId="S::urn:spo:anon#48652732098c129f023f8102675102656a20b40396a24ea505534f92b67ad4dd::" providerId="AD" clId="Web-{62D4CE27-09BE-E439-2028-F6F54213DF8B}" dt="2024-10-18T12:37:17.811" v="557"/>
          <ac:graphicFrameMkLst>
            <pc:docMk/>
            <pc:sldMk cId="3110103477" sldId="2463"/>
            <ac:graphicFrameMk id="12" creationId="{74CF6476-D2C3-2348-BEC7-148925E380DF}"/>
          </ac:graphicFrameMkLst>
        </pc:graphicFrameChg>
      </pc:sldChg>
      <pc:sldChg chg="modSp">
        <pc:chgData name="Gość" userId="S::urn:spo:anon#48652732098c129f023f8102675102656a20b40396a24ea505534f92b67ad4dd::" providerId="AD" clId="Web-{62D4CE27-09BE-E439-2028-F6F54213DF8B}" dt="2024-10-18T12:31:34.048" v="439"/>
        <pc:sldMkLst>
          <pc:docMk/>
          <pc:sldMk cId="4070156159" sldId="2465"/>
        </pc:sldMkLst>
        <pc:graphicFrameChg chg="mod modGraphic">
          <ac:chgData name="Gość" userId="S::urn:spo:anon#48652732098c129f023f8102675102656a20b40396a24ea505534f92b67ad4dd::" providerId="AD" clId="Web-{62D4CE27-09BE-E439-2028-F6F54213DF8B}" dt="2024-10-18T12:31:34.048" v="439"/>
          <ac:graphicFrameMkLst>
            <pc:docMk/>
            <pc:sldMk cId="4070156159" sldId="2465"/>
            <ac:graphicFrameMk id="18" creationId="{1F74CD5A-9F80-0549-8844-6BFF5ADE70C7}"/>
          </ac:graphicFrameMkLst>
        </pc:graphicFrameChg>
      </pc:sldChg>
      <pc:sldChg chg="modSp">
        <pc:chgData name="Gość" userId="S::urn:spo:anon#48652732098c129f023f8102675102656a20b40396a24ea505534f92b67ad4dd::" providerId="AD" clId="Web-{62D4CE27-09BE-E439-2028-F6F54213DF8B}" dt="2024-10-18T12:50:35.546" v="693"/>
        <pc:sldMkLst>
          <pc:docMk/>
          <pc:sldMk cId="1820793006" sldId="2466"/>
        </pc:sldMkLst>
        <pc:graphicFrameChg chg="mod modGraphic">
          <ac:chgData name="Gość" userId="S::urn:spo:anon#48652732098c129f023f8102675102656a20b40396a24ea505534f92b67ad4dd::" providerId="AD" clId="Web-{62D4CE27-09BE-E439-2028-F6F54213DF8B}" dt="2024-10-18T12:50:35.546" v="693"/>
          <ac:graphicFrameMkLst>
            <pc:docMk/>
            <pc:sldMk cId="1820793006" sldId="2466"/>
            <ac:graphicFrameMk id="12" creationId="{74CF6476-D2C3-2348-BEC7-148925E380DF}"/>
          </ac:graphicFrameMkLst>
        </pc:graphicFrameChg>
      </pc:sldChg>
    </pc:docChg>
  </pc:docChgLst>
  <pc:docChgLst>
    <pc:chgData name="Gość" userId="S::urn:spo:anon#48652732098c129f023f8102675102656a20b40396a24ea505534f92b67ad4dd::" providerId="AD" clId="Web-{0D578BBF-6CA1-289A-9491-FF31A354EB01}"/>
    <pc:docChg chg="modSld">
      <pc:chgData name="Gość" userId="S::urn:spo:anon#48652732098c129f023f8102675102656a20b40396a24ea505534f92b67ad4dd::" providerId="AD" clId="Web-{0D578BBF-6CA1-289A-9491-FF31A354EB01}" dt="2024-10-17T08:45:57.596" v="7"/>
      <pc:docMkLst>
        <pc:docMk/>
      </pc:docMkLst>
      <pc:sldChg chg="modSp">
        <pc:chgData name="Gość" userId="S::urn:spo:anon#48652732098c129f023f8102675102656a20b40396a24ea505534f92b67ad4dd::" providerId="AD" clId="Web-{0D578BBF-6CA1-289A-9491-FF31A354EB01}" dt="2024-10-17T08:45:57.596" v="7"/>
        <pc:sldMkLst>
          <pc:docMk/>
          <pc:sldMk cId="3110103477" sldId="2463"/>
        </pc:sldMkLst>
        <pc:graphicFrameChg chg="mod modGraphic">
          <ac:chgData name="Gość" userId="S::urn:spo:anon#48652732098c129f023f8102675102656a20b40396a24ea505534f92b67ad4dd::" providerId="AD" clId="Web-{0D578BBF-6CA1-289A-9491-FF31A354EB01}" dt="2024-10-17T08:45:57.596" v="7"/>
          <ac:graphicFrameMkLst>
            <pc:docMk/>
            <pc:sldMk cId="3110103477" sldId="2463"/>
            <ac:graphicFrameMk id="12" creationId="{74CF6476-D2C3-2348-BEC7-148925E380DF}"/>
          </ac:graphicFrameMkLst>
        </pc:graphicFrameChg>
      </pc:sldChg>
    </pc:docChg>
  </pc:docChgLst>
  <pc:docChgLst>
    <pc:chgData name="Gość" userId="S::urn:spo:anon#48652732098c129f023f8102675102656a20b40396a24ea505534f92b67ad4dd::" providerId="AD" clId="Web-{136321BB-9FF5-37BB-DFAB-8BC2D3101C9E}"/>
    <pc:docChg chg="modSld">
      <pc:chgData name="Gość" userId="S::urn:spo:anon#48652732098c129f023f8102675102656a20b40396a24ea505534f92b67ad4dd::" providerId="AD" clId="Web-{136321BB-9FF5-37BB-DFAB-8BC2D3101C9E}" dt="2024-10-19T10:11:18.336" v="23"/>
      <pc:docMkLst>
        <pc:docMk/>
      </pc:docMkLst>
      <pc:sldChg chg="modSp">
        <pc:chgData name="Gość" userId="S::urn:spo:anon#48652732098c129f023f8102675102656a20b40396a24ea505534f92b67ad4dd::" providerId="AD" clId="Web-{136321BB-9FF5-37BB-DFAB-8BC2D3101C9E}" dt="2024-10-19T10:11:18.336" v="23"/>
        <pc:sldMkLst>
          <pc:docMk/>
          <pc:sldMk cId="2451837985" sldId="2423"/>
        </pc:sldMkLst>
        <pc:graphicFrameChg chg="mod modGraphic">
          <ac:chgData name="Gość" userId="S::urn:spo:anon#48652732098c129f023f8102675102656a20b40396a24ea505534f92b67ad4dd::" providerId="AD" clId="Web-{136321BB-9FF5-37BB-DFAB-8BC2D3101C9E}" dt="2024-10-19T10:11:18.336" v="23"/>
          <ac:graphicFrameMkLst>
            <pc:docMk/>
            <pc:sldMk cId="2451837985" sldId="2423"/>
            <ac:graphicFrameMk id="12" creationId="{74CF6476-D2C3-2348-BEC7-148925E380DF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/>
            </a:lvl1pPr>
          </a:lstStyle>
          <a:p>
            <a:pPr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/>
            </a:lvl1pPr>
          </a:lstStyle>
          <a:p>
            <a:pPr>
              <a:defRPr/>
            </a:pPr>
            <a:fld id="{96457D4A-3A70-4343-9758-775435F7A22E}" type="datetimeFigureOut">
              <a:rPr lang="en-US">
                <a:latin typeface="Arial" panose="020B0604020202020204" pitchFamily="34" charset="0"/>
              </a:rPr>
              <a:pPr>
                <a:defRPr/>
              </a:pPr>
              <a:t>4/9/2025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/>
            </a:lvl1pPr>
          </a:lstStyle>
          <a:p>
            <a:pPr>
              <a:defRPr/>
            </a:pPr>
            <a:fld id="{C8683F37-8904-4846-9242-6A858545E9E1}" type="slidenum">
              <a:rPr lang="en-US">
                <a:latin typeface="Arial" panose="020B0604020202020204" pitchFamily="34" charset="0"/>
              </a:rPr>
              <a:pPr>
                <a:defRPr/>
              </a:p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54FBBB8-96E2-494F-B716-7974840A6007}" type="datetimeFigureOut">
              <a:rPr lang="en-US" smtClean="0"/>
              <a:pPr>
                <a:defRPr/>
              </a:pPr>
              <a:t>4/9/2025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74763" y="1155700"/>
            <a:ext cx="4405312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546" tIns="46273" rIns="92546" bIns="46273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47153"/>
            <a:ext cx="5563870" cy="3638580"/>
          </a:xfrm>
          <a:prstGeom prst="rect">
            <a:avLst/>
          </a:prstGeom>
        </p:spPr>
        <p:txBody>
          <a:bodyPr vert="horz" lIns="92546" tIns="46273" rIns="92546" bIns="46273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1F6A1A1-8B93-49C9-AFC7-D0DF50B7520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GB" sz="1800" b="0" i="0" u="none" strike="noStrike" dirty="0">
                <a:effectLst/>
                <a:latin typeface="Calibri "/>
              </a:rPr>
            </a:br>
            <a:r>
              <a:rPr lang="en-GB" sz="1800" dirty="0">
                <a:solidFill>
                  <a:srgbClr val="000000"/>
                </a:solidFill>
                <a:latin typeface="Calibri "/>
              </a:rPr>
              <a:t>[GURU SUPPORT] Let’s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Calibri "/>
              </a:rPr>
              <a:t> suppose someone offers to buy your company at a fair price. Let’s also suppose this buyer is intent on </a:t>
            </a:r>
            <a:r>
              <a:rPr lang="en-GB" sz="1800" dirty="0">
                <a:solidFill>
                  <a:srgbClr val="000000"/>
                </a:solidFill>
                <a:latin typeface="Calibri "/>
              </a:rPr>
              <a:t>KILLING your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Calibri "/>
              </a:rPr>
              <a:t> company after the purchase. </a:t>
            </a:r>
            <a:endParaRPr lang="en-US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r>
              <a:rPr lang="en-GB" sz="1800" dirty="0">
                <a:solidFill>
                  <a:srgbClr val="000000"/>
                </a:solidFill>
                <a:latin typeface="Calibri "/>
              </a:rPr>
              <a:t>Your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Calibri "/>
              </a:rPr>
              <a:t> products and services will be immediately discontinued. </a:t>
            </a:r>
            <a:endParaRPr lang="en-US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Calibri "/>
              </a:rPr>
              <a:t>All operations will be shut down. </a:t>
            </a:r>
            <a:endParaRPr lang="en-US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endParaRPr lang="en-GB" sz="1800" dirty="0">
              <a:solidFill>
                <a:srgbClr val="000000"/>
              </a:solidFill>
              <a:latin typeface="Calibri "/>
            </a:endParaRPr>
          </a:p>
          <a:p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Calibri "/>
              </a:rPr>
              <a:t>The brand will be shelved forever. Your company will completely cease to exist.</a:t>
            </a:r>
            <a:br>
              <a:rPr lang="en-GB" sz="1800" b="0" i="0" u="none" strike="noStrike" dirty="0">
                <a:effectLst/>
                <a:latin typeface="Calibri "/>
              </a:rPr>
            </a:b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Calibri "/>
              </a:rPr>
              <a:t>Try to answer the following questions in order to articulate what your company brings to the world: </a:t>
            </a:r>
            <a:br>
              <a:rPr lang="en-GB" sz="1800" b="0" i="0" u="none" strike="noStrike" dirty="0">
                <a:effectLst/>
                <a:latin typeface="Calibri "/>
              </a:rPr>
            </a:b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Calibri "/>
              </a:rPr>
              <a:t>• What will be lost if your brand ceased to exist? - e.g. A sixty-year legacy of innovation and entrepreneurship</a:t>
            </a:r>
            <a:br>
              <a:rPr lang="en-GB" sz="1800" b="0" i="0" u="none" strike="noStrike" dirty="0">
                <a:effectLst/>
                <a:latin typeface="Calibri "/>
              </a:rPr>
            </a:b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Calibri "/>
              </a:rPr>
              <a:t>• What’s at stake here? - e.g. Increased congestion, pollution and space taken up by vehicles </a:t>
            </a:r>
            <a:endParaRPr lang="en-US" b="0" i="0" u="none" strike="noStrike">
              <a:solidFill>
                <a:srgbClr val="000000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r>
              <a:rPr lang="en-GB" dirty="0"/>
              <a:t>• Why is it important that your brand continues to exist? - e.g. Because our company will enhance people’s quality of life</a:t>
            </a:r>
            <a:endParaRPr lang="en-GB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2546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2546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64909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2546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2546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67520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2546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2546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03053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Calibri "/>
              </a:rPr>
              <a:t>Using the Company Dream Tool results, try to visualize the dream in more detail. </a:t>
            </a:r>
            <a:endParaRPr lang="en-US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Calibri "/>
              </a:rPr>
              <a:t>Refer to particular words, images, people, scents, etc.</a:t>
            </a:r>
            <a:r>
              <a:rPr lang="en-GB" dirty="0"/>
              <a:t> </a:t>
            </a:r>
            <a:endParaRPr lang="en-US" b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2546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2546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629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1_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08A13D0-3BCD-4BB0-BBD9-82A143453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B23B763-A5C1-42F2-8C36-991BE4392B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6413361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D492883-CEFA-48D9-82FE-FFF05D50C1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60B517C-D02E-418D-9BBC-9C696114B9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3136651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3_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605F26-4D64-48C5-91DE-316421CEF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AA9396D-D545-40BB-A96E-15D1D00FE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0ED9B7-58AC-4043-9142-FF3240533DDC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785E554-45BF-45C0-BE18-09DC5042AD0A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87CAF4F-2976-42B9-9211-872B42921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40" y="211686"/>
            <a:ext cx="9664560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BBF17B5-7E65-4AD3-8DEB-7B67AC5D8D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F716833-C3B9-451E-AEEC-00810D952D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09AF21-1D01-4A78-848B-3D56CF13DD49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815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1_Column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C419244-6A72-468C-BE04-2F16A87D3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C6C8BBF-37E2-4AD1-B2B9-E44C74F8A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9523522C-9005-410B-AF7F-A8B2A7F24D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53CB7819-CA7C-4E96-8FED-04E6770D48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2540665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3_Columns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5CFEAE5-2C79-483A-9F2A-7CA1F7998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5EBA1EA9-A8DC-4D3F-B15C-D3F14A5BE72F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7F7E3D7-9398-4897-B295-EFECEEA7B4AC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1E188E1-B49E-4206-8810-90976EF46C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FFC5C64-34AC-45B4-82C3-D38A6DD8F9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D32105DB-B08C-473C-9085-4569BB1943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2B4FC65-313B-4904-9E70-D2F504FE3015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C26847E-2609-4D88-8E24-E1A3AC0B1CD7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188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1CE943E-6192-4416-9391-8750CC83F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3C5F3F-A020-4B73-8BCB-81BBC801C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CA05F99-4213-4A1B-80EF-6865BAEB6A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0611D512-228A-4A7A-BAEE-2E359F63F5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658940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3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A07D3AB2-BCE1-480F-9B30-FEEC092EE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CD35721-3F94-4497-A9CF-05F4CE92CBD7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0A2E42A9-BAF3-4ACF-B65B-7312185AF307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E86ADE4-0FED-4737-A21C-43DD7E1161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B670390E-C295-409C-9125-4F0E458152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DDF8C45D-78F4-4204-9E51-5D7A5C47D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7EB0BA1-BF1E-4A77-BEFB-EB78C0DEC3A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5D4724-2CB4-4AFF-8DD9-64B236206E9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96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1386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04472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780CF0-BF2E-40B4-BEED-FD5E71A80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3BA56B-7C0E-4B20-9289-03EB1A535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ECEB2386-34D3-4552-844E-0436D69143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675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064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9815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3923B3-00BE-4E8D-9E38-6B2A4C67CE11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2A36A96-9814-4886-AB9D-FADB7A8ADE6F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C544D797-E0FF-4B76-B599-4C8F8DFD1D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6" y="180978"/>
            <a:ext cx="720183" cy="29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685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1194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2B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719B31-4871-4EFE-8DF2-35AA8563A755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540000"/>
            <a:ext cx="1014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07B7B6-C623-4615-80FF-40DAB454DA0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1"/>
            <a:ext cx="0" cy="7562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3EB7827E-DBA0-4429-998C-31F1FE0D3DE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20" y="180975"/>
            <a:ext cx="257218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18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78" r:id="rId1"/>
    <p:sldLayoutId id="2147484479" r:id="rId2"/>
    <p:sldLayoutId id="2147484480" r:id="rId3"/>
    <p:sldLayoutId id="2147484481" r:id="rId4"/>
    <p:sldLayoutId id="2147484482" r:id="rId5"/>
    <p:sldLayoutId id="2147484483" r:id="rId6"/>
    <p:sldLayoutId id="2147484484" r:id="rId7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82">
          <p15:clr>
            <a:srgbClr val="F26B43"/>
          </p15:clr>
        </p15:guide>
        <p15:guide id="2" pos="558">
          <p15:clr>
            <a:srgbClr val="F26B43"/>
          </p15:clr>
        </p15:guide>
        <p15:guide id="3" pos="6623">
          <p15:clr>
            <a:srgbClr val="F26B43"/>
          </p15:clr>
        </p15:guide>
        <p15:guide id="4" pos="112">
          <p15:clr>
            <a:srgbClr val="F26B43"/>
          </p15:clr>
        </p15:guide>
        <p15:guide id="5" pos="629">
          <p15:clr>
            <a:srgbClr val="F26B43"/>
          </p15:clr>
        </p15:guide>
        <p15:guide id="6" pos="1080">
          <p15:clr>
            <a:srgbClr val="F26B43"/>
          </p15:clr>
        </p15:guide>
        <p15:guide id="7" pos="1148">
          <p15:clr>
            <a:srgbClr val="F26B43"/>
          </p15:clr>
        </p15:guide>
        <p15:guide id="8" pos="1599">
          <p15:clr>
            <a:srgbClr val="F26B43"/>
          </p15:clr>
        </p15:guide>
        <p15:guide id="9" pos="1667">
          <p15:clr>
            <a:srgbClr val="F26B43"/>
          </p15:clr>
        </p15:guide>
        <p15:guide id="10" pos="2122">
          <p15:clr>
            <a:srgbClr val="F26B43"/>
          </p15:clr>
        </p15:guide>
        <p15:guide id="11" pos="2188">
          <p15:clr>
            <a:srgbClr val="F26B43"/>
          </p15:clr>
        </p15:guide>
        <p15:guide id="12" pos="2709">
          <p15:clr>
            <a:srgbClr val="F26B43"/>
          </p15:clr>
        </p15:guide>
        <p15:guide id="13" pos="2640">
          <p15:clr>
            <a:srgbClr val="F26B43"/>
          </p15:clr>
        </p15:guide>
        <p15:guide id="14" pos="3160">
          <p15:clr>
            <a:srgbClr val="F26B43"/>
          </p15:clr>
        </p15:guide>
        <p15:guide id="15" pos="3228">
          <p15:clr>
            <a:srgbClr val="F26B43"/>
          </p15:clr>
        </p15:guide>
        <p15:guide id="16" pos="3681">
          <p15:clr>
            <a:srgbClr val="F26B43"/>
          </p15:clr>
        </p15:guide>
        <p15:guide id="17" pos="3747">
          <p15:clr>
            <a:srgbClr val="F26B43"/>
          </p15:clr>
        </p15:guide>
        <p15:guide id="18" pos="4200">
          <p15:clr>
            <a:srgbClr val="F26B43"/>
          </p15:clr>
        </p15:guide>
        <p15:guide id="19" pos="4267">
          <p15:clr>
            <a:srgbClr val="F26B43"/>
          </p15:clr>
        </p15:guide>
        <p15:guide id="20" pos="4720">
          <p15:clr>
            <a:srgbClr val="F26B43"/>
          </p15:clr>
        </p15:guide>
        <p15:guide id="21" pos="4789">
          <p15:clr>
            <a:srgbClr val="F26B43"/>
          </p15:clr>
        </p15:guide>
        <p15:guide id="22" pos="5240">
          <p15:clr>
            <a:srgbClr val="F26B43"/>
          </p15:clr>
        </p15:guide>
        <p15:guide id="23" pos="5308">
          <p15:clr>
            <a:srgbClr val="F26B43"/>
          </p15:clr>
        </p15:guide>
        <p15:guide id="24" pos="5761">
          <p15:clr>
            <a:srgbClr val="F26B43"/>
          </p15:clr>
        </p15:guide>
        <p15:guide id="25" pos="5830">
          <p15:clr>
            <a:srgbClr val="F26B43"/>
          </p15:clr>
        </p15:guide>
        <p15:guide id="26" pos="2154">
          <p15:clr>
            <a:srgbClr val="F26B43"/>
          </p15:clr>
        </p15:guide>
        <p15:guide id="27" pos="4233">
          <p15:clr>
            <a:srgbClr val="F26B43"/>
          </p15:clr>
        </p15:guide>
        <p15:guide id="28" orient="horz" pos="2515">
          <p15:clr>
            <a:srgbClr val="F26B43"/>
          </p15:clr>
        </p15:guide>
        <p15:guide id="30" orient="horz" pos="113" userDrawn="1">
          <p15:clr>
            <a:srgbClr val="F26B43"/>
          </p15:clr>
        </p15:guide>
        <p15:guide id="31" orient="horz" pos="4648">
          <p15:clr>
            <a:srgbClr val="F26B43"/>
          </p15:clr>
        </p15:guide>
        <p15:guide id="32" pos="6282">
          <p15:clr>
            <a:srgbClr val="F26B43"/>
          </p15:clr>
        </p15:guide>
        <p15:guide id="33" orient="horz" pos="2549">
          <p15:clr>
            <a:srgbClr val="F26B43"/>
          </p15:clr>
        </p15:guide>
        <p15:guide id="34" orient="horz" pos="171" userDrawn="1">
          <p15:clr>
            <a:srgbClr val="F26B43"/>
          </p15:clr>
        </p15:guide>
        <p15:guide id="35" orient="horz" pos="250" userDrawn="1">
          <p15:clr>
            <a:srgbClr val="F26B43"/>
          </p15:clr>
        </p15:guide>
        <p15:guide id="36" orient="horz" pos="3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884B5F-D4D6-48A4-A902-0EB670CA201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C769BA-B1FD-442A-ADCF-17897CEAADF0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DC5CF2D2-0F1A-4C0F-BDD7-47F4297345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24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86" r:id="rId1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6582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4488" r:id="rId2"/>
    <p:sldLayoutId id="2147483649" r:id="rId3"/>
    <p:sldLayoutId id="2147484489" r:id="rId4"/>
    <p:sldLayoutId id="214748449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1F74CD5A-9F80-0549-8844-6BFF5ADE70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7038120"/>
              </p:ext>
            </p:extLst>
          </p:nvPr>
        </p:nvGraphicFramePr>
        <p:xfrm>
          <a:off x="2817681" y="689505"/>
          <a:ext cx="7115009" cy="65883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15009">
                  <a:extLst>
                    <a:ext uri="{9D8B030D-6E8A-4147-A177-3AD203B41FA5}">
                      <a16:colId xmlns:a16="http://schemas.microsoft.com/office/drawing/2014/main" val="3313590318"/>
                    </a:ext>
                  </a:extLst>
                </a:gridCol>
              </a:tblGrid>
              <a:tr h="475903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WHY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707021"/>
                  </a:ext>
                </a:extLst>
              </a:tr>
              <a:tr h="1828262">
                <a:tc>
                  <a:txBody>
                    <a:bodyPr/>
                    <a:lstStyle/>
                    <a:p>
                      <a:endParaRPr 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749878"/>
                  </a:ext>
                </a:extLst>
              </a:tr>
              <a:tr h="421709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HOW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863688"/>
                  </a:ext>
                </a:extLst>
              </a:tr>
              <a:tr h="1801497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22781455"/>
                  </a:ext>
                </a:extLst>
              </a:tr>
              <a:tr h="398262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WHAT</a:t>
                      </a:r>
                      <a:endParaRPr kumimoji="0"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5844164"/>
                  </a:ext>
                </a:extLst>
              </a:tr>
              <a:tr h="1662741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2377547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61DCA427-2413-EAA2-5DD8-E6D9C07FC23B}"/>
              </a:ext>
              <a:ext uri="{147F2762-F138-4A5C-976F-8EAC2B608ADB}">
                <a16:predDERef xmlns:a16="http://schemas.microsoft.com/office/drawing/2014/main" pred="{8F85E5D8-B029-4285-A723-F9B6F2E9876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56" y="1125610"/>
            <a:ext cx="2743200" cy="522879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264E101-9DD2-EE60-0410-A79EC430407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5638" y="-92766"/>
            <a:ext cx="8873625" cy="8805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EC92DF-E9A7-5793-3A74-D671A494551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0311" y="195082"/>
            <a:ext cx="3869730" cy="355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156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4CF6476-D2C3-2348-BEC7-148925E380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8762872"/>
              </p:ext>
            </p:extLst>
          </p:nvPr>
        </p:nvGraphicFramePr>
        <p:xfrm>
          <a:off x="276084" y="729009"/>
          <a:ext cx="9776012" cy="67266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41829">
                  <a:extLst>
                    <a:ext uri="{9D8B030D-6E8A-4147-A177-3AD203B41FA5}">
                      <a16:colId xmlns:a16="http://schemas.microsoft.com/office/drawing/2014/main" val="3308902235"/>
                    </a:ext>
                  </a:extLst>
                </a:gridCol>
                <a:gridCol w="7534183">
                  <a:extLst>
                    <a:ext uri="{9D8B030D-6E8A-4147-A177-3AD203B41FA5}">
                      <a16:colId xmlns:a16="http://schemas.microsoft.com/office/drawing/2014/main" val="3313590318"/>
                    </a:ext>
                  </a:extLst>
                </a:gridCol>
              </a:tblGrid>
              <a:tr h="362316">
                <a:tc gridSpan="2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>
                          <a:solidFill>
                            <a:schemeClr val="bg1"/>
                          </a:solidFill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Imagine it is 5 years from today and answer the following questions: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200" b="0" i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707021"/>
                  </a:ext>
                </a:extLst>
              </a:tr>
              <a:tr h="631458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What have you achieved?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200" b="0" i="0" dirty="0">
                        <a:latin typeface="Arial"/>
                        <a:cs typeface="Arial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7366893"/>
                  </a:ext>
                </a:extLst>
              </a:tr>
              <a:tr h="615936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What do customers say about you? 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200" b="0" i="0" dirty="0">
                        <a:latin typeface="Arial"/>
                        <a:cs typeface="Arial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758142"/>
                  </a:ext>
                </a:extLst>
              </a:tr>
              <a:tr h="616516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What do your employees say?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200" b="0" i="0" u="none" strike="noStrike" noProof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97929077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What is your Market position?</a:t>
                      </a: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42712036"/>
                  </a:ext>
                </a:extLst>
              </a:tr>
              <a:tr h="615936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How do your offices look like? 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l-PL" sz="16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83911036"/>
                  </a:ext>
                </a:extLst>
              </a:tr>
              <a:tr h="611198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What capabilities does the achievement provide you with?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100" b="0" i="0" dirty="0">
                        <a:latin typeface="Arial"/>
                        <a:ea typeface="Riforma LL" panose="020B0504020101020102" pitchFamily="34" charset="0"/>
                        <a:cs typeface="Arial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33557090"/>
                  </a:ext>
                </a:extLst>
              </a:tr>
              <a:tr h="679940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How does it feel to achieve your dream?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100" b="0" i="0" dirty="0">
                        <a:latin typeface="Arial"/>
                        <a:ea typeface="Riforma LL" panose="020B0504020101020102" pitchFamily="34" charset="0"/>
                        <a:cs typeface="Arial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16981743"/>
                  </a:ext>
                </a:extLst>
              </a:tr>
              <a:tr h="723013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How does the team feel about the achievement of your dream?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200" b="0" i="0" dirty="0">
                        <a:latin typeface="Arial"/>
                        <a:ea typeface="Riforma LL" panose="020B0504020101020102" pitchFamily="34" charset="0"/>
                        <a:cs typeface="Arial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10728161"/>
                  </a:ext>
                </a:extLst>
              </a:tr>
              <a:tr h="615936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What is your own personal achievement?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l-PL" sz="16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89613438"/>
                  </a:ext>
                </a:extLst>
              </a:tr>
              <a:tr h="615936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Who is the person you have become along this journey?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100" b="0" i="0" dirty="0">
                        <a:latin typeface="Arial"/>
                        <a:ea typeface="Riforma LL" panose="020B0504020101020102" pitchFamily="34" charset="0"/>
                        <a:cs typeface="Arial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87236550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A3E82818-9104-0E86-EDB2-2CAA9CC0795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79357"/>
            <a:ext cx="9262573" cy="9190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21A467-A4BF-35F5-7902-065535BD65E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0311" y="195082"/>
            <a:ext cx="3869730" cy="355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103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4CF6476-D2C3-2348-BEC7-148925E380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6893574"/>
              </p:ext>
            </p:extLst>
          </p:nvPr>
        </p:nvGraphicFramePr>
        <p:xfrm>
          <a:off x="60962" y="590994"/>
          <a:ext cx="10009014" cy="68862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09014">
                  <a:extLst>
                    <a:ext uri="{9D8B030D-6E8A-4147-A177-3AD203B41FA5}">
                      <a16:colId xmlns:a16="http://schemas.microsoft.com/office/drawing/2014/main" val="3308902235"/>
                    </a:ext>
                  </a:extLst>
                </a:gridCol>
              </a:tblGrid>
              <a:tr h="376221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Describe your dream story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707021"/>
                  </a:ext>
                </a:extLst>
              </a:tr>
              <a:tr h="4531745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noProof="0" dirty="0">
                        <a:solidFill>
                          <a:srgbClr val="24242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749878"/>
                  </a:ext>
                </a:extLst>
              </a:tr>
              <a:tr h="384270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If you are to tell your dream story to a friend with 1 sentence, what would it be: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0048040"/>
                  </a:ext>
                </a:extLst>
              </a:tr>
              <a:tr h="1594015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0904300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43CED4C8-D101-EFF5-D6A1-4881CAAC8C1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79357"/>
            <a:ext cx="9262573" cy="9190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6EB51A-3803-BADB-7CE8-C501555EC4F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0311" y="195082"/>
            <a:ext cx="3869730" cy="355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837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4CF6476-D2C3-2348-BEC7-148925E380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192541"/>
              </p:ext>
            </p:extLst>
          </p:nvPr>
        </p:nvGraphicFramePr>
        <p:xfrm>
          <a:off x="256819" y="719276"/>
          <a:ext cx="9776012" cy="66318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88006">
                  <a:extLst>
                    <a:ext uri="{9D8B030D-6E8A-4147-A177-3AD203B41FA5}">
                      <a16:colId xmlns:a16="http://schemas.microsoft.com/office/drawing/2014/main" val="3308902235"/>
                    </a:ext>
                  </a:extLst>
                </a:gridCol>
                <a:gridCol w="4888006">
                  <a:extLst>
                    <a:ext uri="{9D8B030D-6E8A-4147-A177-3AD203B41FA5}">
                      <a16:colId xmlns:a16="http://schemas.microsoft.com/office/drawing/2014/main" val="3046643254"/>
                    </a:ext>
                  </a:extLst>
                </a:gridCol>
              </a:tblGrid>
              <a:tr h="434945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>
                          <a:solidFill>
                            <a:schemeClr val="bg1"/>
                          </a:solidFill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List 7-10 words that best describe your dream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>
                          <a:solidFill>
                            <a:schemeClr val="bg1"/>
                          </a:solidFill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The people that could be associated with your dream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707021"/>
                  </a:ext>
                </a:extLst>
              </a:tr>
              <a:tr h="2097482"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Arial"/>
                        <a:ea typeface="Riforma LL" panose="020B0504020101020102" pitchFamily="34" charset="77"/>
                        <a:cs typeface="Arial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749878"/>
                  </a:ext>
                </a:extLst>
              </a:tr>
              <a:tr h="452636">
                <a:tc gridSpan="2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>
                          <a:solidFill>
                            <a:schemeClr val="bg1"/>
                          </a:solidFill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Select 7-10 pictures that make your dream vivid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048040"/>
                  </a:ext>
                </a:extLst>
              </a:tr>
              <a:tr h="3646824">
                <a:tc gridSpan="2">
                  <a:txBody>
                    <a:bodyPr/>
                    <a:lstStyle/>
                    <a:p>
                      <a:pPr marL="285750" marR="0" lvl="0" indent="-28575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B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0904300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C022960C-4729-A534-948C-E924FD35EFA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52852"/>
            <a:ext cx="8840832" cy="87724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B171F56-627E-C7FC-DB65-634C364E36C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66046" y="242623"/>
            <a:ext cx="53428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900" b="0" i="0" u="none" strike="noStrike">
                <a:effectLst/>
                <a:latin typeface="Monument Grotesk Mono" panose="02010504030000020004" pitchFamily="2" charset="0"/>
              </a:rPr>
              <a:t>[MODULE:INDIVIDUAL AND COMPANY IDENTITY - SPRINT:DREAM]</a:t>
            </a:r>
            <a:endParaRPr lang="en-BG" sz="900">
              <a:latin typeface="Monument Grotesk Mono" panose="0201050403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0793006"/>
      </p:ext>
    </p:extLst>
  </p:cSld>
  <p:clrMapOvr>
    <a:masterClrMapping/>
  </p:clrMapOvr>
</p:sld>
</file>

<file path=ppt/theme/theme1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st Track PF Square Sans Pro">
      <a:majorFont>
        <a:latin typeface="PF Square Sans Pro Medium"/>
        <a:ea typeface=""/>
        <a:cs typeface=""/>
      </a:majorFont>
      <a:minorFont>
        <a:latin typeface="PF Squa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OLID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347</Words>
  <Application>Microsoft Office PowerPoint</Application>
  <PresentationFormat>Custom</PresentationFormat>
  <Paragraphs>26</Paragraphs>
  <Slides>4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4_Custom Design</vt:lpstr>
      <vt:lpstr>5_Custom Design</vt:lpstr>
      <vt:lpstr>SOLIDS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identity</dc:title>
  <dc:creator>Miroslav</dc:creator>
  <cp:lastModifiedBy>Nikol Nankova</cp:lastModifiedBy>
  <cp:revision>20</cp:revision>
  <cp:lastPrinted>2020-02-28T13:07:06Z</cp:lastPrinted>
  <dcterms:created xsi:type="dcterms:W3CDTF">2019-08-22T09:52:59Z</dcterms:created>
  <dcterms:modified xsi:type="dcterms:W3CDTF">2025-04-09T10:52:49Z</dcterms:modified>
</cp:coreProperties>
</file>