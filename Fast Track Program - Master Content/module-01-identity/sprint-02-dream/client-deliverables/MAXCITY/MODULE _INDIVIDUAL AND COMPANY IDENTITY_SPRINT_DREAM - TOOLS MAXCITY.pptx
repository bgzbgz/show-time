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8"/>
  </p:notesMasterIdLst>
  <p:handoutMasterIdLst>
    <p:handoutMasterId r:id="rId9"/>
  </p:handoutMasterIdLst>
  <p:sldIdLst>
    <p:sldId id="2465" r:id="rId4"/>
    <p:sldId id="2463" r:id="rId5"/>
    <p:sldId id="2423" r:id="rId6"/>
    <p:sldId id="2466" r:id="rId7"/>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684474-9724-A30D-FD90-F1E55A69BF9B}" v="1" dt="2024-11-21T19:54:46.5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2653"/>
  </p:normalViewPr>
  <p:slideViewPr>
    <p:cSldViewPr snapToGrid="0">
      <p:cViewPr varScale="1">
        <p:scale>
          <a:sx n="70" d="100"/>
          <a:sy n="70" d="100"/>
        </p:scale>
        <p:origin x="3048" y="1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ść" userId="S::urn:spo:anon#2c5b6171c7db574fdf4723c21d3f6fcc15ff42d337a845411e8b6bcd85d523c0::" providerId="AD" clId="Web-{9EA908D2-709F-8E68-D21E-C363241A1A59}"/>
    <pc:docChg chg="modSld">
      <pc:chgData name="Gość" userId="S::urn:spo:anon#2c5b6171c7db574fdf4723c21d3f6fcc15ff42d337a845411e8b6bcd85d523c0::" providerId="AD" clId="Web-{9EA908D2-709F-8E68-D21E-C363241A1A59}" dt="2024-10-20T08:18:04.446" v="5"/>
      <pc:docMkLst>
        <pc:docMk/>
      </pc:docMkLst>
      <pc:sldChg chg="modSp">
        <pc:chgData name="Gość" userId="S::urn:spo:anon#2c5b6171c7db574fdf4723c21d3f6fcc15ff42d337a845411e8b6bcd85d523c0::" providerId="AD" clId="Web-{9EA908D2-709F-8E68-D21E-C363241A1A59}" dt="2024-10-20T08:18:04.446" v="5"/>
        <pc:sldMkLst>
          <pc:docMk/>
          <pc:sldMk cId="2451837985" sldId="2423"/>
        </pc:sldMkLst>
        <pc:graphicFrameChg chg="mod modGraphic">
          <ac:chgData name="Gość" userId="S::urn:spo:anon#2c5b6171c7db574fdf4723c21d3f6fcc15ff42d337a845411e8b6bcd85d523c0::" providerId="AD" clId="Web-{9EA908D2-709F-8E68-D21E-C363241A1A59}" dt="2024-10-20T08:18:04.446" v="5"/>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5577CB4-C538-AD37-FCE4-4536A7DCDE6E}"/>
    <pc:docChg chg="modSld">
      <pc:chgData name="Gość" userId="S::urn:spo:anon#48652732098c129f023f8102675102656a20b40396a24ea505534f92b67ad4dd::" providerId="AD" clId="Web-{65577CB4-C538-AD37-FCE4-4536A7DCDE6E}" dt="2024-10-20T11:20:41.422" v="3121"/>
      <pc:docMkLst>
        <pc:docMk/>
      </pc:docMkLst>
      <pc:sldChg chg="modSp">
        <pc:chgData name="Gość" userId="S::urn:spo:anon#48652732098c129f023f8102675102656a20b40396a24ea505534f92b67ad4dd::" providerId="AD" clId="Web-{65577CB4-C538-AD37-FCE4-4536A7DCDE6E}" dt="2024-10-20T11:20:41.422" v="3121"/>
        <pc:sldMkLst>
          <pc:docMk/>
          <pc:sldMk cId="2451837985" sldId="2423"/>
        </pc:sldMkLst>
        <pc:graphicFrameChg chg="mod modGraphic">
          <ac:chgData name="Gość" userId="S::urn:spo:anon#48652732098c129f023f8102675102656a20b40396a24ea505534f92b67ad4dd::" providerId="AD" clId="Web-{65577CB4-C538-AD37-FCE4-4536A7DCDE6E}" dt="2024-10-20T11:20:41.422" v="3121"/>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5577CB4-C538-AD37-FCE4-4536A7DCDE6E}" dt="2024-10-20T11:06:51.545" v="3043"/>
        <pc:sldMkLst>
          <pc:docMk/>
          <pc:sldMk cId="1820793006" sldId="2466"/>
        </pc:sldMkLst>
        <pc:graphicFrameChg chg="mod modGraphic">
          <ac:chgData name="Gość" userId="S::urn:spo:anon#48652732098c129f023f8102675102656a20b40396a24ea505534f92b67ad4dd::" providerId="AD" clId="Web-{65577CB4-C538-AD37-FCE4-4536A7DCDE6E}" dt="2024-10-20T11:06:51.545" v="3043"/>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B4391A7C-8BD0-0F45-7BF2-24D2E77B7FC9}"/>
    <pc:docChg chg="modSld">
      <pc:chgData name="Gość" userId="S::urn:spo:anon#48652732098c129f023f8102675102656a20b40396a24ea505534f92b67ad4dd::" providerId="AD" clId="Web-{B4391A7C-8BD0-0F45-7BF2-24D2E77B7FC9}" dt="2024-10-19T10:06:27.922" v="161"/>
      <pc:docMkLst>
        <pc:docMk/>
      </pc:docMkLst>
      <pc:sldChg chg="modSp">
        <pc:chgData name="Gość" userId="S::urn:spo:anon#48652732098c129f023f8102675102656a20b40396a24ea505534f92b67ad4dd::" providerId="AD" clId="Web-{B4391A7C-8BD0-0F45-7BF2-24D2E77B7FC9}" dt="2024-10-19T10:02:18.538" v="151"/>
        <pc:sldMkLst>
          <pc:docMk/>
          <pc:sldMk cId="2451837985" sldId="2423"/>
        </pc:sldMkLst>
        <pc:graphicFrameChg chg="mod modGraphic">
          <ac:chgData name="Gość" userId="S::urn:spo:anon#48652732098c129f023f8102675102656a20b40396a24ea505534f92b67ad4dd::" providerId="AD" clId="Web-{B4391A7C-8BD0-0F45-7BF2-24D2E77B7FC9}" dt="2024-10-19T10:02:18.538" v="151"/>
          <ac:graphicFrameMkLst>
            <pc:docMk/>
            <pc:sldMk cId="2451837985" sldId="2423"/>
            <ac:graphicFrameMk id="12" creationId="{74CF6476-D2C3-2348-BEC7-148925E380DF}"/>
          </ac:graphicFrameMkLst>
        </pc:graphicFrameChg>
      </pc:sldChg>
      <pc:sldChg chg="addSp delSp modSp">
        <pc:chgData name="Gość" userId="S::urn:spo:anon#48652732098c129f023f8102675102656a20b40396a24ea505534f92b67ad4dd::" providerId="AD" clId="Web-{B4391A7C-8BD0-0F45-7BF2-24D2E77B7FC9}" dt="2024-10-19T10:06:27.922" v="161"/>
        <pc:sldMkLst>
          <pc:docMk/>
          <pc:sldMk cId="1820793006" sldId="2466"/>
        </pc:sldMkLst>
        <pc:spChg chg="add del mod">
          <ac:chgData name="Gość" userId="S::urn:spo:anon#48652732098c129f023f8102675102656a20b40396a24ea505534f92b67ad4dd::" providerId="AD" clId="Web-{B4391A7C-8BD0-0F45-7BF2-24D2E77B7FC9}" dt="2024-10-19T10:04:00.557" v="157"/>
          <ac:spMkLst>
            <pc:docMk/>
            <pc:sldMk cId="1820793006" sldId="2466"/>
            <ac:spMk id="4" creationId="{7C307515-0EDA-8800-31F7-BC042638A1BB}"/>
          </ac:spMkLst>
        </pc:spChg>
        <pc:spChg chg="add del mod">
          <ac:chgData name="Gość" userId="S::urn:spo:anon#48652732098c129f023f8102675102656a20b40396a24ea505534f92b67ad4dd::" providerId="AD" clId="Web-{B4391A7C-8BD0-0F45-7BF2-24D2E77B7FC9}" dt="2024-10-19T10:03:56.713" v="156"/>
          <ac:spMkLst>
            <pc:docMk/>
            <pc:sldMk cId="1820793006" sldId="2466"/>
            <ac:spMk id="5" creationId="{361A4FF2-9D23-6753-1FC7-53827C7544E4}"/>
          </ac:spMkLst>
        </pc:spChg>
        <pc:picChg chg="add del mod">
          <ac:chgData name="Gość" userId="S::urn:spo:anon#48652732098c129f023f8102675102656a20b40396a24ea505534f92b67ad4dd::" providerId="AD" clId="Web-{B4391A7C-8BD0-0F45-7BF2-24D2E77B7FC9}" dt="2024-10-19T10:06:27.922" v="161"/>
          <ac:picMkLst>
            <pc:docMk/>
            <pc:sldMk cId="1820793006" sldId="2466"/>
            <ac:picMk id="6" creationId="{19BD3D90-E597-AC72-FC41-B8AE4BD19F5B}"/>
          </ac:picMkLst>
        </pc:picChg>
        <pc:picChg chg="add del mod">
          <ac:chgData name="Gość" userId="S::urn:spo:anon#48652732098c129f023f8102675102656a20b40396a24ea505534f92b67ad4dd::" providerId="AD" clId="Web-{B4391A7C-8BD0-0F45-7BF2-24D2E77B7FC9}" dt="2024-10-19T10:06:25.235" v="160"/>
          <ac:picMkLst>
            <pc:docMk/>
            <pc:sldMk cId="1820793006" sldId="2466"/>
            <ac:picMk id="7" creationId="{DEC7BCF5-C970-0841-DF7A-A9665EF8065A}"/>
          </ac:picMkLst>
        </pc:picChg>
      </pc:sldChg>
    </pc:docChg>
  </pc:docChgLst>
  <pc:docChgLst>
    <pc:chgData name="Gość" userId="S::urn:spo:anon#48652732098c129f023f8102675102656a20b40396a24ea505534f92b67ad4dd::" providerId="AD" clId="Web-{B2DEF801-D185-513C-5925-DC9FA258F6B9}"/>
    <pc:docChg chg="modSld">
      <pc:chgData name="Gość" userId="S::urn:spo:anon#48652732098c129f023f8102675102656a20b40396a24ea505534f92b67ad4dd::" providerId="AD" clId="Web-{B2DEF801-D185-513C-5925-DC9FA258F6B9}" dt="2024-10-17T08:32:19.465" v="15"/>
      <pc:docMkLst>
        <pc:docMk/>
      </pc:docMkLst>
      <pc:sldChg chg="modSp">
        <pc:chgData name="Gość" userId="S::urn:spo:anon#48652732098c129f023f8102675102656a20b40396a24ea505534f92b67ad4dd::" providerId="AD" clId="Web-{B2DEF801-D185-513C-5925-DC9FA258F6B9}" dt="2024-10-17T08:32:19.465" v="15"/>
        <pc:sldMkLst>
          <pc:docMk/>
          <pc:sldMk cId="1820793006" sldId="2466"/>
        </pc:sldMkLst>
        <pc:graphicFrameChg chg="mod modGraphic">
          <ac:chgData name="Gość" userId="S::urn:spo:anon#48652732098c129f023f8102675102656a20b40396a24ea505534f92b67ad4dd::" providerId="AD" clId="Web-{B2DEF801-D185-513C-5925-DC9FA258F6B9}" dt="2024-10-17T08:32:19.465" v="1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F827C23D-7689-BD05-FAF5-34CE2F6D6362}"/>
    <pc:docChg chg="modSld">
      <pc:chgData name="Gość" userId="S::urn:spo:anon#48652732098c129f023f8102675102656a20b40396a24ea505534f92b67ad4dd::" providerId="AD" clId="Web-{F827C23D-7689-BD05-FAF5-34CE2F6D6362}" dt="2024-10-20T11:52:25.847" v="55"/>
      <pc:docMkLst>
        <pc:docMk/>
      </pc:docMkLst>
      <pc:sldChg chg="modSp">
        <pc:chgData name="Gość" userId="S::urn:spo:anon#48652732098c129f023f8102675102656a20b40396a24ea505534f92b67ad4dd::" providerId="AD" clId="Web-{F827C23D-7689-BD05-FAF5-34CE2F6D6362}" dt="2024-10-20T11:52:25.847" v="55"/>
        <pc:sldMkLst>
          <pc:docMk/>
          <pc:sldMk cId="2451837985" sldId="2423"/>
        </pc:sldMkLst>
        <pc:graphicFrameChg chg="mod modGraphic">
          <ac:chgData name="Gość" userId="S::urn:spo:anon#48652732098c129f023f8102675102656a20b40396a24ea505534f92b67ad4dd::" providerId="AD" clId="Web-{F827C23D-7689-BD05-FAF5-34CE2F6D6362}" dt="2024-10-20T11:52:25.847" v="55"/>
          <ac:graphicFrameMkLst>
            <pc:docMk/>
            <pc:sldMk cId="2451837985" sldId="2423"/>
            <ac:graphicFrameMk id="12" creationId="{74CF6476-D2C3-2348-BEC7-148925E380DF}"/>
          </ac:graphicFrameMkLst>
        </pc:graphicFrameChg>
      </pc:sldChg>
    </pc:docChg>
  </pc:docChgLst>
  <pc:docChgLst>
    <pc:chgData name="Gość" userId="S::urn:spo:anon#012f7925bfe39c15b70d12d6afb658ca714dd210a097a6249bb25f1272505b1a::" providerId="AD" clId="Web-{48C0BC53-9034-876A-62BC-76BF6104DD3B}"/>
    <pc:docChg chg="modSld">
      <pc:chgData name="Gość" userId="S::urn:spo:anon#012f7925bfe39c15b70d12d6afb658ca714dd210a097a6249bb25f1272505b1a::" providerId="AD" clId="Web-{48C0BC53-9034-876A-62BC-76BF6104DD3B}" dt="2024-10-14T10:05:13.007" v="17"/>
      <pc:docMkLst>
        <pc:docMk/>
      </pc:docMkLst>
      <pc:sldChg chg="modSp">
        <pc:chgData name="Gość" userId="S::urn:spo:anon#012f7925bfe39c15b70d12d6afb658ca714dd210a097a6249bb25f1272505b1a::" providerId="AD" clId="Web-{48C0BC53-9034-876A-62BC-76BF6104DD3B}" dt="2024-10-14T10:05:13.007" v="17"/>
        <pc:sldMkLst>
          <pc:docMk/>
          <pc:sldMk cId="2451837985" sldId="2423"/>
        </pc:sldMkLst>
        <pc:graphicFrameChg chg="mod modGraphic">
          <ac:chgData name="Gość" userId="S::urn:spo:anon#012f7925bfe39c15b70d12d6afb658ca714dd210a097a6249bb25f1272505b1a::" providerId="AD" clId="Web-{48C0BC53-9034-876A-62BC-76BF6104DD3B}" dt="2024-10-14T10:05:13.007" v="1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26280259-1504-EFBB-6DCD-1C68DAFC20C1}"/>
    <pc:docChg chg="modSld">
      <pc:chgData name="Gość" userId="S::urn:spo:anon#48652732098c129f023f8102675102656a20b40396a24ea505534f92b67ad4dd::" providerId="AD" clId="Web-{26280259-1504-EFBB-6DCD-1C68DAFC20C1}" dt="2024-10-14T07:45:31.171" v="1"/>
      <pc:docMkLst>
        <pc:docMk/>
      </pc:docMkLst>
      <pc:sldChg chg="modSp">
        <pc:chgData name="Gość" userId="S::urn:spo:anon#48652732098c129f023f8102675102656a20b40396a24ea505534f92b67ad4dd::" providerId="AD" clId="Web-{26280259-1504-EFBB-6DCD-1C68DAFC20C1}" dt="2024-10-14T07:45:31.171" v="1"/>
        <pc:sldMkLst>
          <pc:docMk/>
          <pc:sldMk cId="3110103477" sldId="2463"/>
        </pc:sldMkLst>
        <pc:graphicFrameChg chg="modGraphic">
          <ac:chgData name="Gość" userId="S::urn:spo:anon#48652732098c129f023f8102675102656a20b40396a24ea505534f92b67ad4dd::" providerId="AD" clId="Web-{26280259-1504-EFBB-6DCD-1C68DAFC20C1}" dt="2024-10-14T07:45:31.171" v="1"/>
          <ac:graphicFrameMkLst>
            <pc:docMk/>
            <pc:sldMk cId="3110103477" sldId="2463"/>
            <ac:graphicFrameMk id="12" creationId="{74CF6476-D2C3-2348-BEC7-148925E380DF}"/>
          </ac:graphicFrameMkLst>
        </pc:graphicFrameChg>
      </pc:sldChg>
    </pc:docChg>
  </pc:docChgLst>
  <pc:docChgLst>
    <pc:chgData name="Ana-Maria Nankova" userId="S::ana-maria@fasttrack-europe.com::a218cca0-34b6-447c-a499-8829ab6c4acb" providerId="AD" clId="Web-{FBFF63A3-B20A-359A-DA07-EA9144AAA09B}"/>
    <pc:docChg chg="modSld">
      <pc:chgData name="Ana-Maria Nankova" userId="S::ana-maria@fasttrack-europe.com::a218cca0-34b6-447c-a499-8829ab6c4acb" providerId="AD" clId="Web-{FBFF63A3-B20A-359A-DA07-EA9144AAA09B}" dt="2024-10-23T12:35:17.462" v="21"/>
      <pc:docMkLst>
        <pc:docMk/>
      </pc:docMkLst>
      <pc:sldChg chg="modSp">
        <pc:chgData name="Ana-Maria Nankova" userId="S::ana-maria@fasttrack-europe.com::a218cca0-34b6-447c-a499-8829ab6c4acb" providerId="AD" clId="Web-{FBFF63A3-B20A-359A-DA07-EA9144AAA09B}" dt="2024-10-23T12:35:17.462" v="21"/>
        <pc:sldMkLst>
          <pc:docMk/>
          <pc:sldMk cId="2451837985" sldId="2423"/>
        </pc:sldMkLst>
        <pc:graphicFrameChg chg="mod modGraphic">
          <ac:chgData name="Ana-Maria Nankova" userId="S::ana-maria@fasttrack-europe.com::a218cca0-34b6-447c-a499-8829ab6c4acb" providerId="AD" clId="Web-{FBFF63A3-B20A-359A-DA07-EA9144AAA09B}" dt="2024-10-23T12:35:17.462" v="21"/>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E2AB3C64-DE71-8C07-EE4C-75B97571FDCE}"/>
    <pc:docChg chg="modSld">
      <pc:chgData name="Gość" userId="S::urn:spo:anon#48652732098c129f023f8102675102656a20b40396a24ea505534f92b67ad4dd::" providerId="AD" clId="Web-{E2AB3C64-DE71-8C07-EE4C-75B97571FDCE}" dt="2024-10-17T09:27:27.152" v="6542"/>
      <pc:docMkLst>
        <pc:docMk/>
      </pc:docMkLst>
      <pc:sldChg chg="modSp">
        <pc:chgData name="Gość" userId="S::urn:spo:anon#48652732098c129f023f8102675102656a20b40396a24ea505534f92b67ad4dd::" providerId="AD" clId="Web-{E2AB3C64-DE71-8C07-EE4C-75B97571FDCE}" dt="2024-10-17T08:37:04.482" v="3210"/>
        <pc:sldMkLst>
          <pc:docMk/>
          <pc:sldMk cId="1877047662" sldId="2420"/>
        </pc:sldMkLst>
        <pc:graphicFrameChg chg="mod modGraphic">
          <ac:chgData name="Gość" userId="S::urn:spo:anon#48652732098c129f023f8102675102656a20b40396a24ea505534f92b67ad4dd::" providerId="AD" clId="Web-{E2AB3C64-DE71-8C07-EE4C-75B97571FDCE}" dt="2024-10-17T08:37:04.482" v="3210"/>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E2AB3C64-DE71-8C07-EE4C-75B97571FDCE}" dt="2024-10-17T09:24:37.271" v="6456"/>
        <pc:sldMkLst>
          <pc:docMk/>
          <pc:sldMk cId="2451837985" sldId="2423"/>
        </pc:sldMkLst>
        <pc:graphicFrameChg chg="mod modGraphic">
          <ac:chgData name="Gość" userId="S::urn:spo:anon#48652732098c129f023f8102675102656a20b40396a24ea505534f92b67ad4dd::" providerId="AD" clId="Web-{E2AB3C64-DE71-8C07-EE4C-75B97571FDCE}" dt="2024-10-17T09:24:37.271" v="6456"/>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E2AB3C64-DE71-8C07-EE4C-75B97571FDCE}" dt="2024-10-17T09:00:00.537" v="5134"/>
        <pc:sldMkLst>
          <pc:docMk/>
          <pc:sldMk cId="3110103477" sldId="2463"/>
        </pc:sldMkLst>
        <pc:graphicFrameChg chg="mod modGraphic">
          <ac:chgData name="Gość" userId="S::urn:spo:anon#48652732098c129f023f8102675102656a20b40396a24ea505534f92b67ad4dd::" providerId="AD" clId="Web-{E2AB3C64-DE71-8C07-EE4C-75B97571FDCE}" dt="2024-10-17T09:00:00.537" v="5134"/>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E2AB3C64-DE71-8C07-EE4C-75B97571FDCE}" dt="2024-10-17T08:38:38.644" v="3330"/>
        <pc:sldMkLst>
          <pc:docMk/>
          <pc:sldMk cId="4070156159" sldId="2465"/>
        </pc:sldMkLst>
        <pc:graphicFrameChg chg="mod modGraphic">
          <ac:chgData name="Gość" userId="S::urn:spo:anon#48652732098c129f023f8102675102656a20b40396a24ea505534f92b67ad4dd::" providerId="AD" clId="Web-{E2AB3C64-DE71-8C07-EE4C-75B97571FDCE}" dt="2024-10-17T08:38:38.644" v="3330"/>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E2AB3C64-DE71-8C07-EE4C-75B97571FDCE}" dt="2024-10-17T09:27:27.152" v="6542"/>
        <pc:sldMkLst>
          <pc:docMk/>
          <pc:sldMk cId="1820793006" sldId="2466"/>
        </pc:sldMkLst>
        <pc:graphicFrameChg chg="mod modGraphic">
          <ac:chgData name="Gość" userId="S::urn:spo:anon#48652732098c129f023f8102675102656a20b40396a24ea505534f92b67ad4dd::" providerId="AD" clId="Web-{E2AB3C64-DE71-8C07-EE4C-75B97571FDCE}" dt="2024-10-17T09:27:27.152" v="654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233D6511-9B9D-D0B8-92ED-8C4FDA334F21}"/>
    <pc:docChg chg="modSld">
      <pc:chgData name="Gość" userId="S::urn:spo:anon#48652732098c129f023f8102675102656a20b40396a24ea505534f92b67ad4dd::" providerId="AD" clId="Web-{233D6511-9B9D-D0B8-92ED-8C4FDA334F21}" dt="2024-10-18T12:55:44.248" v="19"/>
      <pc:docMkLst>
        <pc:docMk/>
      </pc:docMkLst>
      <pc:sldChg chg="modSp">
        <pc:chgData name="Gość" userId="S::urn:spo:anon#48652732098c129f023f8102675102656a20b40396a24ea505534f92b67ad4dd::" providerId="AD" clId="Web-{233D6511-9B9D-D0B8-92ED-8C4FDA334F21}" dt="2024-10-18T12:55:44.248" v="19"/>
        <pc:sldMkLst>
          <pc:docMk/>
          <pc:sldMk cId="2451837985" sldId="2423"/>
        </pc:sldMkLst>
        <pc:graphicFrameChg chg="mod modGraphic">
          <ac:chgData name="Gość" userId="S::urn:spo:anon#48652732098c129f023f8102675102656a20b40396a24ea505534f92b67ad4dd::" providerId="AD" clId="Web-{233D6511-9B9D-D0B8-92ED-8C4FDA334F21}" dt="2024-10-18T12:55:44.248" v="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20A08A5-AB32-CBFB-85AC-1CA5549730EE}"/>
    <pc:docChg chg="addSld delSld modSld">
      <pc:chgData name="Gość" userId="S::urn:spo:anon#48652732098c129f023f8102675102656a20b40396a24ea505534f92b67ad4dd::" providerId="AD" clId="Web-{620A08A5-AB32-CBFB-85AC-1CA5549730EE}" dt="2024-10-18T12:52:26.441" v="366"/>
      <pc:docMkLst>
        <pc:docMk/>
      </pc:docMkLst>
      <pc:sldChg chg="modSp">
        <pc:chgData name="Gość" userId="S::urn:spo:anon#48652732098c129f023f8102675102656a20b40396a24ea505534f92b67ad4dd::" providerId="AD" clId="Web-{620A08A5-AB32-CBFB-85AC-1CA5549730EE}" dt="2024-10-18T12:42:47.931" v="353"/>
        <pc:sldMkLst>
          <pc:docMk/>
          <pc:sldMk cId="2451837985" sldId="2423"/>
        </pc:sldMkLst>
        <pc:graphicFrameChg chg="mod modGraphic">
          <ac:chgData name="Gość" userId="S::urn:spo:anon#48652732098c129f023f8102675102656a20b40396a24ea505534f92b67ad4dd::" providerId="AD" clId="Web-{620A08A5-AB32-CBFB-85AC-1CA5549730EE}" dt="2024-10-18T12:42:47.931" v="353"/>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20A08A5-AB32-CBFB-85AC-1CA5549730EE}" dt="2024-10-18T12:30:00.933" v="335"/>
        <pc:sldMkLst>
          <pc:docMk/>
          <pc:sldMk cId="4070156159" sldId="2465"/>
        </pc:sldMkLst>
        <pc:graphicFrameChg chg="mod modGraphic">
          <ac:chgData name="Gość" userId="S::urn:spo:anon#48652732098c129f023f8102675102656a20b40396a24ea505534f92b67ad4dd::" providerId="AD" clId="Web-{620A08A5-AB32-CBFB-85AC-1CA5549730EE}" dt="2024-10-18T12:30:00.933" v="335"/>
          <ac:graphicFrameMkLst>
            <pc:docMk/>
            <pc:sldMk cId="4070156159" sldId="2465"/>
            <ac:graphicFrameMk id="18" creationId="{1F74CD5A-9F80-0549-8844-6BFF5ADE70C7}"/>
          </ac:graphicFrameMkLst>
        </pc:graphicFrameChg>
      </pc:sldChg>
      <pc:sldChg chg="addSp delSp modSp">
        <pc:chgData name="Gość" userId="S::urn:spo:anon#48652732098c129f023f8102675102656a20b40396a24ea505534f92b67ad4dd::" providerId="AD" clId="Web-{620A08A5-AB32-CBFB-85AC-1CA5549730EE}" dt="2024-10-18T12:52:22.925" v="365"/>
        <pc:sldMkLst>
          <pc:docMk/>
          <pc:sldMk cId="1820793006" sldId="2466"/>
        </pc:sldMkLst>
        <pc:graphicFrameChg chg="mod modGraphic">
          <ac:chgData name="Gość" userId="S::urn:spo:anon#48652732098c129f023f8102675102656a20b40396a24ea505534f92b67ad4dd::" providerId="AD" clId="Web-{620A08A5-AB32-CBFB-85AC-1CA5549730EE}" dt="2024-10-18T12:51:54.612" v="363"/>
          <ac:graphicFrameMkLst>
            <pc:docMk/>
            <pc:sldMk cId="1820793006" sldId="2466"/>
            <ac:graphicFrameMk id="12" creationId="{74CF6476-D2C3-2348-BEC7-148925E380DF}"/>
          </ac:graphicFrameMkLst>
        </pc:graphicFrameChg>
        <pc:picChg chg="add del mod">
          <ac:chgData name="Gość" userId="S::urn:spo:anon#48652732098c129f023f8102675102656a20b40396a24ea505534f92b67ad4dd::" providerId="AD" clId="Web-{620A08A5-AB32-CBFB-85AC-1CA5549730EE}" dt="2024-10-18T12:52:22.925" v="365"/>
          <ac:picMkLst>
            <pc:docMk/>
            <pc:sldMk cId="1820793006" sldId="2466"/>
            <ac:picMk id="4" creationId="{4F10198E-FD3F-67EF-C8AB-1BFA25303112}"/>
          </ac:picMkLst>
        </pc:picChg>
      </pc:sldChg>
      <pc:sldChg chg="addSp delSp modSp new del">
        <pc:chgData name="Gość" userId="S::urn:spo:anon#48652732098c129f023f8102675102656a20b40396a24ea505534f92b67ad4dd::" providerId="AD" clId="Web-{620A08A5-AB32-CBFB-85AC-1CA5549730EE}" dt="2024-10-18T12:52:26.441" v="366"/>
        <pc:sldMkLst>
          <pc:docMk/>
          <pc:sldMk cId="361989928" sldId="2467"/>
        </pc:sldMkLst>
        <pc:picChg chg="add del mod">
          <ac:chgData name="Gość" userId="S::urn:spo:anon#48652732098c129f023f8102675102656a20b40396a24ea505534f92b67ad4dd::" providerId="AD" clId="Web-{620A08A5-AB32-CBFB-85AC-1CA5549730EE}" dt="2024-10-18T12:51:07.143" v="359"/>
          <ac:picMkLst>
            <pc:docMk/>
            <pc:sldMk cId="361989928" sldId="2467"/>
            <ac:picMk id="8" creationId="{0F36D66C-A4C7-6EF4-6DAD-25FFF4D27751}"/>
          </ac:picMkLst>
        </pc:picChg>
      </pc:sldChg>
      <pc:sldChg chg="add del replId">
        <pc:chgData name="Gość" userId="S::urn:spo:anon#48652732098c129f023f8102675102656a20b40396a24ea505534f92b67ad4dd::" providerId="AD" clId="Web-{620A08A5-AB32-CBFB-85AC-1CA5549730EE}" dt="2024-10-18T12:48:13.561" v="355"/>
        <pc:sldMkLst>
          <pc:docMk/>
          <pc:sldMk cId="411644085" sldId="2467"/>
        </pc:sldMkLst>
      </pc:sldChg>
    </pc:docChg>
  </pc:docChgLst>
  <pc:docChgLst>
    <pc:chgData name="Gość" userId="S::urn:spo:anon#48652732098c129f023f8102675102656a20b40396a24ea505534f92b67ad4dd::" providerId="AD" clId="Web-{BEA125D0-1AA6-A7AD-EBE1-34644282BE49}"/>
    <pc:docChg chg="modSld">
      <pc:chgData name="Gość" userId="S::urn:spo:anon#48652732098c129f023f8102675102656a20b40396a24ea505534f92b67ad4dd::" providerId="AD" clId="Web-{BEA125D0-1AA6-A7AD-EBE1-34644282BE49}" dt="2024-10-18T16:39:22.537" v="19"/>
      <pc:docMkLst>
        <pc:docMk/>
      </pc:docMkLst>
      <pc:sldChg chg="modSp">
        <pc:chgData name="Gość" userId="S::urn:spo:anon#48652732098c129f023f8102675102656a20b40396a24ea505534f92b67ad4dd::" providerId="AD" clId="Web-{BEA125D0-1AA6-A7AD-EBE1-34644282BE49}" dt="2024-10-18T16:39:22.537" v="19"/>
        <pc:sldMkLst>
          <pc:docMk/>
          <pc:sldMk cId="2451837985" sldId="2423"/>
        </pc:sldMkLst>
        <pc:graphicFrameChg chg="mod modGraphic">
          <ac:chgData name="Gość" userId="S::urn:spo:anon#48652732098c129f023f8102675102656a20b40396a24ea505534f92b67ad4dd::" providerId="AD" clId="Web-{BEA125D0-1AA6-A7AD-EBE1-34644282BE49}" dt="2024-10-18T16:39:22.537" v="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1195CA78-1EEA-12FE-7BF0-739A38A09E1E}"/>
    <pc:docChg chg="modSld">
      <pc:chgData name="Gość" userId="S::urn:spo:anon#48652732098c129f023f8102675102656a20b40396a24ea505534f92b67ad4dd::" providerId="AD" clId="Web-{1195CA78-1EEA-12FE-7BF0-739A38A09E1E}" dt="2024-10-20T17:34:15.315" v="53"/>
      <pc:docMkLst>
        <pc:docMk/>
      </pc:docMkLst>
      <pc:sldChg chg="modSp">
        <pc:chgData name="Gość" userId="S::urn:spo:anon#48652732098c129f023f8102675102656a20b40396a24ea505534f92b67ad4dd::" providerId="AD" clId="Web-{1195CA78-1EEA-12FE-7BF0-739A38A09E1E}" dt="2024-10-20T17:34:15.315" v="53"/>
        <pc:sldMkLst>
          <pc:docMk/>
          <pc:sldMk cId="2451837985" sldId="2423"/>
        </pc:sldMkLst>
        <pc:graphicFrameChg chg="mod modGraphic">
          <ac:chgData name="Gość" userId="S::urn:spo:anon#48652732098c129f023f8102675102656a20b40396a24ea505534f92b67ad4dd::" providerId="AD" clId="Web-{1195CA78-1EEA-12FE-7BF0-739A38A09E1E}" dt="2024-10-20T17:34:15.315" v="53"/>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98D1B4CE-2E86-2C71-BED3-C46A8DA01D2A}"/>
    <pc:docChg chg="modSld">
      <pc:chgData name="Gość" userId="S::urn:spo:anon#48652732098c129f023f8102675102656a20b40396a24ea505534f92b67ad4dd::" providerId="AD" clId="Web-{98D1B4CE-2E86-2C71-BED3-C46A8DA01D2A}" dt="2024-10-17T09:28:08.913" v="15"/>
      <pc:docMkLst>
        <pc:docMk/>
      </pc:docMkLst>
      <pc:sldChg chg="modSp">
        <pc:chgData name="Gość" userId="S::urn:spo:anon#48652732098c129f023f8102675102656a20b40396a24ea505534f92b67ad4dd::" providerId="AD" clId="Web-{98D1B4CE-2E86-2C71-BED3-C46A8DA01D2A}" dt="2024-10-17T09:28:08.913" v="15"/>
        <pc:sldMkLst>
          <pc:docMk/>
          <pc:sldMk cId="1820793006" sldId="2466"/>
        </pc:sldMkLst>
        <pc:graphicFrameChg chg="mod modGraphic">
          <ac:chgData name="Gość" userId="S::urn:spo:anon#48652732098c129f023f8102675102656a20b40396a24ea505534f92b67ad4dd::" providerId="AD" clId="Web-{98D1B4CE-2E86-2C71-BED3-C46A8DA01D2A}" dt="2024-10-17T09:28:08.913" v="1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F9326122-67C4-2B19-DCEB-69918924893D}"/>
    <pc:docChg chg="modSld">
      <pc:chgData name="Gość" userId="S::urn:spo:anon#48652732098c129f023f8102675102656a20b40396a24ea505534f92b67ad4dd::" providerId="AD" clId="Web-{F9326122-67C4-2B19-DCEB-69918924893D}" dt="2024-10-14T08:50:35.228" v="3658"/>
      <pc:docMkLst>
        <pc:docMk/>
      </pc:docMkLst>
      <pc:sldChg chg="modSp">
        <pc:chgData name="Gość" userId="S::urn:spo:anon#48652732098c129f023f8102675102656a20b40396a24ea505534f92b67ad4dd::" providerId="AD" clId="Web-{F9326122-67C4-2B19-DCEB-69918924893D}" dt="2024-10-14T08:38:36.770" v="1920"/>
        <pc:sldMkLst>
          <pc:docMk/>
          <pc:sldMk cId="1877047662" sldId="2420"/>
        </pc:sldMkLst>
        <pc:graphicFrameChg chg="mod modGraphic">
          <ac:chgData name="Gość" userId="S::urn:spo:anon#48652732098c129f023f8102675102656a20b40396a24ea505534f92b67ad4dd::" providerId="AD" clId="Web-{F9326122-67C4-2B19-DCEB-69918924893D}" dt="2024-10-14T08:38:36.770" v="1920"/>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F9326122-67C4-2B19-DCEB-69918924893D}" dt="2024-10-14T08:50:35.228" v="3658"/>
        <pc:sldMkLst>
          <pc:docMk/>
          <pc:sldMk cId="2451837985" sldId="2423"/>
        </pc:sldMkLst>
        <pc:graphicFrameChg chg="mod modGraphic">
          <ac:chgData name="Gość" userId="S::urn:spo:anon#48652732098c129f023f8102675102656a20b40396a24ea505534f92b67ad4dd::" providerId="AD" clId="Web-{F9326122-67C4-2B19-DCEB-69918924893D}" dt="2024-10-14T08:50:35.228" v="3658"/>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F9326122-67C4-2B19-DCEB-69918924893D}" dt="2024-10-14T08:43:44.263" v="2868"/>
        <pc:sldMkLst>
          <pc:docMk/>
          <pc:sldMk cId="3110103477" sldId="2463"/>
        </pc:sldMkLst>
        <pc:graphicFrameChg chg="mod modGraphic">
          <ac:chgData name="Gość" userId="S::urn:spo:anon#48652732098c129f023f8102675102656a20b40396a24ea505534f92b67ad4dd::" providerId="AD" clId="Web-{F9326122-67C4-2B19-DCEB-69918924893D}" dt="2024-10-14T08:43:44.263" v="2868"/>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F9326122-67C4-2B19-DCEB-69918924893D}" dt="2024-10-14T08:31:24.882" v="1479"/>
        <pc:sldMkLst>
          <pc:docMk/>
          <pc:sldMk cId="4070156159" sldId="2465"/>
        </pc:sldMkLst>
        <pc:graphicFrameChg chg="mod modGraphic">
          <ac:chgData name="Gość" userId="S::urn:spo:anon#48652732098c129f023f8102675102656a20b40396a24ea505534f92b67ad4dd::" providerId="AD" clId="Web-{F9326122-67C4-2B19-DCEB-69918924893D}" dt="2024-10-14T08:31:24.882" v="1479"/>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F9326122-67C4-2B19-DCEB-69918924893D}" dt="2024-10-14T08:50:17.321" v="3642"/>
        <pc:sldMkLst>
          <pc:docMk/>
          <pc:sldMk cId="1820793006" sldId="2466"/>
        </pc:sldMkLst>
        <pc:graphicFrameChg chg="mod modGraphic">
          <ac:chgData name="Gość" userId="S::urn:spo:anon#48652732098c129f023f8102675102656a20b40396a24ea505534f92b67ad4dd::" providerId="AD" clId="Web-{F9326122-67C4-2B19-DCEB-69918924893D}" dt="2024-10-14T08:50:17.321" v="364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8460719D-9556-EE7B-C4B6-C21F23FD8CCB}"/>
    <pc:docChg chg="modSld">
      <pc:chgData name="Gość" userId="S::urn:spo:anon#48652732098c129f023f8102675102656a20b40396a24ea505534f92b67ad4dd::" providerId="AD" clId="Web-{8460719D-9556-EE7B-C4B6-C21F23FD8CCB}" dt="2024-10-20T09:23:47.396" v="257"/>
      <pc:docMkLst>
        <pc:docMk/>
      </pc:docMkLst>
      <pc:sldChg chg="modSp">
        <pc:chgData name="Gość" userId="S::urn:spo:anon#48652732098c129f023f8102675102656a20b40396a24ea505534f92b67ad4dd::" providerId="AD" clId="Web-{8460719D-9556-EE7B-C4B6-C21F23FD8CCB}" dt="2024-10-20T09:23:47.396" v="257"/>
        <pc:sldMkLst>
          <pc:docMk/>
          <pc:sldMk cId="2451837985" sldId="2423"/>
        </pc:sldMkLst>
        <pc:graphicFrameChg chg="mod modGraphic">
          <ac:chgData name="Gość" userId="S::urn:spo:anon#48652732098c129f023f8102675102656a20b40396a24ea505534f92b67ad4dd::" providerId="AD" clId="Web-{8460719D-9556-EE7B-C4B6-C21F23FD8CCB}" dt="2024-10-20T09:23:47.396" v="25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06C6517A-9868-C28D-615A-EB0C16461AFD}"/>
    <pc:docChg chg="modSld">
      <pc:chgData name="Gość" userId="S::urn:spo:anon#48652732098c129f023f8102675102656a20b40396a24ea505534f92b67ad4dd::" providerId="AD" clId="Web-{06C6517A-9868-C28D-615A-EB0C16461AFD}" dt="2024-10-14T09:10:53.603" v="48"/>
      <pc:docMkLst>
        <pc:docMk/>
      </pc:docMkLst>
      <pc:sldChg chg="modSp">
        <pc:chgData name="Gość" userId="S::urn:spo:anon#48652732098c129f023f8102675102656a20b40396a24ea505534f92b67ad4dd::" providerId="AD" clId="Web-{06C6517A-9868-C28D-615A-EB0C16461AFD}" dt="2024-10-14T09:10:04.304" v="17"/>
        <pc:sldMkLst>
          <pc:docMk/>
          <pc:sldMk cId="1877047662" sldId="2420"/>
        </pc:sldMkLst>
        <pc:graphicFrameChg chg="mod modGraphic">
          <ac:chgData name="Gość" userId="S::urn:spo:anon#48652732098c129f023f8102675102656a20b40396a24ea505534f92b67ad4dd::" providerId="AD" clId="Web-{06C6517A-9868-C28D-615A-EB0C16461AFD}" dt="2024-10-14T09:10:04.304" v="17"/>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06C6517A-9868-C28D-615A-EB0C16461AFD}" dt="2024-10-14T09:10:53.603" v="48"/>
        <pc:sldMkLst>
          <pc:docMk/>
          <pc:sldMk cId="2451837985" sldId="2423"/>
        </pc:sldMkLst>
        <pc:graphicFrameChg chg="mod modGraphic">
          <ac:chgData name="Gość" userId="S::urn:spo:anon#48652732098c129f023f8102675102656a20b40396a24ea505534f92b67ad4dd::" providerId="AD" clId="Web-{06C6517A-9868-C28D-615A-EB0C16461AFD}" dt="2024-10-14T09:10:53.603" v="48"/>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06C6517A-9868-C28D-615A-EB0C16461AFD}" dt="2024-10-14T09:10:36.493" v="38"/>
        <pc:sldMkLst>
          <pc:docMk/>
          <pc:sldMk cId="3110103477" sldId="2463"/>
        </pc:sldMkLst>
        <pc:graphicFrameChg chg="mod modGraphic">
          <ac:chgData name="Gość" userId="S::urn:spo:anon#48652732098c129f023f8102675102656a20b40396a24ea505534f92b67ad4dd::" providerId="AD" clId="Web-{06C6517A-9868-C28D-615A-EB0C16461AFD}" dt="2024-10-14T09:10:36.493" v="38"/>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06C6517A-9868-C28D-615A-EB0C16461AFD}" dt="2024-10-14T09:09:44.663" v="5"/>
        <pc:sldMkLst>
          <pc:docMk/>
          <pc:sldMk cId="4070156159" sldId="2465"/>
        </pc:sldMkLst>
        <pc:graphicFrameChg chg="mod modGraphic">
          <ac:chgData name="Gość" userId="S::urn:spo:anon#48652732098c129f023f8102675102656a20b40396a24ea505534f92b67ad4dd::" providerId="AD" clId="Web-{06C6517A-9868-C28D-615A-EB0C16461AFD}" dt="2024-10-14T09:09:44.663" v="5"/>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06C6517A-9868-C28D-615A-EB0C16461AFD}" dt="2024-10-14T09:10:48.650" v="46"/>
        <pc:sldMkLst>
          <pc:docMk/>
          <pc:sldMk cId="1820793006" sldId="2466"/>
        </pc:sldMkLst>
        <pc:graphicFrameChg chg="mod modGraphic">
          <ac:chgData name="Gość" userId="S::urn:spo:anon#48652732098c129f023f8102675102656a20b40396a24ea505534f92b67ad4dd::" providerId="AD" clId="Web-{06C6517A-9868-C28D-615A-EB0C16461AFD}" dt="2024-10-14T09:10:48.650" v="46"/>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055AB402-7A3D-C239-7F14-C07B9ABD03DC}"/>
    <pc:docChg chg="modSld">
      <pc:chgData name="Gość" userId="S::urn:spo:anon#48652732098c129f023f8102675102656a20b40396a24ea505534f92b67ad4dd::" providerId="AD" clId="Web-{055AB402-7A3D-C239-7F14-C07B9ABD03DC}" dt="2024-10-19T10:12:44.024" v="17"/>
      <pc:docMkLst>
        <pc:docMk/>
      </pc:docMkLst>
      <pc:sldChg chg="modSp">
        <pc:chgData name="Gość" userId="S::urn:spo:anon#48652732098c129f023f8102675102656a20b40396a24ea505534f92b67ad4dd::" providerId="AD" clId="Web-{055AB402-7A3D-C239-7F14-C07B9ABD03DC}" dt="2024-10-19T10:12:44.024" v="17"/>
        <pc:sldMkLst>
          <pc:docMk/>
          <pc:sldMk cId="2451837985" sldId="2423"/>
        </pc:sldMkLst>
        <pc:graphicFrameChg chg="mod modGraphic">
          <ac:chgData name="Gość" userId="S::urn:spo:anon#48652732098c129f023f8102675102656a20b40396a24ea505534f92b67ad4dd::" providerId="AD" clId="Web-{055AB402-7A3D-C239-7F14-C07B9ABD03DC}" dt="2024-10-19T10:12:44.024" v="1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DB34BD55-EF1B-CBCD-D46D-FDE87755CB14}"/>
    <pc:docChg chg="modSld">
      <pc:chgData name="Gość" userId="S::urn:spo:anon#48652732098c129f023f8102675102656a20b40396a24ea505534f92b67ad4dd::" providerId="AD" clId="Web-{DB34BD55-EF1B-CBCD-D46D-FDE87755CB14}" dt="2024-10-17T09:29:52.897" v="155"/>
      <pc:docMkLst>
        <pc:docMk/>
      </pc:docMkLst>
      <pc:sldChg chg="modSp">
        <pc:chgData name="Gość" userId="S::urn:spo:anon#48652732098c129f023f8102675102656a20b40396a24ea505534f92b67ad4dd::" providerId="AD" clId="Web-{DB34BD55-EF1B-CBCD-D46D-FDE87755CB14}" dt="2024-10-17T09:07:58.576" v="119"/>
        <pc:sldMkLst>
          <pc:docMk/>
          <pc:sldMk cId="2451837985" sldId="2423"/>
        </pc:sldMkLst>
        <pc:graphicFrameChg chg="mod modGraphic">
          <ac:chgData name="Gość" userId="S::urn:spo:anon#48652732098c129f023f8102675102656a20b40396a24ea505534f92b67ad4dd::" providerId="AD" clId="Web-{DB34BD55-EF1B-CBCD-D46D-FDE87755CB14}" dt="2024-10-17T09:07:58.576" v="119"/>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DB34BD55-EF1B-CBCD-D46D-FDE87755CB14}" dt="2024-10-17T08:58:16.106" v="87"/>
        <pc:sldMkLst>
          <pc:docMk/>
          <pc:sldMk cId="3110103477" sldId="2463"/>
        </pc:sldMkLst>
        <pc:graphicFrameChg chg="mod modGraphic">
          <ac:chgData name="Gość" userId="S::urn:spo:anon#48652732098c129f023f8102675102656a20b40396a24ea505534f92b67ad4dd::" providerId="AD" clId="Web-{DB34BD55-EF1B-CBCD-D46D-FDE87755CB14}" dt="2024-10-17T08:58:16.106" v="87"/>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DB34BD55-EF1B-CBCD-D46D-FDE87755CB14}" dt="2024-10-17T09:29:52.897" v="155"/>
        <pc:sldMkLst>
          <pc:docMk/>
          <pc:sldMk cId="1820793006" sldId="2466"/>
        </pc:sldMkLst>
        <pc:graphicFrameChg chg="mod modGraphic">
          <ac:chgData name="Gość" userId="S::urn:spo:anon#48652732098c129f023f8102675102656a20b40396a24ea505534f92b67ad4dd::" providerId="AD" clId="Web-{DB34BD55-EF1B-CBCD-D46D-FDE87755CB14}" dt="2024-10-17T09:29:52.897" v="15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85A959B3-BA97-E1DF-1CD6-AF65220E21F5}"/>
    <pc:docChg chg="modSld">
      <pc:chgData name="Gość" userId="S::urn:spo:anon#48652732098c129f023f8102675102656a20b40396a24ea505534f92b67ad4dd::" providerId="AD" clId="Web-{85A959B3-BA97-E1DF-1CD6-AF65220E21F5}" dt="2024-10-18T08:24:02.394" v="119"/>
      <pc:docMkLst>
        <pc:docMk/>
      </pc:docMkLst>
      <pc:sldChg chg="modSp">
        <pc:chgData name="Gość" userId="S::urn:spo:anon#48652732098c129f023f8102675102656a20b40396a24ea505534f92b67ad4dd::" providerId="AD" clId="Web-{85A959B3-BA97-E1DF-1CD6-AF65220E21F5}" dt="2024-10-18T08:24:02.394" v="119"/>
        <pc:sldMkLst>
          <pc:docMk/>
          <pc:sldMk cId="2451837985" sldId="2423"/>
        </pc:sldMkLst>
        <pc:graphicFrameChg chg="mod modGraphic">
          <ac:chgData name="Gość" userId="S::urn:spo:anon#48652732098c129f023f8102675102656a20b40396a24ea505534f92b67ad4dd::" providerId="AD" clId="Web-{85A959B3-BA97-E1DF-1CD6-AF65220E21F5}" dt="2024-10-18T08:24:02.394" v="1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2D4CE27-09BE-E439-2028-F6F54213DF8B}"/>
    <pc:docChg chg="modSld">
      <pc:chgData name="Gość" userId="S::urn:spo:anon#48652732098c129f023f8102675102656a20b40396a24ea505534f92b67ad4dd::" providerId="AD" clId="Web-{62D4CE27-09BE-E439-2028-F6F54213DF8B}" dt="2024-10-18T12:50:35.546" v="693"/>
      <pc:docMkLst>
        <pc:docMk/>
      </pc:docMkLst>
      <pc:sldChg chg="modSp">
        <pc:chgData name="Gość" userId="S::urn:spo:anon#48652732098c129f023f8102675102656a20b40396a24ea505534f92b67ad4dd::" providerId="AD" clId="Web-{62D4CE27-09BE-E439-2028-F6F54213DF8B}" dt="2024-10-18T12:32:47.066" v="493"/>
        <pc:sldMkLst>
          <pc:docMk/>
          <pc:sldMk cId="1877047662" sldId="2420"/>
        </pc:sldMkLst>
        <pc:graphicFrameChg chg="mod modGraphic">
          <ac:chgData name="Gość" userId="S::urn:spo:anon#48652732098c129f023f8102675102656a20b40396a24ea505534f92b67ad4dd::" providerId="AD" clId="Web-{62D4CE27-09BE-E439-2028-F6F54213DF8B}" dt="2024-10-18T12:32:47.066" v="493"/>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62D4CE27-09BE-E439-2028-F6F54213DF8B}" dt="2024-10-18T12:40:50.382" v="577"/>
        <pc:sldMkLst>
          <pc:docMk/>
          <pc:sldMk cId="2451837985" sldId="2423"/>
        </pc:sldMkLst>
        <pc:graphicFrameChg chg="mod modGraphic">
          <ac:chgData name="Gość" userId="S::urn:spo:anon#48652732098c129f023f8102675102656a20b40396a24ea505534f92b67ad4dd::" providerId="AD" clId="Web-{62D4CE27-09BE-E439-2028-F6F54213DF8B}" dt="2024-10-18T12:40:50.382" v="577"/>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2D4CE27-09BE-E439-2028-F6F54213DF8B}" dt="2024-10-18T12:37:17.811" v="557"/>
        <pc:sldMkLst>
          <pc:docMk/>
          <pc:sldMk cId="3110103477" sldId="2463"/>
        </pc:sldMkLst>
        <pc:graphicFrameChg chg="mod modGraphic">
          <ac:chgData name="Gość" userId="S::urn:spo:anon#48652732098c129f023f8102675102656a20b40396a24ea505534f92b67ad4dd::" providerId="AD" clId="Web-{62D4CE27-09BE-E439-2028-F6F54213DF8B}" dt="2024-10-18T12:37:17.811" v="557"/>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62D4CE27-09BE-E439-2028-F6F54213DF8B}" dt="2024-10-18T12:31:34.048" v="439"/>
        <pc:sldMkLst>
          <pc:docMk/>
          <pc:sldMk cId="4070156159" sldId="2465"/>
        </pc:sldMkLst>
        <pc:graphicFrameChg chg="mod modGraphic">
          <ac:chgData name="Gość" userId="S::urn:spo:anon#48652732098c129f023f8102675102656a20b40396a24ea505534f92b67ad4dd::" providerId="AD" clId="Web-{62D4CE27-09BE-E439-2028-F6F54213DF8B}" dt="2024-10-18T12:31:34.048" v="439"/>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62D4CE27-09BE-E439-2028-F6F54213DF8B}" dt="2024-10-18T12:50:35.546" v="693"/>
        <pc:sldMkLst>
          <pc:docMk/>
          <pc:sldMk cId="1820793006" sldId="2466"/>
        </pc:sldMkLst>
        <pc:graphicFrameChg chg="mod modGraphic">
          <ac:chgData name="Gość" userId="S::urn:spo:anon#48652732098c129f023f8102675102656a20b40396a24ea505534f92b67ad4dd::" providerId="AD" clId="Web-{62D4CE27-09BE-E439-2028-F6F54213DF8B}" dt="2024-10-18T12:50:35.546" v="693"/>
          <ac:graphicFrameMkLst>
            <pc:docMk/>
            <pc:sldMk cId="1820793006" sldId="2466"/>
            <ac:graphicFrameMk id="12" creationId="{74CF6476-D2C3-2348-BEC7-148925E380DF}"/>
          </ac:graphicFrameMkLst>
        </pc:graphicFrameChg>
      </pc:sldChg>
    </pc:docChg>
  </pc:docChgLst>
  <pc:docChgLst>
    <pc:chgData name="Guest User" userId="S::urn:spo:anon#9178b24e33e1e48bdf876f6b53361c233d7887bcbc9e901e6b5a253ac1029ae5::" providerId="AD" clId="Web-{FB684474-9724-A30D-FD90-F1E55A69BF9B}"/>
    <pc:docChg chg="modSld">
      <pc:chgData name="Guest User" userId="S::urn:spo:anon#9178b24e33e1e48bdf876f6b53361c233d7887bcbc9e901e6b5a253ac1029ae5::" providerId="AD" clId="Web-{FB684474-9724-A30D-FD90-F1E55A69BF9B}" dt="2024-11-21T19:54:46.571" v="0"/>
      <pc:docMkLst>
        <pc:docMk/>
      </pc:docMkLst>
      <pc:sldChg chg="modSp">
        <pc:chgData name="Guest User" userId="S::urn:spo:anon#9178b24e33e1e48bdf876f6b53361c233d7887bcbc9e901e6b5a253ac1029ae5::" providerId="AD" clId="Web-{FB684474-9724-A30D-FD90-F1E55A69BF9B}" dt="2024-11-21T19:54:46.571" v="0"/>
        <pc:sldMkLst>
          <pc:docMk/>
          <pc:sldMk cId="3110103477" sldId="2463"/>
        </pc:sldMkLst>
        <pc:graphicFrameChg chg="mod modGraphic">
          <ac:chgData name="Guest User" userId="S::urn:spo:anon#9178b24e33e1e48bdf876f6b53361c233d7887bcbc9e901e6b5a253ac1029ae5::" providerId="AD" clId="Web-{FB684474-9724-A30D-FD90-F1E55A69BF9B}" dt="2024-11-21T19:54:46.571" v="0"/>
          <ac:graphicFrameMkLst>
            <pc:docMk/>
            <pc:sldMk cId="3110103477" sldId="2463"/>
            <ac:graphicFrameMk id="12" creationId="{74CF6476-D2C3-2348-BEC7-148925E380DF}"/>
          </ac:graphicFrameMkLst>
        </pc:graphicFrameChg>
      </pc:sldChg>
    </pc:docChg>
  </pc:docChgLst>
  <pc:docChgLst>
    <pc:chgData name="Gość" userId="S::urn:spo:anon#48652732098c129f023f8102675102656a20b40396a24ea505534f92b67ad4dd::" providerId="AD" clId="Web-{0D578BBF-6CA1-289A-9491-FF31A354EB01}"/>
    <pc:docChg chg="modSld">
      <pc:chgData name="Gość" userId="S::urn:spo:anon#48652732098c129f023f8102675102656a20b40396a24ea505534f92b67ad4dd::" providerId="AD" clId="Web-{0D578BBF-6CA1-289A-9491-FF31A354EB01}" dt="2024-10-17T08:45:57.596" v="7"/>
      <pc:docMkLst>
        <pc:docMk/>
      </pc:docMkLst>
      <pc:sldChg chg="modSp">
        <pc:chgData name="Gość" userId="S::urn:spo:anon#48652732098c129f023f8102675102656a20b40396a24ea505534f92b67ad4dd::" providerId="AD" clId="Web-{0D578BBF-6CA1-289A-9491-FF31A354EB01}" dt="2024-10-17T08:45:57.596" v="7"/>
        <pc:sldMkLst>
          <pc:docMk/>
          <pc:sldMk cId="3110103477" sldId="2463"/>
        </pc:sldMkLst>
        <pc:graphicFrameChg chg="mod modGraphic">
          <ac:chgData name="Gość" userId="S::urn:spo:anon#48652732098c129f023f8102675102656a20b40396a24ea505534f92b67ad4dd::" providerId="AD" clId="Web-{0D578BBF-6CA1-289A-9491-FF31A354EB01}" dt="2024-10-17T08:45:57.596" v="7"/>
          <ac:graphicFrameMkLst>
            <pc:docMk/>
            <pc:sldMk cId="3110103477" sldId="2463"/>
            <ac:graphicFrameMk id="12" creationId="{74CF6476-D2C3-2348-BEC7-148925E380DF}"/>
          </ac:graphicFrameMkLst>
        </pc:graphicFrameChg>
      </pc:sldChg>
    </pc:docChg>
  </pc:docChgLst>
  <pc:docChgLst>
    <pc:chgData name="Gość" userId="S::urn:spo:anon#48652732098c129f023f8102675102656a20b40396a24ea505534f92b67ad4dd::" providerId="AD" clId="Web-{136321BB-9FF5-37BB-DFAB-8BC2D3101C9E}"/>
    <pc:docChg chg="modSld">
      <pc:chgData name="Gość" userId="S::urn:spo:anon#48652732098c129f023f8102675102656a20b40396a24ea505534f92b67ad4dd::" providerId="AD" clId="Web-{136321BB-9FF5-37BB-DFAB-8BC2D3101C9E}" dt="2024-10-19T10:11:18.336" v="23"/>
      <pc:docMkLst>
        <pc:docMk/>
      </pc:docMkLst>
      <pc:sldChg chg="modSp">
        <pc:chgData name="Gość" userId="S::urn:spo:anon#48652732098c129f023f8102675102656a20b40396a24ea505534f92b67ad4dd::" providerId="AD" clId="Web-{136321BB-9FF5-37BB-DFAB-8BC2D3101C9E}" dt="2024-10-19T10:11:18.336" v="23"/>
        <pc:sldMkLst>
          <pc:docMk/>
          <pc:sldMk cId="2451837985" sldId="2423"/>
        </pc:sldMkLst>
        <pc:graphicFrameChg chg="mod modGraphic">
          <ac:chgData name="Gość" userId="S::urn:spo:anon#48652732098c129f023f8102675102656a20b40396a24ea505534f92b67ad4dd::" providerId="AD" clId="Web-{136321BB-9FF5-37BB-DFAB-8BC2D3101C9E}" dt="2024-10-19T10:11:18.336" v="23"/>
          <ac:graphicFrameMkLst>
            <pc:docMk/>
            <pc:sldMk cId="2451837985" sldId="2423"/>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11/21/2024</a:t>
            </a:fld>
            <a:endParaRPr lang="en-US">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11/21/2024</a:t>
            </a:fld>
            <a:endParaRPr lang="en-US"/>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Let’s suppose someone offers to buy your company at a fair price. Let’s also suppose this buyer is intent on killing your company after the purchase. Your products and services will be immediately discontinued. All operations will be shut down. The brand will be shelved forever. Your company will completely cease to exist.</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Try to answer the following questions in order to articulate what your company brings to the world: </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 What will be lost if your brand ceased to exist? - e.g. A sixty-year legacy of innovation and entrepreneurship</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 Why is it important that your brand continues to exist? - e.g. Because our company will enhance people’s quality of life</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 What’s at stake here? - e.g. Increased congestion, pollution and space taken up by vehicles </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35649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00305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a:solidFill>
                  <a:srgbClr val="000000"/>
                </a:solidFill>
                <a:effectLst/>
                <a:latin typeface="Calibri "/>
              </a:rPr>
            </a:br>
            <a:r>
              <a:rPr lang="en-GB" sz="1800" b="0" i="0" u="none" strike="noStrike">
                <a:solidFill>
                  <a:srgbClr val="000000"/>
                </a:solidFill>
                <a:effectLst/>
                <a:latin typeface="Calibri "/>
              </a:rPr>
              <a:t>Using the Company Dream Tool results, try to visualize the dream in more detail. Refer to particular words, images, people, scents, etc.</a:t>
            </a:r>
            <a:r>
              <a:rPr lang="en-GB"/>
              <a:t>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extLst>
              <p:ext uri="{D42A27DB-BD31-4B8C-83A1-F6EECF244321}">
                <p14:modId xmlns:p14="http://schemas.microsoft.com/office/powerpoint/2010/main" val="4102021051"/>
              </p:ext>
            </p:extLst>
          </p:nvPr>
        </p:nvGraphicFramePr>
        <p:xfrm>
          <a:off x="2817681" y="689505"/>
          <a:ext cx="7115009" cy="6588374"/>
        </p:xfrm>
        <a:graphic>
          <a:graphicData uri="http://schemas.openxmlformats.org/drawingml/2006/table">
            <a:tbl>
              <a:tblPr firstRow="1" bandRow="1">
                <a:tableStyleId>{2D5ABB26-0587-4C30-8999-92F81FD0307C}</a:tableStyleId>
              </a:tblPr>
              <a:tblGrid>
                <a:gridCol w="7115009">
                  <a:extLst>
                    <a:ext uri="{9D8B030D-6E8A-4147-A177-3AD203B41FA5}">
                      <a16:colId xmlns:a16="http://schemas.microsoft.com/office/drawing/2014/main" val="3313590318"/>
                    </a:ext>
                  </a:extLst>
                </a:gridCol>
              </a:tblGrid>
              <a:tr h="475903">
                <a:tc>
                  <a:txBody>
                    <a:bodyPr/>
                    <a:lstStyle/>
                    <a:p>
                      <a:r>
                        <a:rPr lang="en-US" dirty="0">
                          <a:solidFill>
                            <a:schemeClr val="bg1"/>
                          </a:solidFill>
                          <a:latin typeface="Calibri" panose="020F0502020204030204" pitchFamily="34" charset="0"/>
                          <a:cs typeface="Calibri" panose="020F0502020204030204" pitchFamily="34" charset="0"/>
                        </a:rPr>
                        <a:t>WHY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endParaRPr lang="en-US" sz="1200" dirty="0">
                        <a:latin typeface="Calibri" panose="020F0502020204030204" pitchFamily="34" charset="0"/>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dirty="0">
                          <a:solidFill>
                            <a:schemeClr val="bg1"/>
                          </a:solidFill>
                          <a:latin typeface="Calibri" panose="020F0502020204030204" pitchFamily="34" charset="0"/>
                          <a:cs typeface="Calibri" panose="020F0502020204030204" pitchFamily="34" charset="0"/>
                        </a:rPr>
                        <a:t>HOW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801497">
                <a:tc>
                  <a:txBody>
                    <a:bodyPr/>
                    <a:lstStyle/>
                    <a:p>
                      <a:pPr lvl="0" algn="l">
                        <a:lnSpc>
                          <a:spcPct val="100000"/>
                        </a:lnSpc>
                        <a:spcBef>
                          <a:spcPts val="0"/>
                        </a:spcBef>
                        <a:spcAft>
                          <a:spcPts val="0"/>
                        </a:spcAft>
                        <a:buNone/>
                      </a:pPr>
                      <a:endParaRPr lang="en-US" sz="1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dirty="0">
                          <a:solidFill>
                            <a:schemeClr val="bg1"/>
                          </a:solidFill>
                          <a:latin typeface="Calibri" panose="020F0502020204030204" pitchFamily="34" charset="0"/>
                          <a:cs typeface="Calibri" panose="020F0502020204030204" pitchFamily="34" charset="0"/>
                        </a:rPr>
                        <a:t>WHAT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marR="0" lvl="0" indent="0" algn="l">
                        <a:lnSpc>
                          <a:spcPct val="100000"/>
                        </a:lnSpc>
                        <a:spcBef>
                          <a:spcPts val="0"/>
                        </a:spcBef>
                        <a:spcAft>
                          <a:spcPts val="0"/>
                        </a:spcAft>
                        <a:buNone/>
                      </a:pPr>
                      <a:endParaRPr lang="en-US" dirty="0">
                        <a:latin typeface="Calibri" panose="020F0502020204030204" pitchFamily="34" charset="0"/>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pic>
        <p:nvPicPr>
          <p:cNvPr id="4" name="Picture 3">
            <a:extLst>
              <a:ext uri="{FF2B5EF4-FFF2-40B4-BE49-F238E27FC236}">
                <a16:creationId xmlns:a16="http://schemas.microsoft.com/office/drawing/2014/main" id="{61DCA427-2413-EAA2-5DD8-E6D9C07FC23B}"/>
              </a:ext>
              <a:ext uri="{147F2762-F138-4A5C-976F-8EAC2B608ADB}">
                <a16:predDERef xmlns:a16="http://schemas.microsoft.com/office/drawing/2014/main" pred="{8F85E5D8-B029-4285-A723-F9B6F2E98767}"/>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39756" y="1125610"/>
            <a:ext cx="2743200" cy="5228791"/>
          </a:xfrm>
          <a:prstGeom prst="rect">
            <a:avLst/>
          </a:prstGeom>
        </p:spPr>
      </p:pic>
      <p:pic>
        <p:nvPicPr>
          <p:cNvPr id="2" name="Picture 1">
            <a:extLst>
              <a:ext uri="{FF2B5EF4-FFF2-40B4-BE49-F238E27FC236}">
                <a16:creationId xmlns:a16="http://schemas.microsoft.com/office/drawing/2014/main" id="{1264E101-9DD2-EE60-0410-A79EC4304076}"/>
              </a:ext>
            </a:extLst>
          </p:cNvPr>
          <p:cNvPicPr>
            <a:picLocks noGrp="1" noRot="1" noChangeAspect="1" noMove="1" noResize="1" noEditPoints="1" noAdjustHandles="1" noChangeArrowheads="1" noChangeShapeType="1" noCrop="1"/>
          </p:cNvPicPr>
          <p:nvPr/>
        </p:nvPicPr>
        <p:blipFill>
          <a:blip r:embed="rId4"/>
          <a:stretch>
            <a:fillRect/>
          </a:stretch>
        </p:blipFill>
        <p:spPr>
          <a:xfrm>
            <a:off x="-105638" y="-92766"/>
            <a:ext cx="8873625" cy="880501"/>
          </a:xfrm>
          <a:prstGeom prst="rect">
            <a:avLst/>
          </a:prstGeom>
        </p:spPr>
      </p:pic>
      <p:pic>
        <p:nvPicPr>
          <p:cNvPr id="6" name="Picture 5">
            <a:extLst>
              <a:ext uri="{FF2B5EF4-FFF2-40B4-BE49-F238E27FC236}">
                <a16:creationId xmlns:a16="http://schemas.microsoft.com/office/drawing/2014/main" id="{7AEC92DF-E9A7-5793-3A74-D671A494551E}"/>
              </a:ext>
            </a:extLst>
          </p:cNvPr>
          <p:cNvPicPr>
            <a:picLocks noGrp="1" noRo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407015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4149637626"/>
              </p:ext>
            </p:extLst>
          </p:nvPr>
        </p:nvGraphicFramePr>
        <p:xfrm>
          <a:off x="271644" y="401776"/>
          <a:ext cx="9776012" cy="7074383"/>
        </p:xfrm>
        <a:graphic>
          <a:graphicData uri="http://schemas.openxmlformats.org/drawingml/2006/table">
            <a:tbl>
              <a:tblPr firstRow="1" bandRow="1">
                <a:tableStyleId>{2D5ABB26-0587-4C30-8999-92F81FD0307C}</a:tableStyleId>
              </a:tblPr>
              <a:tblGrid>
                <a:gridCol w="2241829">
                  <a:extLst>
                    <a:ext uri="{9D8B030D-6E8A-4147-A177-3AD203B41FA5}">
                      <a16:colId xmlns:a16="http://schemas.microsoft.com/office/drawing/2014/main" val="3308902235"/>
                    </a:ext>
                  </a:extLst>
                </a:gridCol>
                <a:gridCol w="7534183">
                  <a:extLst>
                    <a:ext uri="{9D8B030D-6E8A-4147-A177-3AD203B41FA5}">
                      <a16:colId xmlns:a16="http://schemas.microsoft.com/office/drawing/2014/main" val="3313590318"/>
                    </a:ext>
                  </a:extLst>
                </a:gridCol>
              </a:tblGrid>
              <a:tr h="380165">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Imagine it is 5 years from today and answer the following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66115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have you achieved?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endParaRPr lang="en-US" sz="1200" b="0" i="0" dirty="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4462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customers say about you?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endParaRPr lang="en-US" sz="1200" b="0" i="0" dirty="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4462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your employees say?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endParaRPr lang="en-US" sz="1200" b="0" i="0" u="none" strike="noStrike" noProof="0" dirty="0">
                        <a:solidFill>
                          <a:srgbClr val="000000"/>
                        </a:solidFill>
                        <a:latin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64462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Market position?</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endParaRPr lang="en-US" sz="1100" b="0" i="0" u="none" strike="noStrike" noProof="0" dirty="0">
                        <a:solidFill>
                          <a:srgbClr val="000000"/>
                        </a:solidFill>
                        <a:latin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4462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 your offices look like?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endParaRPr lang="pl-PL"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9421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capabilities does the achievement provide you with?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11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7107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does it feel to achieve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11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76033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does the team feel about the achievement of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endParaRPr lang="en-US" sz="12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64462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own personal achievement?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endParaRPr lang="pl-PL"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64462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Who is the person you have become along this journey?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11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pic>
        <p:nvPicPr>
          <p:cNvPr id="3" name="Picture 2">
            <a:extLst>
              <a:ext uri="{FF2B5EF4-FFF2-40B4-BE49-F238E27FC236}">
                <a16:creationId xmlns:a16="http://schemas.microsoft.com/office/drawing/2014/main" id="{A3E82818-9104-0E86-EDB2-2CAA9CC0795F}"/>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7" name="Picture 6">
            <a:extLst>
              <a:ext uri="{FF2B5EF4-FFF2-40B4-BE49-F238E27FC236}">
                <a16:creationId xmlns:a16="http://schemas.microsoft.com/office/drawing/2014/main" id="{F721A467-A4BF-35F5-7902-065535BD65E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311010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506893574"/>
              </p:ext>
            </p:extLst>
          </p:nvPr>
        </p:nvGraphicFramePr>
        <p:xfrm>
          <a:off x="60962" y="590994"/>
          <a:ext cx="10009014" cy="6886251"/>
        </p:xfrm>
        <a:graphic>
          <a:graphicData uri="http://schemas.openxmlformats.org/drawingml/2006/table">
            <a:tbl>
              <a:tblPr firstRow="1" bandRow="1">
                <a:tableStyleId>{2D5ABB26-0587-4C30-8999-92F81FD0307C}</a:tableStyleId>
              </a:tblPr>
              <a:tblGrid>
                <a:gridCol w="10009014">
                  <a:extLst>
                    <a:ext uri="{9D8B030D-6E8A-4147-A177-3AD203B41FA5}">
                      <a16:colId xmlns:a16="http://schemas.microsoft.com/office/drawing/2014/main" val="3308902235"/>
                    </a:ext>
                  </a:extLst>
                </a:gridCol>
              </a:tblGrid>
              <a:tr h="37622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rPr>
                        <a:t>Describe your dream story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531745">
                <a:tc>
                  <a:txBody>
                    <a:bodyPr/>
                    <a:lstStyle/>
                    <a:p>
                      <a:pPr lvl="0" algn="l">
                        <a:lnSpc>
                          <a:spcPct val="100000"/>
                        </a:lnSpc>
                        <a:spcBef>
                          <a:spcPts val="0"/>
                        </a:spcBef>
                        <a:spcAft>
                          <a:spcPts val="0"/>
                        </a:spcAft>
                        <a:buNone/>
                      </a:pPr>
                      <a:endParaRPr lang="en-US" sz="1400" b="0" i="0" u="none" strike="noStrike" noProof="0" dirty="0">
                        <a:solidFill>
                          <a:srgbClr val="242424"/>
                        </a:solidFill>
                        <a:latin typeface="Arial" panose="020B0604020202020204"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38427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panose="020B0604020202020204" pitchFamily="34" charset="0"/>
                          <a:ea typeface="Riforma LL" panose="020B0504020101020102" pitchFamily="34" charset="77"/>
                          <a:cs typeface="Arial" panose="020B0604020202020204" pitchFamily="34" charset="0"/>
                        </a:rPr>
                        <a:t>If you are to tell your dream story to a friend with 1 sentence, what would it be: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710048040"/>
                  </a:ext>
                </a:extLst>
              </a:tr>
              <a:tr h="1594015">
                <a:tc>
                  <a:txBody>
                    <a:bodyPr/>
                    <a:lstStyle/>
                    <a:p>
                      <a:pPr lvl="0" algn="l">
                        <a:lnSpc>
                          <a:spcPct val="100000"/>
                        </a:lnSpc>
                        <a:spcBef>
                          <a:spcPts val="0"/>
                        </a:spcBef>
                        <a:spcAft>
                          <a:spcPts val="0"/>
                        </a:spcAft>
                        <a:buNone/>
                      </a:pPr>
                      <a:endParaRPr lang="en-US" sz="1200" dirty="0">
                        <a:latin typeface="Arial" panose="020B0604020202020204"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43CED4C8-D101-EFF5-D6A1-4881CAAC8C18}"/>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6" name="Picture 5">
            <a:extLst>
              <a:ext uri="{FF2B5EF4-FFF2-40B4-BE49-F238E27FC236}">
                <a16:creationId xmlns:a16="http://schemas.microsoft.com/office/drawing/2014/main" id="{DF6EB51A-3803-BADB-7CE8-C501555EC4F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2451837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29192541"/>
              </p:ext>
            </p:extLst>
          </p:nvPr>
        </p:nvGraphicFramePr>
        <p:xfrm>
          <a:off x="256819" y="719276"/>
          <a:ext cx="9776012" cy="6631887"/>
        </p:xfrm>
        <a:graphic>
          <a:graphicData uri="http://schemas.openxmlformats.org/drawingml/2006/table">
            <a:tbl>
              <a:tblPr firstRow="1" bandRow="1">
                <a:tableStyleId>{2D5ABB26-0587-4C30-8999-92F81FD0307C}</a:tableStyleId>
              </a:tblPr>
              <a:tblGrid>
                <a:gridCol w="4888006">
                  <a:extLst>
                    <a:ext uri="{9D8B030D-6E8A-4147-A177-3AD203B41FA5}">
                      <a16:colId xmlns:a16="http://schemas.microsoft.com/office/drawing/2014/main" val="3308902235"/>
                    </a:ext>
                  </a:extLst>
                </a:gridCol>
                <a:gridCol w="4888006">
                  <a:extLst>
                    <a:ext uri="{9D8B030D-6E8A-4147-A177-3AD203B41FA5}">
                      <a16:colId xmlns:a16="http://schemas.microsoft.com/office/drawing/2014/main" val="3046643254"/>
                    </a:ext>
                  </a:extLst>
                </a:gridCol>
              </a:tblGrid>
              <a:tr h="4349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List 7-10 words that best describe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The people that could be associated with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2097482">
                <a:tc>
                  <a:txBody>
                    <a:bodyPr/>
                    <a:lstStyle/>
                    <a:p>
                      <a:pPr marL="285750" lvl="0" indent="-285750" algn="l">
                        <a:lnSpc>
                          <a:spcPct val="100000"/>
                        </a:lnSpc>
                        <a:spcBef>
                          <a:spcPts val="0"/>
                        </a:spcBef>
                        <a:spcAft>
                          <a:spcPts val="0"/>
                        </a:spcAft>
                        <a:buFont typeface="Arial" panose="020B0604020202020204" pitchFamily="34" charset="0"/>
                        <a:buChar char="•"/>
                      </a:pPr>
                      <a:endParaRPr lang="en-US" sz="1400" b="0" i="0" u="none" strike="noStrike" noProof="0" dirty="0">
                        <a:solidFill>
                          <a:srgbClr val="000000"/>
                        </a:solidFill>
                        <a:latin typeface="Arial" panose="020B0604020202020204"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endParaRPr lang="en-US" sz="1200" b="0" i="0" dirty="0">
                        <a:latin typeface="Arial"/>
                        <a:ea typeface="Riforma LL" panose="020B0504020101020102" pitchFamily="34" charset="77"/>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5263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a:ea typeface="Riforma LL" panose="020B0504020101020102" pitchFamily="34" charset="77"/>
                          <a:cs typeface="Arial"/>
                        </a:rPr>
                        <a:t>Select 7-10 pictures that make your dream vivid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BG"/>
                    </a:p>
                  </a:txBody>
                  <a:tcPr/>
                </a:tc>
                <a:extLst>
                  <a:ext uri="{0D108BD9-81ED-4DB2-BD59-A6C34878D82A}">
                    <a16:rowId xmlns:a16="http://schemas.microsoft.com/office/drawing/2014/main" val="1710048040"/>
                  </a:ext>
                </a:extLst>
              </a:tr>
              <a:tr h="3646824">
                <a:tc gridSpan="2">
                  <a:txBody>
                    <a:bodyPr/>
                    <a:lstStyle/>
                    <a:p>
                      <a:pPr marL="285750" marR="0" lvl="0" indent="-285750" algn="l" defTabSz="91376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BG"/>
                    </a:p>
                  </a:txBody>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C022960C-4729-A534-948C-E924FD35EFA6}"/>
              </a:ext>
            </a:extLst>
          </p:cNvPr>
          <p:cNvPicPr>
            <a:picLocks noGrp="1" noRot="1" noChangeAspect="1" noMove="1" noResize="1" noEditPoints="1" noAdjustHandles="1" noChangeArrowheads="1" noChangeShapeType="1" noCrop="1"/>
          </p:cNvPicPr>
          <p:nvPr/>
        </p:nvPicPr>
        <p:blipFill>
          <a:blip r:embed="rId3"/>
          <a:stretch>
            <a:fillRect/>
          </a:stretch>
        </p:blipFill>
        <p:spPr>
          <a:xfrm>
            <a:off x="0" y="-52852"/>
            <a:ext cx="8840832" cy="877247"/>
          </a:xfrm>
          <a:prstGeom prst="rect">
            <a:avLst/>
          </a:prstGeom>
        </p:spPr>
      </p:pic>
      <p:sp>
        <p:nvSpPr>
          <p:cNvPr id="2" name="TextBox 1">
            <a:extLst>
              <a:ext uri="{FF2B5EF4-FFF2-40B4-BE49-F238E27FC236}">
                <a16:creationId xmlns:a16="http://schemas.microsoft.com/office/drawing/2014/main" id="{EB171F56-627E-C7FC-DB65-634C364E36C5}"/>
              </a:ext>
            </a:extLst>
          </p:cNvPr>
          <p:cNvSpPr txBox="1">
            <a:spLocks noGrp="1" noRot="1" noMove="1" noResize="1" noEditPoints="1" noAdjustHandles="1" noChangeArrowheads="1" noChangeShapeType="1"/>
          </p:cNvSpPr>
          <p:nvPr/>
        </p:nvSpPr>
        <p:spPr>
          <a:xfrm>
            <a:off x="4766046" y="242623"/>
            <a:ext cx="5342860" cy="230832"/>
          </a:xfrm>
          <a:prstGeom prst="rect">
            <a:avLst/>
          </a:prstGeom>
          <a:noFill/>
        </p:spPr>
        <p:txBody>
          <a:bodyPr wrap="square">
            <a:spAutoFit/>
          </a:bodyPr>
          <a:lstStyle/>
          <a:p>
            <a:pPr algn="r"/>
            <a:r>
              <a:rPr lang="en-GB" sz="900" b="0" i="0" u="none" strike="noStrike">
                <a:effectLst/>
                <a:latin typeface="Monument Grotesk Mono" panose="02010504030000020004" pitchFamily="2" charset="0"/>
              </a:rPr>
              <a:t>[MODULE:INDIVIDUAL AND COMPANY IDENTITY - SPRINT:DREAM]</a:t>
            </a:r>
            <a:endParaRPr lang="en-BG" sz="900">
              <a:latin typeface="Monument Grotesk Mono" panose="02010504030000020004" pitchFamily="2" charset="0"/>
            </a:endParaRPr>
          </a:p>
        </p:txBody>
      </p:sp>
    </p:spTree>
    <p:extLst>
      <p:ext uri="{BB962C8B-B14F-4D97-AF65-F5344CB8AC3E}">
        <p14:creationId xmlns:p14="http://schemas.microsoft.com/office/powerpoint/2010/main" val="1820793006"/>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347</Words>
  <Application>Microsoft Office PowerPoint</Application>
  <PresentationFormat>Custom</PresentationFormat>
  <Paragraphs>26</Paragraphs>
  <Slides>4</Slides>
  <Notes>4</Notes>
  <HiddenSlides>0</HiddenSlides>
  <MMClips>0</MMClips>
  <ScaleCrop>false</ScaleCrop>
  <HeadingPairs>
    <vt:vector size="4" baseType="variant">
      <vt:variant>
        <vt:lpstr>Theme</vt:lpstr>
      </vt:variant>
      <vt:variant>
        <vt:i4>3</vt:i4>
      </vt:variant>
      <vt:variant>
        <vt:lpstr>Slide Titles</vt:lpstr>
      </vt:variant>
      <vt:variant>
        <vt:i4>4</vt:i4>
      </vt:variant>
    </vt:vector>
  </HeadingPairs>
  <TitlesOfParts>
    <vt:vector size="7" baseType="lpstr">
      <vt:lpstr>4_Custom Design</vt:lpstr>
      <vt:lpstr>5_Custom Design</vt:lpstr>
      <vt:lpstr>SOLIDS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11</cp:revision>
  <cp:lastPrinted>2020-02-28T13:07:06Z</cp:lastPrinted>
  <dcterms:created xsi:type="dcterms:W3CDTF">2019-08-22T09:52:59Z</dcterms:created>
  <dcterms:modified xsi:type="dcterms:W3CDTF">2024-11-21T20:14:06Z</dcterms:modified>
</cp:coreProperties>
</file>