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465" r:id="rId4"/>
    <p:sldId id="2463" r:id="rId5"/>
    <p:sldId id="2468" r:id="rId6"/>
    <p:sldId id="2423" r:id="rId7"/>
    <p:sldId id="2466"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B28B39-F8F7-FA05-7E57-200F1558438A}" v="517" dt="2025-03-18T09:18:14.320"/>
    <p1510:client id="{BAA232C3-8367-62D5-41E8-38B638BC5A00}" v="34" dt="2025-03-18T08:55:53.295"/>
    <p1510:client id="{D75D2671-51EF-4E66-FB36-5CF8707C88A5}" v="6425" dt="2025-03-18T08:49:52.0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2c5b6171c7db574fdf4723c21d3f6fcc15ff42d337a845411e8b6bcd85d523c0::" providerId="AD" clId="Web-{9EA908D2-709F-8E68-D21E-C363241A1A59}"/>
    <pc:docChg chg="modSld">
      <pc:chgData name="Gość" userId="S::urn:spo:anon#2c5b6171c7db574fdf4723c21d3f6fcc15ff42d337a845411e8b6bcd85d523c0::" providerId="AD" clId="Web-{9EA908D2-709F-8E68-D21E-C363241A1A59}" dt="2024-10-20T08:18:04.446" v="5"/>
      <pc:docMkLst>
        <pc:docMk/>
      </pc:docMkLst>
      <pc:sldChg chg="modSp">
        <pc:chgData name="Gość" userId="S::urn:spo:anon#2c5b6171c7db574fdf4723c21d3f6fcc15ff42d337a845411e8b6bcd85d523c0::" providerId="AD" clId="Web-{9EA908D2-709F-8E68-D21E-C363241A1A59}" dt="2024-10-20T08:18:04.446" v="5"/>
        <pc:sldMkLst>
          <pc:docMk/>
          <pc:sldMk cId="2451837985" sldId="2423"/>
        </pc:sldMkLst>
        <pc:graphicFrameChg chg="mod modGraphic">
          <ac:chgData name="Gość" userId="S::urn:spo:anon#2c5b6171c7db574fdf4723c21d3f6fcc15ff42d337a845411e8b6bcd85d523c0::" providerId="AD" clId="Web-{9EA908D2-709F-8E68-D21E-C363241A1A59}" dt="2024-10-20T08:18:04.446" v="5"/>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5577CB4-C538-AD37-FCE4-4536A7DCDE6E}"/>
    <pc:docChg chg="modSld">
      <pc:chgData name="Gość" userId="S::urn:spo:anon#48652732098c129f023f8102675102656a20b40396a24ea505534f92b67ad4dd::" providerId="AD" clId="Web-{65577CB4-C538-AD37-FCE4-4536A7DCDE6E}" dt="2024-10-20T11:20:41.422" v="3121"/>
      <pc:docMkLst>
        <pc:docMk/>
      </pc:docMkLst>
      <pc:sldChg chg="modSp">
        <pc:chgData name="Gość" userId="S::urn:spo:anon#48652732098c129f023f8102675102656a20b40396a24ea505534f92b67ad4dd::" providerId="AD" clId="Web-{65577CB4-C538-AD37-FCE4-4536A7DCDE6E}" dt="2024-10-20T11:20:41.422" v="3121"/>
        <pc:sldMkLst>
          <pc:docMk/>
          <pc:sldMk cId="2451837985" sldId="2423"/>
        </pc:sldMkLst>
        <pc:graphicFrameChg chg="mod modGraphic">
          <ac:chgData name="Gość" userId="S::urn:spo:anon#48652732098c129f023f8102675102656a20b40396a24ea505534f92b67ad4dd::" providerId="AD" clId="Web-{65577CB4-C538-AD37-FCE4-4536A7DCDE6E}" dt="2024-10-20T11:20:41.422" v="3121"/>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5577CB4-C538-AD37-FCE4-4536A7DCDE6E}" dt="2024-10-20T11:06:51.545" v="3043"/>
        <pc:sldMkLst>
          <pc:docMk/>
          <pc:sldMk cId="1820793006" sldId="2466"/>
        </pc:sldMkLst>
        <pc:graphicFrameChg chg="mod modGraphic">
          <ac:chgData name="Gość" userId="S::urn:spo:anon#48652732098c129f023f8102675102656a20b40396a24ea505534f92b67ad4dd::" providerId="AD" clId="Web-{65577CB4-C538-AD37-FCE4-4536A7DCDE6E}" dt="2024-10-20T11:06:51.545" v="304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B4391A7C-8BD0-0F45-7BF2-24D2E77B7FC9}"/>
    <pc:docChg chg="modSld">
      <pc:chgData name="Gość" userId="S::urn:spo:anon#48652732098c129f023f8102675102656a20b40396a24ea505534f92b67ad4dd::" providerId="AD" clId="Web-{B4391A7C-8BD0-0F45-7BF2-24D2E77B7FC9}" dt="2024-10-19T10:06:27.922" v="161"/>
      <pc:docMkLst>
        <pc:docMk/>
      </pc:docMkLst>
      <pc:sldChg chg="modSp">
        <pc:chgData name="Gość" userId="S::urn:spo:anon#48652732098c129f023f8102675102656a20b40396a24ea505534f92b67ad4dd::" providerId="AD" clId="Web-{B4391A7C-8BD0-0F45-7BF2-24D2E77B7FC9}" dt="2024-10-19T10:02:18.538" v="151"/>
        <pc:sldMkLst>
          <pc:docMk/>
          <pc:sldMk cId="2451837985" sldId="2423"/>
        </pc:sldMkLst>
        <pc:graphicFrameChg chg="mod modGraphic">
          <ac:chgData name="Gość" userId="S::urn:spo:anon#48652732098c129f023f8102675102656a20b40396a24ea505534f92b67ad4dd::" providerId="AD" clId="Web-{B4391A7C-8BD0-0F45-7BF2-24D2E77B7FC9}" dt="2024-10-19T10:02:18.538" v="151"/>
          <ac:graphicFrameMkLst>
            <pc:docMk/>
            <pc:sldMk cId="2451837985" sldId="2423"/>
            <ac:graphicFrameMk id="12" creationId="{74CF6476-D2C3-2348-BEC7-148925E380DF}"/>
          </ac:graphicFrameMkLst>
        </pc:graphicFrameChg>
      </pc:sldChg>
      <pc:sldChg chg="addSp delSp modSp">
        <pc:chgData name="Gość" userId="S::urn:spo:anon#48652732098c129f023f8102675102656a20b40396a24ea505534f92b67ad4dd::" providerId="AD" clId="Web-{B4391A7C-8BD0-0F45-7BF2-24D2E77B7FC9}" dt="2024-10-19T10:06:27.922" v="161"/>
        <pc:sldMkLst>
          <pc:docMk/>
          <pc:sldMk cId="1820793006" sldId="2466"/>
        </pc:sldMkLst>
        <pc:spChg chg="add del mod">
          <ac:chgData name="Gość" userId="S::urn:spo:anon#48652732098c129f023f8102675102656a20b40396a24ea505534f92b67ad4dd::" providerId="AD" clId="Web-{B4391A7C-8BD0-0F45-7BF2-24D2E77B7FC9}" dt="2024-10-19T10:04:00.557" v="157"/>
          <ac:spMkLst>
            <pc:docMk/>
            <pc:sldMk cId="1820793006" sldId="2466"/>
            <ac:spMk id="4" creationId="{7C307515-0EDA-8800-31F7-BC042638A1BB}"/>
          </ac:spMkLst>
        </pc:spChg>
        <pc:spChg chg="add del mod">
          <ac:chgData name="Gość" userId="S::urn:spo:anon#48652732098c129f023f8102675102656a20b40396a24ea505534f92b67ad4dd::" providerId="AD" clId="Web-{B4391A7C-8BD0-0F45-7BF2-24D2E77B7FC9}" dt="2024-10-19T10:03:56.713" v="156"/>
          <ac:spMkLst>
            <pc:docMk/>
            <pc:sldMk cId="1820793006" sldId="2466"/>
            <ac:spMk id="5" creationId="{361A4FF2-9D23-6753-1FC7-53827C7544E4}"/>
          </ac:spMkLst>
        </pc:spChg>
        <pc:picChg chg="add del mod">
          <ac:chgData name="Gość" userId="S::urn:spo:anon#48652732098c129f023f8102675102656a20b40396a24ea505534f92b67ad4dd::" providerId="AD" clId="Web-{B4391A7C-8BD0-0F45-7BF2-24D2E77B7FC9}" dt="2024-10-19T10:06:27.922" v="161"/>
          <ac:picMkLst>
            <pc:docMk/>
            <pc:sldMk cId="1820793006" sldId="2466"/>
            <ac:picMk id="6" creationId="{19BD3D90-E597-AC72-FC41-B8AE4BD19F5B}"/>
          </ac:picMkLst>
        </pc:picChg>
        <pc:picChg chg="add del mod">
          <ac:chgData name="Gość" userId="S::urn:spo:anon#48652732098c129f023f8102675102656a20b40396a24ea505534f92b67ad4dd::" providerId="AD" clId="Web-{B4391A7C-8BD0-0F45-7BF2-24D2E77B7FC9}" dt="2024-10-19T10:06:25.235" v="160"/>
          <ac:picMkLst>
            <pc:docMk/>
            <pc:sldMk cId="1820793006" sldId="2466"/>
            <ac:picMk id="7" creationId="{DEC7BCF5-C970-0841-DF7A-A9665EF8065A}"/>
          </ac:picMkLst>
        </pc:picChg>
      </pc:sldChg>
    </pc:docChg>
  </pc:docChgLst>
  <pc:docChgLst>
    <pc:chgData name="Gość" userId="S::urn:spo:anon#48652732098c129f023f8102675102656a20b40396a24ea505534f92b67ad4dd::" providerId="AD" clId="Web-{B2DEF801-D185-513C-5925-DC9FA258F6B9}"/>
    <pc:docChg chg="modSld">
      <pc:chgData name="Gość" userId="S::urn:spo:anon#48652732098c129f023f8102675102656a20b40396a24ea505534f92b67ad4dd::" providerId="AD" clId="Web-{B2DEF801-D185-513C-5925-DC9FA258F6B9}" dt="2024-10-17T08:32:19.465" v="15"/>
      <pc:docMkLst>
        <pc:docMk/>
      </pc:docMkLst>
      <pc:sldChg chg="modSp">
        <pc:chgData name="Gość" userId="S::urn:spo:anon#48652732098c129f023f8102675102656a20b40396a24ea505534f92b67ad4dd::" providerId="AD" clId="Web-{B2DEF801-D185-513C-5925-DC9FA258F6B9}" dt="2024-10-17T08:32:19.465" v="15"/>
        <pc:sldMkLst>
          <pc:docMk/>
          <pc:sldMk cId="1820793006" sldId="2466"/>
        </pc:sldMkLst>
        <pc:graphicFrameChg chg="mod modGraphic">
          <ac:chgData name="Gość" userId="S::urn:spo:anon#48652732098c129f023f8102675102656a20b40396a24ea505534f92b67ad4dd::" providerId="AD" clId="Web-{B2DEF801-D185-513C-5925-DC9FA258F6B9}" dt="2024-10-17T08:32:19.465"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827C23D-7689-BD05-FAF5-34CE2F6D6362}"/>
    <pc:docChg chg="modSld">
      <pc:chgData name="Gość" userId="S::urn:spo:anon#48652732098c129f023f8102675102656a20b40396a24ea505534f92b67ad4dd::" providerId="AD" clId="Web-{F827C23D-7689-BD05-FAF5-34CE2F6D6362}" dt="2024-10-20T11:52:25.847" v="55"/>
      <pc:docMkLst>
        <pc:docMk/>
      </pc:docMkLst>
      <pc:sldChg chg="modSp">
        <pc:chgData name="Gość" userId="S::urn:spo:anon#48652732098c129f023f8102675102656a20b40396a24ea505534f92b67ad4dd::" providerId="AD" clId="Web-{F827C23D-7689-BD05-FAF5-34CE2F6D6362}" dt="2024-10-20T11:52:25.847" v="55"/>
        <pc:sldMkLst>
          <pc:docMk/>
          <pc:sldMk cId="2451837985" sldId="2423"/>
        </pc:sldMkLst>
        <pc:graphicFrameChg chg="mod modGraphic">
          <ac:chgData name="Gość" userId="S::urn:spo:anon#48652732098c129f023f8102675102656a20b40396a24ea505534f92b67ad4dd::" providerId="AD" clId="Web-{F827C23D-7689-BD05-FAF5-34CE2F6D6362}" dt="2024-10-20T11:52:25.847" v="55"/>
          <ac:graphicFrameMkLst>
            <pc:docMk/>
            <pc:sldMk cId="2451837985" sldId="2423"/>
            <ac:graphicFrameMk id="12" creationId="{74CF6476-D2C3-2348-BEC7-148925E380DF}"/>
          </ac:graphicFrameMkLst>
        </pc:graphicFrameChg>
      </pc:sldChg>
    </pc:docChg>
  </pc:docChgLst>
  <pc:docChgLst>
    <pc:chgData name="Gość" userId="S::urn:spo:anon#012f7925bfe39c15b70d12d6afb658ca714dd210a097a6249bb25f1272505b1a::" providerId="AD" clId="Web-{48C0BC53-9034-876A-62BC-76BF6104DD3B}"/>
    <pc:docChg chg="modSld">
      <pc:chgData name="Gość" userId="S::urn:spo:anon#012f7925bfe39c15b70d12d6afb658ca714dd210a097a6249bb25f1272505b1a::" providerId="AD" clId="Web-{48C0BC53-9034-876A-62BC-76BF6104DD3B}" dt="2024-10-14T10:05:13.007" v="17"/>
      <pc:docMkLst>
        <pc:docMk/>
      </pc:docMkLst>
      <pc:sldChg chg="modSp">
        <pc:chgData name="Gość" userId="S::urn:spo:anon#012f7925bfe39c15b70d12d6afb658ca714dd210a097a6249bb25f1272505b1a::" providerId="AD" clId="Web-{48C0BC53-9034-876A-62BC-76BF6104DD3B}" dt="2024-10-14T10:05:13.007" v="17"/>
        <pc:sldMkLst>
          <pc:docMk/>
          <pc:sldMk cId="2451837985" sldId="2423"/>
        </pc:sldMkLst>
        <pc:graphicFrameChg chg="mod modGraphic">
          <ac:chgData name="Gość" userId="S::urn:spo:anon#012f7925bfe39c15b70d12d6afb658ca714dd210a097a6249bb25f1272505b1a::" providerId="AD" clId="Web-{48C0BC53-9034-876A-62BC-76BF6104DD3B}" dt="2024-10-14T10:05:13.007"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26280259-1504-EFBB-6DCD-1C68DAFC20C1}"/>
    <pc:docChg chg="modSld">
      <pc:chgData name="Gość" userId="S::urn:spo:anon#48652732098c129f023f8102675102656a20b40396a24ea505534f92b67ad4dd::" providerId="AD" clId="Web-{26280259-1504-EFBB-6DCD-1C68DAFC20C1}" dt="2024-10-14T07:45:31.171" v="1"/>
      <pc:docMkLst>
        <pc:docMk/>
      </pc:docMkLst>
      <pc:sldChg chg="modSp">
        <pc:chgData name="Gość" userId="S::urn:spo:anon#48652732098c129f023f8102675102656a20b40396a24ea505534f92b67ad4dd::" providerId="AD" clId="Web-{26280259-1504-EFBB-6DCD-1C68DAFC20C1}" dt="2024-10-14T07:45:31.171" v="1"/>
        <pc:sldMkLst>
          <pc:docMk/>
          <pc:sldMk cId="3110103477" sldId="2463"/>
        </pc:sldMkLst>
        <pc:graphicFrameChg chg="modGraphic">
          <ac:chgData name="Gość" userId="S::urn:spo:anon#48652732098c129f023f8102675102656a20b40396a24ea505534f92b67ad4dd::" providerId="AD" clId="Web-{26280259-1504-EFBB-6DCD-1C68DAFC20C1}" dt="2024-10-14T07:45:31.171" v="1"/>
          <ac:graphicFrameMkLst>
            <pc:docMk/>
            <pc:sldMk cId="3110103477" sldId="2463"/>
            <ac:graphicFrameMk id="12" creationId="{74CF6476-D2C3-2348-BEC7-148925E380DF}"/>
          </ac:graphicFrameMkLst>
        </pc:graphicFrameChg>
      </pc:sldChg>
    </pc:docChg>
  </pc:docChgLst>
  <pc:docChgLst>
    <pc:chgData name="Guest User" userId="S::urn:spo:anon#394b589e71bba741554b950ed48c5a359e4f6dfdcb8edc74061dca96405ca95e::" providerId="AD" clId="Web-{D75D2671-51EF-4E66-FB36-5CF8707C88A5}"/>
    <pc:docChg chg="addSld delSld modSld">
      <pc:chgData name="Guest User" userId="S::urn:spo:anon#394b589e71bba741554b950ed48c5a359e4f6dfdcb8edc74061dca96405ca95e::" providerId="AD" clId="Web-{D75D2671-51EF-4E66-FB36-5CF8707C88A5}" dt="2025-03-18T08:49:43.150" v="6334"/>
      <pc:docMkLst>
        <pc:docMk/>
      </pc:docMkLst>
      <pc:sldChg chg="modSp">
        <pc:chgData name="Guest User" userId="S::urn:spo:anon#394b589e71bba741554b950ed48c5a359e4f6dfdcb8edc74061dca96405ca95e::" providerId="AD" clId="Web-{D75D2671-51EF-4E66-FB36-5CF8707C88A5}" dt="2025-03-18T08:47:29.489" v="6054"/>
        <pc:sldMkLst>
          <pc:docMk/>
          <pc:sldMk cId="2451837985" sldId="2423"/>
        </pc:sldMkLst>
        <pc:graphicFrameChg chg="mod modGraphic">
          <ac:chgData name="Guest User" userId="S::urn:spo:anon#394b589e71bba741554b950ed48c5a359e4f6dfdcb8edc74061dca96405ca95e::" providerId="AD" clId="Web-{D75D2671-51EF-4E66-FB36-5CF8707C88A5}" dt="2025-03-18T08:47:29.489" v="6054"/>
          <ac:graphicFrameMkLst>
            <pc:docMk/>
            <pc:sldMk cId="2451837985" sldId="2423"/>
            <ac:graphicFrameMk id="12" creationId="{74CF6476-D2C3-2348-BEC7-148925E380DF}"/>
          </ac:graphicFrameMkLst>
        </pc:graphicFrameChg>
      </pc:sldChg>
      <pc:sldChg chg="modSp">
        <pc:chgData name="Guest User" userId="S::urn:spo:anon#394b589e71bba741554b950ed48c5a359e4f6dfdcb8edc74061dca96405ca95e::" providerId="AD" clId="Web-{D75D2671-51EF-4E66-FB36-5CF8707C88A5}" dt="2025-03-18T07:54:08.957" v="3345"/>
        <pc:sldMkLst>
          <pc:docMk/>
          <pc:sldMk cId="3110103477" sldId="2463"/>
        </pc:sldMkLst>
        <pc:graphicFrameChg chg="mod modGraphic">
          <ac:chgData name="Guest User" userId="S::urn:spo:anon#394b589e71bba741554b950ed48c5a359e4f6dfdcb8edc74061dca96405ca95e::" providerId="AD" clId="Web-{D75D2671-51EF-4E66-FB36-5CF8707C88A5}" dt="2025-03-18T07:54:08.957" v="3345"/>
          <ac:graphicFrameMkLst>
            <pc:docMk/>
            <pc:sldMk cId="3110103477" sldId="2463"/>
            <ac:graphicFrameMk id="12" creationId="{74CF6476-D2C3-2348-BEC7-148925E380DF}"/>
          </ac:graphicFrameMkLst>
        </pc:graphicFrameChg>
      </pc:sldChg>
      <pc:sldChg chg="modSp">
        <pc:chgData name="Guest User" userId="S::urn:spo:anon#394b589e71bba741554b950ed48c5a359e4f6dfdcb8edc74061dca96405ca95e::" providerId="AD" clId="Web-{D75D2671-51EF-4E66-FB36-5CF8707C88A5}" dt="2025-03-18T08:47:05.800" v="6040"/>
        <pc:sldMkLst>
          <pc:docMk/>
          <pc:sldMk cId="4070156159" sldId="2465"/>
        </pc:sldMkLst>
        <pc:graphicFrameChg chg="mod modGraphic">
          <ac:chgData name="Guest User" userId="S::urn:spo:anon#394b589e71bba741554b950ed48c5a359e4f6dfdcb8edc74061dca96405ca95e::" providerId="AD" clId="Web-{D75D2671-51EF-4E66-FB36-5CF8707C88A5}" dt="2025-03-18T08:47:05.800" v="6040"/>
          <ac:graphicFrameMkLst>
            <pc:docMk/>
            <pc:sldMk cId="4070156159" sldId="2465"/>
            <ac:graphicFrameMk id="18" creationId="{1F74CD5A-9F80-0549-8844-6BFF5ADE70C7}"/>
          </ac:graphicFrameMkLst>
        </pc:graphicFrameChg>
      </pc:sldChg>
      <pc:sldChg chg="modSp">
        <pc:chgData name="Guest User" userId="S::urn:spo:anon#394b589e71bba741554b950ed48c5a359e4f6dfdcb8edc74061dca96405ca95e::" providerId="AD" clId="Web-{D75D2671-51EF-4E66-FB36-5CF8707C88A5}" dt="2025-03-18T08:49:43.150" v="6334"/>
        <pc:sldMkLst>
          <pc:docMk/>
          <pc:sldMk cId="1820793006" sldId="2466"/>
        </pc:sldMkLst>
        <pc:graphicFrameChg chg="mod modGraphic">
          <ac:chgData name="Guest User" userId="S::urn:spo:anon#394b589e71bba741554b950ed48c5a359e4f6dfdcb8edc74061dca96405ca95e::" providerId="AD" clId="Web-{D75D2671-51EF-4E66-FB36-5CF8707C88A5}" dt="2025-03-18T08:49:43.150" v="6334"/>
          <ac:graphicFrameMkLst>
            <pc:docMk/>
            <pc:sldMk cId="1820793006" sldId="2466"/>
            <ac:graphicFrameMk id="12" creationId="{74CF6476-D2C3-2348-BEC7-148925E380DF}"/>
          </ac:graphicFrameMkLst>
        </pc:graphicFrameChg>
      </pc:sldChg>
      <pc:sldChg chg="addSp delSp modSp new del">
        <pc:chgData name="Guest User" userId="S::urn:spo:anon#394b589e71bba741554b950ed48c5a359e4f6dfdcb8edc74061dca96405ca95e::" providerId="AD" clId="Web-{D75D2671-51EF-4E66-FB36-5CF8707C88A5}" dt="2025-03-18T07:52:04.845" v="3143"/>
        <pc:sldMkLst>
          <pc:docMk/>
          <pc:sldMk cId="839709527" sldId="2467"/>
        </pc:sldMkLst>
        <pc:spChg chg="del">
          <ac:chgData name="Guest User" userId="S::urn:spo:anon#394b589e71bba741554b950ed48c5a359e4f6dfdcb8edc74061dca96405ca95e::" providerId="AD" clId="Web-{D75D2671-51EF-4E66-FB36-5CF8707C88A5}" dt="2025-03-18T07:38:14.185" v="2158"/>
          <ac:spMkLst>
            <pc:docMk/>
            <pc:sldMk cId="839709527" sldId="2467"/>
            <ac:spMk id="2" creationId="{590423CF-2154-1BBE-7290-C9250578ED2C}"/>
          </ac:spMkLst>
        </pc:spChg>
        <pc:spChg chg="del">
          <ac:chgData name="Guest User" userId="S::urn:spo:anon#394b589e71bba741554b950ed48c5a359e4f6dfdcb8edc74061dca96405ca95e::" providerId="AD" clId="Web-{D75D2671-51EF-4E66-FB36-5CF8707C88A5}" dt="2025-03-18T07:38:16.169" v="2159"/>
          <ac:spMkLst>
            <pc:docMk/>
            <pc:sldMk cId="839709527" sldId="2467"/>
            <ac:spMk id="3" creationId="{BDA19A3E-9E1F-AADF-28B1-B5AA1B9FED3F}"/>
          </ac:spMkLst>
        </pc:spChg>
        <pc:spChg chg="del">
          <ac:chgData name="Guest User" userId="S::urn:spo:anon#394b589e71bba741554b950ed48c5a359e4f6dfdcb8edc74061dca96405ca95e::" providerId="AD" clId="Web-{D75D2671-51EF-4E66-FB36-5CF8707C88A5}" dt="2025-03-18T07:38:18.888" v="2160"/>
          <ac:spMkLst>
            <pc:docMk/>
            <pc:sldMk cId="839709527" sldId="2467"/>
            <ac:spMk id="4" creationId="{35337A83-B95B-BE71-B96E-62175EBCD8B8}"/>
          </ac:spMkLst>
        </pc:spChg>
        <pc:spChg chg="del">
          <ac:chgData name="Guest User" userId="S::urn:spo:anon#394b589e71bba741554b950ed48c5a359e4f6dfdcb8edc74061dca96405ca95e::" providerId="AD" clId="Web-{D75D2671-51EF-4E66-FB36-5CF8707C88A5}" dt="2025-03-18T07:38:20.622" v="2161"/>
          <ac:spMkLst>
            <pc:docMk/>
            <pc:sldMk cId="839709527" sldId="2467"/>
            <ac:spMk id="5" creationId="{2037BF80-5115-5748-B4A7-B0A59F2E9D33}"/>
          </ac:spMkLst>
        </pc:spChg>
        <pc:graphicFrameChg chg="add mod modGraphic">
          <ac:chgData name="Guest User" userId="S::urn:spo:anon#394b589e71bba741554b950ed48c5a359e4f6dfdcb8edc74061dca96405ca95e::" providerId="AD" clId="Web-{D75D2671-51EF-4E66-FB36-5CF8707C88A5}" dt="2025-03-18T07:51:35.797" v="3139"/>
          <ac:graphicFrameMkLst>
            <pc:docMk/>
            <pc:sldMk cId="839709527" sldId="2467"/>
            <ac:graphicFrameMk id="9" creationId="{FB900BF2-9C56-4C5C-0D66-1316FB3DDA9F}"/>
          </ac:graphicFrameMkLst>
        </pc:graphicFrameChg>
      </pc:sldChg>
      <pc:sldChg chg="addSp delSp modSp new">
        <pc:chgData name="Guest User" userId="S::urn:spo:anon#394b589e71bba741554b950ed48c5a359e4f6dfdcb8edc74061dca96405ca95e::" providerId="AD" clId="Web-{D75D2671-51EF-4E66-FB36-5CF8707C88A5}" dt="2025-03-18T08:09:03.932" v="4742"/>
        <pc:sldMkLst>
          <pc:docMk/>
          <pc:sldMk cId="1007168370" sldId="2468"/>
        </pc:sldMkLst>
        <pc:spChg chg="del">
          <ac:chgData name="Guest User" userId="S::urn:spo:anon#394b589e71bba741554b950ed48c5a359e4f6dfdcb8edc74061dca96405ca95e::" providerId="AD" clId="Web-{D75D2671-51EF-4E66-FB36-5CF8707C88A5}" dt="2025-03-18T07:51:57.345" v="3141"/>
          <ac:spMkLst>
            <pc:docMk/>
            <pc:sldMk cId="1007168370" sldId="2468"/>
            <ac:spMk id="2" creationId="{496AABBA-AEA6-79D8-257A-0AA8BC219ED8}"/>
          </ac:spMkLst>
        </pc:spChg>
        <pc:graphicFrameChg chg="add mod modGraphic">
          <ac:chgData name="Guest User" userId="S::urn:spo:anon#394b589e71bba741554b950ed48c5a359e4f6dfdcb8edc74061dca96405ca95e::" providerId="AD" clId="Web-{D75D2671-51EF-4E66-FB36-5CF8707C88A5}" dt="2025-03-18T08:09:03.932" v="4742"/>
          <ac:graphicFrameMkLst>
            <pc:docMk/>
            <pc:sldMk cId="1007168370" sldId="2468"/>
            <ac:graphicFrameMk id="4" creationId="{6D72B5A0-5886-D3BF-A824-C2CFA6CBEEF2}"/>
          </ac:graphicFrameMkLst>
        </pc:graphicFrameChg>
      </pc:sldChg>
    </pc:docChg>
  </pc:docChgLst>
  <pc:docChgLst>
    <pc:chgData name="Ana-Maria Nankova" userId="S::ana-maria@fasttrack-europe.com::a218cca0-34b6-447c-a499-8829ab6c4acb" providerId="AD" clId="Web-{FBFF63A3-B20A-359A-DA07-EA9144AAA09B}"/>
    <pc:docChg chg="modSld">
      <pc:chgData name="Ana-Maria Nankova" userId="S::ana-maria@fasttrack-europe.com::a218cca0-34b6-447c-a499-8829ab6c4acb" providerId="AD" clId="Web-{FBFF63A3-B20A-359A-DA07-EA9144AAA09B}" dt="2024-10-23T12:35:17.462" v="21"/>
      <pc:docMkLst>
        <pc:docMk/>
      </pc:docMkLst>
      <pc:sldChg chg="modSp">
        <pc:chgData name="Ana-Maria Nankova" userId="S::ana-maria@fasttrack-europe.com::a218cca0-34b6-447c-a499-8829ab6c4acb" providerId="AD" clId="Web-{FBFF63A3-B20A-359A-DA07-EA9144AAA09B}" dt="2024-10-23T12:35:17.462" v="21"/>
        <pc:sldMkLst>
          <pc:docMk/>
          <pc:sldMk cId="2451837985" sldId="2423"/>
        </pc:sldMkLst>
        <pc:graphicFrameChg chg="mod modGraphic">
          <ac:chgData name="Ana-Maria Nankova" userId="S::ana-maria@fasttrack-europe.com::a218cca0-34b6-447c-a499-8829ab6c4acb" providerId="AD" clId="Web-{FBFF63A3-B20A-359A-DA07-EA9144AAA09B}" dt="2024-10-23T12:35:17.462" v="21"/>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E2AB3C64-DE71-8C07-EE4C-75B97571FDCE}"/>
    <pc:docChg chg="modSld">
      <pc:chgData name="Gość" userId="S::urn:spo:anon#48652732098c129f023f8102675102656a20b40396a24ea505534f92b67ad4dd::" providerId="AD" clId="Web-{E2AB3C64-DE71-8C07-EE4C-75B97571FDCE}" dt="2024-10-17T09:27:27.152" v="6542"/>
      <pc:docMkLst>
        <pc:docMk/>
      </pc:docMkLst>
      <pc:sldChg chg="modSp">
        <pc:chgData name="Gość" userId="S::urn:spo:anon#48652732098c129f023f8102675102656a20b40396a24ea505534f92b67ad4dd::" providerId="AD" clId="Web-{E2AB3C64-DE71-8C07-EE4C-75B97571FDCE}" dt="2024-10-17T08:37:04.482" v="3210"/>
        <pc:sldMkLst>
          <pc:docMk/>
          <pc:sldMk cId="1877047662" sldId="2420"/>
        </pc:sldMkLst>
        <pc:graphicFrameChg chg="mod modGraphic">
          <ac:chgData name="Gość" userId="S::urn:spo:anon#48652732098c129f023f8102675102656a20b40396a24ea505534f92b67ad4dd::" providerId="AD" clId="Web-{E2AB3C64-DE71-8C07-EE4C-75B97571FDCE}" dt="2024-10-17T08:37:04.482" v="321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4:37.271" v="6456"/>
        <pc:sldMkLst>
          <pc:docMk/>
          <pc:sldMk cId="2451837985" sldId="2423"/>
        </pc:sldMkLst>
        <pc:graphicFrameChg chg="mod modGraphic">
          <ac:chgData name="Gość" userId="S::urn:spo:anon#48652732098c129f023f8102675102656a20b40396a24ea505534f92b67ad4dd::" providerId="AD" clId="Web-{E2AB3C64-DE71-8C07-EE4C-75B97571FDCE}" dt="2024-10-17T09:24:37.271" v="6456"/>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9:00:00.537" v="5134"/>
        <pc:sldMkLst>
          <pc:docMk/>
          <pc:sldMk cId="3110103477" sldId="2463"/>
        </pc:sldMkLst>
        <pc:graphicFrameChg chg="mod modGraphic">
          <ac:chgData name="Gość" userId="S::urn:spo:anon#48652732098c129f023f8102675102656a20b40396a24ea505534f92b67ad4dd::" providerId="AD" clId="Web-{E2AB3C64-DE71-8C07-EE4C-75B97571FDCE}" dt="2024-10-17T09:00:00.537" v="5134"/>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8:38:38.644" v="3330"/>
        <pc:sldMkLst>
          <pc:docMk/>
          <pc:sldMk cId="4070156159" sldId="2465"/>
        </pc:sldMkLst>
        <pc:graphicFrameChg chg="mod modGraphic">
          <ac:chgData name="Gość" userId="S::urn:spo:anon#48652732098c129f023f8102675102656a20b40396a24ea505534f92b67ad4dd::" providerId="AD" clId="Web-{E2AB3C64-DE71-8C07-EE4C-75B97571FDCE}" dt="2024-10-17T08:38:38.644" v="3330"/>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7:27.152" v="6542"/>
        <pc:sldMkLst>
          <pc:docMk/>
          <pc:sldMk cId="1820793006" sldId="2466"/>
        </pc:sldMkLst>
        <pc:graphicFrameChg chg="mod modGraphic">
          <ac:chgData name="Gość" userId="S::urn:spo:anon#48652732098c129f023f8102675102656a20b40396a24ea505534f92b67ad4dd::" providerId="AD" clId="Web-{E2AB3C64-DE71-8C07-EE4C-75B97571FDCE}" dt="2024-10-17T09:27:27.152" v="65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233D6511-9B9D-D0B8-92ED-8C4FDA334F21}"/>
    <pc:docChg chg="modSld">
      <pc:chgData name="Gość" userId="S::urn:spo:anon#48652732098c129f023f8102675102656a20b40396a24ea505534f92b67ad4dd::" providerId="AD" clId="Web-{233D6511-9B9D-D0B8-92ED-8C4FDA334F21}" dt="2024-10-18T12:55:44.248" v="19"/>
      <pc:docMkLst>
        <pc:docMk/>
      </pc:docMkLst>
      <pc:sldChg chg="modSp">
        <pc:chgData name="Gość" userId="S::urn:spo:anon#48652732098c129f023f8102675102656a20b40396a24ea505534f92b67ad4dd::" providerId="AD" clId="Web-{233D6511-9B9D-D0B8-92ED-8C4FDA334F21}" dt="2024-10-18T12:55:44.248" v="19"/>
        <pc:sldMkLst>
          <pc:docMk/>
          <pc:sldMk cId="2451837985" sldId="2423"/>
        </pc:sldMkLst>
        <pc:graphicFrameChg chg="mod modGraphic">
          <ac:chgData name="Gość" userId="S::urn:spo:anon#48652732098c129f023f8102675102656a20b40396a24ea505534f92b67ad4dd::" providerId="AD" clId="Web-{233D6511-9B9D-D0B8-92ED-8C4FDA334F21}" dt="2024-10-18T12:55:44.248"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0A08A5-AB32-CBFB-85AC-1CA5549730EE}"/>
    <pc:docChg chg="addSld delSld modSld">
      <pc:chgData name="Gość" userId="S::urn:spo:anon#48652732098c129f023f8102675102656a20b40396a24ea505534f92b67ad4dd::" providerId="AD" clId="Web-{620A08A5-AB32-CBFB-85AC-1CA5549730EE}" dt="2024-10-18T12:52:26.441" v="366"/>
      <pc:docMkLst>
        <pc:docMk/>
      </pc:docMkLst>
      <pc:sldChg chg="modSp">
        <pc:chgData name="Gość" userId="S::urn:spo:anon#48652732098c129f023f8102675102656a20b40396a24ea505534f92b67ad4dd::" providerId="AD" clId="Web-{620A08A5-AB32-CBFB-85AC-1CA5549730EE}" dt="2024-10-18T12:42:47.931" v="353"/>
        <pc:sldMkLst>
          <pc:docMk/>
          <pc:sldMk cId="2451837985" sldId="2423"/>
        </pc:sldMkLst>
        <pc:graphicFrameChg chg="mod modGraphic">
          <ac:chgData name="Gość" userId="S::urn:spo:anon#48652732098c129f023f8102675102656a20b40396a24ea505534f92b67ad4dd::" providerId="AD" clId="Web-{620A08A5-AB32-CBFB-85AC-1CA5549730EE}" dt="2024-10-18T12:42:47.931" v="353"/>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0A08A5-AB32-CBFB-85AC-1CA5549730EE}" dt="2024-10-18T12:30:00.933" v="335"/>
        <pc:sldMkLst>
          <pc:docMk/>
          <pc:sldMk cId="4070156159" sldId="2465"/>
        </pc:sldMkLst>
        <pc:graphicFrameChg chg="mod modGraphic">
          <ac:chgData name="Gość" userId="S::urn:spo:anon#48652732098c129f023f8102675102656a20b40396a24ea505534f92b67ad4dd::" providerId="AD" clId="Web-{620A08A5-AB32-CBFB-85AC-1CA5549730EE}" dt="2024-10-18T12:30:00.933" v="335"/>
          <ac:graphicFrameMkLst>
            <pc:docMk/>
            <pc:sldMk cId="4070156159" sldId="2465"/>
            <ac:graphicFrameMk id="18" creationId="{1F74CD5A-9F80-0549-8844-6BFF5ADE70C7}"/>
          </ac:graphicFrameMkLst>
        </pc:graphicFrameChg>
      </pc:sldChg>
      <pc:sldChg chg="addSp delSp modSp">
        <pc:chgData name="Gość" userId="S::urn:spo:anon#48652732098c129f023f8102675102656a20b40396a24ea505534f92b67ad4dd::" providerId="AD" clId="Web-{620A08A5-AB32-CBFB-85AC-1CA5549730EE}" dt="2024-10-18T12:52:22.925" v="365"/>
        <pc:sldMkLst>
          <pc:docMk/>
          <pc:sldMk cId="1820793006" sldId="2466"/>
        </pc:sldMkLst>
        <pc:graphicFrameChg chg="mod modGraphic">
          <ac:chgData name="Gość" userId="S::urn:spo:anon#48652732098c129f023f8102675102656a20b40396a24ea505534f92b67ad4dd::" providerId="AD" clId="Web-{620A08A5-AB32-CBFB-85AC-1CA5549730EE}" dt="2024-10-18T12:51:54.612" v="363"/>
          <ac:graphicFrameMkLst>
            <pc:docMk/>
            <pc:sldMk cId="1820793006" sldId="2466"/>
            <ac:graphicFrameMk id="12" creationId="{74CF6476-D2C3-2348-BEC7-148925E380DF}"/>
          </ac:graphicFrameMkLst>
        </pc:graphicFrameChg>
        <pc:picChg chg="add del mod">
          <ac:chgData name="Gość" userId="S::urn:spo:anon#48652732098c129f023f8102675102656a20b40396a24ea505534f92b67ad4dd::" providerId="AD" clId="Web-{620A08A5-AB32-CBFB-85AC-1CA5549730EE}" dt="2024-10-18T12:52:22.925" v="365"/>
          <ac:picMkLst>
            <pc:docMk/>
            <pc:sldMk cId="1820793006" sldId="2466"/>
            <ac:picMk id="4" creationId="{4F10198E-FD3F-67EF-C8AB-1BFA25303112}"/>
          </ac:picMkLst>
        </pc:picChg>
      </pc:sldChg>
      <pc:sldChg chg="addSp delSp modSp new del">
        <pc:chgData name="Gość" userId="S::urn:spo:anon#48652732098c129f023f8102675102656a20b40396a24ea505534f92b67ad4dd::" providerId="AD" clId="Web-{620A08A5-AB32-CBFB-85AC-1CA5549730EE}" dt="2024-10-18T12:52:26.441" v="366"/>
        <pc:sldMkLst>
          <pc:docMk/>
          <pc:sldMk cId="361989928" sldId="2467"/>
        </pc:sldMkLst>
        <pc:picChg chg="add del mod">
          <ac:chgData name="Gość" userId="S::urn:spo:anon#48652732098c129f023f8102675102656a20b40396a24ea505534f92b67ad4dd::" providerId="AD" clId="Web-{620A08A5-AB32-CBFB-85AC-1CA5549730EE}" dt="2024-10-18T12:51:07.143" v="359"/>
          <ac:picMkLst>
            <pc:docMk/>
            <pc:sldMk cId="361989928" sldId="2467"/>
            <ac:picMk id="8" creationId="{0F36D66C-A4C7-6EF4-6DAD-25FFF4D27751}"/>
          </ac:picMkLst>
        </pc:picChg>
      </pc:sldChg>
      <pc:sldChg chg="add del replId">
        <pc:chgData name="Gość" userId="S::urn:spo:anon#48652732098c129f023f8102675102656a20b40396a24ea505534f92b67ad4dd::" providerId="AD" clId="Web-{620A08A5-AB32-CBFB-85AC-1CA5549730EE}" dt="2024-10-18T12:48:13.561" v="355"/>
        <pc:sldMkLst>
          <pc:docMk/>
          <pc:sldMk cId="411644085" sldId="2467"/>
        </pc:sldMkLst>
      </pc:sldChg>
    </pc:docChg>
  </pc:docChgLst>
  <pc:docChgLst>
    <pc:chgData name="Gość" userId="S::urn:spo:anon#48652732098c129f023f8102675102656a20b40396a24ea505534f92b67ad4dd::" providerId="AD" clId="Web-{BEA125D0-1AA6-A7AD-EBE1-34644282BE49}"/>
    <pc:docChg chg="modSld">
      <pc:chgData name="Gość" userId="S::urn:spo:anon#48652732098c129f023f8102675102656a20b40396a24ea505534f92b67ad4dd::" providerId="AD" clId="Web-{BEA125D0-1AA6-A7AD-EBE1-34644282BE49}" dt="2024-10-18T16:39:22.537" v="19"/>
      <pc:docMkLst>
        <pc:docMk/>
      </pc:docMkLst>
      <pc:sldChg chg="modSp">
        <pc:chgData name="Gość" userId="S::urn:spo:anon#48652732098c129f023f8102675102656a20b40396a24ea505534f92b67ad4dd::" providerId="AD" clId="Web-{BEA125D0-1AA6-A7AD-EBE1-34644282BE49}" dt="2024-10-18T16:39:22.537" v="19"/>
        <pc:sldMkLst>
          <pc:docMk/>
          <pc:sldMk cId="2451837985" sldId="2423"/>
        </pc:sldMkLst>
        <pc:graphicFrameChg chg="mod modGraphic">
          <ac:chgData name="Gość" userId="S::urn:spo:anon#48652732098c129f023f8102675102656a20b40396a24ea505534f92b67ad4dd::" providerId="AD" clId="Web-{BEA125D0-1AA6-A7AD-EBE1-34644282BE49}" dt="2024-10-18T16:39:22.537"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1195CA78-1EEA-12FE-7BF0-739A38A09E1E}"/>
    <pc:docChg chg="modSld">
      <pc:chgData name="Gość" userId="S::urn:spo:anon#48652732098c129f023f8102675102656a20b40396a24ea505534f92b67ad4dd::" providerId="AD" clId="Web-{1195CA78-1EEA-12FE-7BF0-739A38A09E1E}" dt="2024-10-20T17:34:15.315" v="53"/>
      <pc:docMkLst>
        <pc:docMk/>
      </pc:docMkLst>
      <pc:sldChg chg="modSp">
        <pc:chgData name="Gość" userId="S::urn:spo:anon#48652732098c129f023f8102675102656a20b40396a24ea505534f92b67ad4dd::" providerId="AD" clId="Web-{1195CA78-1EEA-12FE-7BF0-739A38A09E1E}" dt="2024-10-20T17:34:15.315" v="53"/>
        <pc:sldMkLst>
          <pc:docMk/>
          <pc:sldMk cId="2451837985" sldId="2423"/>
        </pc:sldMkLst>
        <pc:graphicFrameChg chg="mod modGraphic">
          <ac:chgData name="Gość" userId="S::urn:spo:anon#48652732098c129f023f8102675102656a20b40396a24ea505534f92b67ad4dd::" providerId="AD" clId="Web-{1195CA78-1EEA-12FE-7BF0-739A38A09E1E}" dt="2024-10-20T17:34:15.315" v="53"/>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98D1B4CE-2E86-2C71-BED3-C46A8DA01D2A}"/>
    <pc:docChg chg="modSld">
      <pc:chgData name="Gość" userId="S::urn:spo:anon#48652732098c129f023f8102675102656a20b40396a24ea505534f92b67ad4dd::" providerId="AD" clId="Web-{98D1B4CE-2E86-2C71-BED3-C46A8DA01D2A}" dt="2024-10-17T09:28:08.913" v="15"/>
      <pc:docMkLst>
        <pc:docMk/>
      </pc:docMkLst>
      <pc:sldChg chg="modSp">
        <pc:chgData name="Gość" userId="S::urn:spo:anon#48652732098c129f023f8102675102656a20b40396a24ea505534f92b67ad4dd::" providerId="AD" clId="Web-{98D1B4CE-2E86-2C71-BED3-C46A8DA01D2A}" dt="2024-10-17T09:28:08.913" v="15"/>
        <pc:sldMkLst>
          <pc:docMk/>
          <pc:sldMk cId="1820793006" sldId="2466"/>
        </pc:sldMkLst>
        <pc:graphicFrameChg chg="mod modGraphic">
          <ac:chgData name="Gość" userId="S::urn:spo:anon#48652732098c129f023f8102675102656a20b40396a24ea505534f92b67ad4dd::" providerId="AD" clId="Web-{98D1B4CE-2E86-2C71-BED3-C46A8DA01D2A}" dt="2024-10-17T09:28:08.913" v="15"/>
          <ac:graphicFrameMkLst>
            <pc:docMk/>
            <pc:sldMk cId="1820793006" sldId="2466"/>
            <ac:graphicFrameMk id="12" creationId="{74CF6476-D2C3-2348-BEC7-148925E380DF}"/>
          </ac:graphicFrameMkLst>
        </pc:graphicFrameChg>
      </pc:sldChg>
    </pc:docChg>
  </pc:docChgLst>
  <pc:docChgLst>
    <pc:chgData name="Guest User" userId="S::urn:spo:anon#394b589e71bba741554b950ed48c5a359e4f6dfdcb8edc74061dca96405ca95e::" providerId="AD" clId="Web-{0BB28B39-F8F7-FA05-7E57-200F1558438A}"/>
    <pc:docChg chg="modSld">
      <pc:chgData name="Guest User" userId="S::urn:spo:anon#394b589e71bba741554b950ed48c5a359e4f6dfdcb8edc74061dca96405ca95e::" providerId="AD" clId="Web-{0BB28B39-F8F7-FA05-7E57-200F1558438A}" dt="2025-03-18T09:18:07.586" v="488"/>
      <pc:docMkLst>
        <pc:docMk/>
      </pc:docMkLst>
      <pc:sldChg chg="modSp">
        <pc:chgData name="Guest User" userId="S::urn:spo:anon#394b589e71bba741554b950ed48c5a359e4f6dfdcb8edc74061dca96405ca95e::" providerId="AD" clId="Web-{0BB28B39-F8F7-FA05-7E57-200F1558438A}" dt="2025-03-18T09:02:14.651" v="410"/>
        <pc:sldMkLst>
          <pc:docMk/>
          <pc:sldMk cId="3110103477" sldId="2463"/>
        </pc:sldMkLst>
        <pc:graphicFrameChg chg="mod modGraphic">
          <ac:chgData name="Guest User" userId="S::urn:spo:anon#394b589e71bba741554b950ed48c5a359e4f6dfdcb8edc74061dca96405ca95e::" providerId="AD" clId="Web-{0BB28B39-F8F7-FA05-7E57-200F1558438A}" dt="2025-03-18T09:02:14.651" v="410"/>
          <ac:graphicFrameMkLst>
            <pc:docMk/>
            <pc:sldMk cId="3110103477" sldId="2463"/>
            <ac:graphicFrameMk id="12" creationId="{74CF6476-D2C3-2348-BEC7-148925E380DF}"/>
          </ac:graphicFrameMkLst>
        </pc:graphicFrameChg>
      </pc:sldChg>
      <pc:sldChg chg="modSp">
        <pc:chgData name="Guest User" userId="S::urn:spo:anon#394b589e71bba741554b950ed48c5a359e4f6dfdcb8edc74061dca96405ca95e::" providerId="AD" clId="Web-{0BB28B39-F8F7-FA05-7E57-200F1558438A}" dt="2025-03-18T08:59:51.412" v="386"/>
        <pc:sldMkLst>
          <pc:docMk/>
          <pc:sldMk cId="4070156159" sldId="2465"/>
        </pc:sldMkLst>
        <pc:graphicFrameChg chg="mod modGraphic">
          <ac:chgData name="Guest User" userId="S::urn:spo:anon#394b589e71bba741554b950ed48c5a359e4f6dfdcb8edc74061dca96405ca95e::" providerId="AD" clId="Web-{0BB28B39-F8F7-FA05-7E57-200F1558438A}" dt="2025-03-18T08:59:51.412" v="386"/>
          <ac:graphicFrameMkLst>
            <pc:docMk/>
            <pc:sldMk cId="4070156159" sldId="2465"/>
            <ac:graphicFrameMk id="18" creationId="{1F74CD5A-9F80-0549-8844-6BFF5ADE70C7}"/>
          </ac:graphicFrameMkLst>
        </pc:graphicFrameChg>
      </pc:sldChg>
      <pc:sldChg chg="modSp">
        <pc:chgData name="Guest User" userId="S::urn:spo:anon#394b589e71bba741554b950ed48c5a359e4f6dfdcb8edc74061dca96405ca95e::" providerId="AD" clId="Web-{0BB28B39-F8F7-FA05-7E57-200F1558438A}" dt="2025-03-18T09:02:58.105" v="422"/>
        <pc:sldMkLst>
          <pc:docMk/>
          <pc:sldMk cId="1820793006" sldId="2466"/>
        </pc:sldMkLst>
        <pc:graphicFrameChg chg="mod modGraphic">
          <ac:chgData name="Guest User" userId="S::urn:spo:anon#394b589e71bba741554b950ed48c5a359e4f6dfdcb8edc74061dca96405ca95e::" providerId="AD" clId="Web-{0BB28B39-F8F7-FA05-7E57-200F1558438A}" dt="2025-03-18T09:02:58.105" v="422"/>
          <ac:graphicFrameMkLst>
            <pc:docMk/>
            <pc:sldMk cId="1820793006" sldId="2466"/>
            <ac:graphicFrameMk id="12" creationId="{74CF6476-D2C3-2348-BEC7-148925E380DF}"/>
          </ac:graphicFrameMkLst>
        </pc:graphicFrameChg>
      </pc:sldChg>
      <pc:sldChg chg="modSp">
        <pc:chgData name="Guest User" userId="S::urn:spo:anon#394b589e71bba741554b950ed48c5a359e4f6dfdcb8edc74061dca96405ca95e::" providerId="AD" clId="Web-{0BB28B39-F8F7-FA05-7E57-200F1558438A}" dt="2025-03-18T09:18:07.586" v="488"/>
        <pc:sldMkLst>
          <pc:docMk/>
          <pc:sldMk cId="1007168370" sldId="2468"/>
        </pc:sldMkLst>
        <pc:graphicFrameChg chg="mod modGraphic">
          <ac:chgData name="Guest User" userId="S::urn:spo:anon#394b589e71bba741554b950ed48c5a359e4f6dfdcb8edc74061dca96405ca95e::" providerId="AD" clId="Web-{0BB28B39-F8F7-FA05-7E57-200F1558438A}" dt="2025-03-18T09:18:07.586" v="488"/>
          <ac:graphicFrameMkLst>
            <pc:docMk/>
            <pc:sldMk cId="1007168370" sldId="2468"/>
            <ac:graphicFrameMk id="4" creationId="{6D72B5A0-5886-D3BF-A824-C2CFA6CBEEF2}"/>
          </ac:graphicFrameMkLst>
        </pc:graphicFrameChg>
      </pc:sldChg>
    </pc:docChg>
  </pc:docChgLst>
  <pc:docChgLst>
    <pc:chgData name="Gość" userId="S::urn:spo:anon#48652732098c129f023f8102675102656a20b40396a24ea505534f92b67ad4dd::" providerId="AD" clId="Web-{F9326122-67C4-2B19-DCEB-69918924893D}"/>
    <pc:docChg chg="modSld">
      <pc:chgData name="Gość" userId="S::urn:spo:anon#48652732098c129f023f8102675102656a20b40396a24ea505534f92b67ad4dd::" providerId="AD" clId="Web-{F9326122-67C4-2B19-DCEB-69918924893D}" dt="2024-10-14T08:50:35.228" v="3658"/>
      <pc:docMkLst>
        <pc:docMk/>
      </pc:docMkLst>
      <pc:sldChg chg="modSp">
        <pc:chgData name="Gość" userId="S::urn:spo:anon#48652732098c129f023f8102675102656a20b40396a24ea505534f92b67ad4dd::" providerId="AD" clId="Web-{F9326122-67C4-2B19-DCEB-69918924893D}" dt="2024-10-14T08:38:36.770" v="1920"/>
        <pc:sldMkLst>
          <pc:docMk/>
          <pc:sldMk cId="1877047662" sldId="2420"/>
        </pc:sldMkLst>
        <pc:graphicFrameChg chg="mod modGraphic">
          <ac:chgData name="Gość" userId="S::urn:spo:anon#48652732098c129f023f8102675102656a20b40396a24ea505534f92b67ad4dd::" providerId="AD" clId="Web-{F9326122-67C4-2B19-DCEB-69918924893D}" dt="2024-10-14T08:38:36.770" v="192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35.228" v="3658"/>
        <pc:sldMkLst>
          <pc:docMk/>
          <pc:sldMk cId="2451837985" sldId="2423"/>
        </pc:sldMkLst>
        <pc:graphicFrameChg chg="mod modGraphic">
          <ac:chgData name="Gość" userId="S::urn:spo:anon#48652732098c129f023f8102675102656a20b40396a24ea505534f92b67ad4dd::" providerId="AD" clId="Web-{F9326122-67C4-2B19-DCEB-69918924893D}" dt="2024-10-14T08:50:35.228" v="365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43:44.263" v="2868"/>
        <pc:sldMkLst>
          <pc:docMk/>
          <pc:sldMk cId="3110103477" sldId="2463"/>
        </pc:sldMkLst>
        <pc:graphicFrameChg chg="mod modGraphic">
          <ac:chgData name="Gość" userId="S::urn:spo:anon#48652732098c129f023f8102675102656a20b40396a24ea505534f92b67ad4dd::" providerId="AD" clId="Web-{F9326122-67C4-2B19-DCEB-69918924893D}" dt="2024-10-14T08:43:44.263" v="286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31:24.882" v="1479"/>
        <pc:sldMkLst>
          <pc:docMk/>
          <pc:sldMk cId="4070156159" sldId="2465"/>
        </pc:sldMkLst>
        <pc:graphicFrameChg chg="mod modGraphic">
          <ac:chgData name="Gość" userId="S::urn:spo:anon#48652732098c129f023f8102675102656a20b40396a24ea505534f92b67ad4dd::" providerId="AD" clId="Web-{F9326122-67C4-2B19-DCEB-69918924893D}" dt="2024-10-14T08:31:24.882" v="147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17.321" v="3642"/>
        <pc:sldMkLst>
          <pc:docMk/>
          <pc:sldMk cId="1820793006" sldId="2466"/>
        </pc:sldMkLst>
        <pc:graphicFrameChg chg="mod modGraphic">
          <ac:chgData name="Gość" userId="S::urn:spo:anon#48652732098c129f023f8102675102656a20b40396a24ea505534f92b67ad4dd::" providerId="AD" clId="Web-{F9326122-67C4-2B19-DCEB-69918924893D}" dt="2024-10-14T08:50:17.321" v="36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460719D-9556-EE7B-C4B6-C21F23FD8CCB}"/>
    <pc:docChg chg="modSld">
      <pc:chgData name="Gość" userId="S::urn:spo:anon#48652732098c129f023f8102675102656a20b40396a24ea505534f92b67ad4dd::" providerId="AD" clId="Web-{8460719D-9556-EE7B-C4B6-C21F23FD8CCB}" dt="2024-10-20T09:23:47.396" v="257"/>
      <pc:docMkLst>
        <pc:docMk/>
      </pc:docMkLst>
      <pc:sldChg chg="modSp">
        <pc:chgData name="Gość" userId="S::urn:spo:anon#48652732098c129f023f8102675102656a20b40396a24ea505534f92b67ad4dd::" providerId="AD" clId="Web-{8460719D-9556-EE7B-C4B6-C21F23FD8CCB}" dt="2024-10-20T09:23:47.396" v="257"/>
        <pc:sldMkLst>
          <pc:docMk/>
          <pc:sldMk cId="2451837985" sldId="2423"/>
        </pc:sldMkLst>
        <pc:graphicFrameChg chg="mod modGraphic">
          <ac:chgData name="Gość" userId="S::urn:spo:anon#48652732098c129f023f8102675102656a20b40396a24ea505534f92b67ad4dd::" providerId="AD" clId="Web-{8460719D-9556-EE7B-C4B6-C21F23FD8CCB}" dt="2024-10-20T09:23:47.396" v="25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06C6517A-9868-C28D-615A-EB0C16461AFD}"/>
    <pc:docChg chg="modSld">
      <pc:chgData name="Gość" userId="S::urn:spo:anon#48652732098c129f023f8102675102656a20b40396a24ea505534f92b67ad4dd::" providerId="AD" clId="Web-{06C6517A-9868-C28D-615A-EB0C16461AFD}" dt="2024-10-14T09:10:53.603" v="48"/>
      <pc:docMkLst>
        <pc:docMk/>
      </pc:docMkLst>
      <pc:sldChg chg="modSp">
        <pc:chgData name="Gość" userId="S::urn:spo:anon#48652732098c129f023f8102675102656a20b40396a24ea505534f92b67ad4dd::" providerId="AD" clId="Web-{06C6517A-9868-C28D-615A-EB0C16461AFD}" dt="2024-10-14T09:10:04.304" v="17"/>
        <pc:sldMkLst>
          <pc:docMk/>
          <pc:sldMk cId="1877047662" sldId="2420"/>
        </pc:sldMkLst>
        <pc:graphicFrameChg chg="mod modGraphic">
          <ac:chgData name="Gość" userId="S::urn:spo:anon#48652732098c129f023f8102675102656a20b40396a24ea505534f92b67ad4dd::" providerId="AD" clId="Web-{06C6517A-9868-C28D-615A-EB0C16461AFD}" dt="2024-10-14T09:10:04.304" v="17"/>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53.603" v="48"/>
        <pc:sldMkLst>
          <pc:docMk/>
          <pc:sldMk cId="2451837985" sldId="2423"/>
        </pc:sldMkLst>
        <pc:graphicFrameChg chg="mod modGraphic">
          <ac:chgData name="Gość" userId="S::urn:spo:anon#48652732098c129f023f8102675102656a20b40396a24ea505534f92b67ad4dd::" providerId="AD" clId="Web-{06C6517A-9868-C28D-615A-EB0C16461AFD}" dt="2024-10-14T09:10:53.603" v="4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10:36.493" v="38"/>
        <pc:sldMkLst>
          <pc:docMk/>
          <pc:sldMk cId="3110103477" sldId="2463"/>
        </pc:sldMkLst>
        <pc:graphicFrameChg chg="mod modGraphic">
          <ac:chgData name="Gość" userId="S::urn:spo:anon#48652732098c129f023f8102675102656a20b40396a24ea505534f92b67ad4dd::" providerId="AD" clId="Web-{06C6517A-9868-C28D-615A-EB0C16461AFD}" dt="2024-10-14T09:10:36.493" v="3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09:44.663" v="5"/>
        <pc:sldMkLst>
          <pc:docMk/>
          <pc:sldMk cId="4070156159" sldId="2465"/>
        </pc:sldMkLst>
        <pc:graphicFrameChg chg="mod modGraphic">
          <ac:chgData name="Gość" userId="S::urn:spo:anon#48652732098c129f023f8102675102656a20b40396a24ea505534f92b67ad4dd::" providerId="AD" clId="Web-{06C6517A-9868-C28D-615A-EB0C16461AFD}" dt="2024-10-14T09:09:44.663" v="5"/>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48.650" v="46"/>
        <pc:sldMkLst>
          <pc:docMk/>
          <pc:sldMk cId="1820793006" sldId="2466"/>
        </pc:sldMkLst>
        <pc:graphicFrameChg chg="mod modGraphic">
          <ac:chgData name="Gość" userId="S::urn:spo:anon#48652732098c129f023f8102675102656a20b40396a24ea505534f92b67ad4dd::" providerId="AD" clId="Web-{06C6517A-9868-C28D-615A-EB0C16461AFD}" dt="2024-10-14T09:10:48.650" v="46"/>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55AB402-7A3D-C239-7F14-C07B9ABD03DC}"/>
    <pc:docChg chg="modSld">
      <pc:chgData name="Gość" userId="S::urn:spo:anon#48652732098c129f023f8102675102656a20b40396a24ea505534f92b67ad4dd::" providerId="AD" clId="Web-{055AB402-7A3D-C239-7F14-C07B9ABD03DC}" dt="2024-10-19T10:12:44.024" v="17"/>
      <pc:docMkLst>
        <pc:docMk/>
      </pc:docMkLst>
      <pc:sldChg chg="modSp">
        <pc:chgData name="Gość" userId="S::urn:spo:anon#48652732098c129f023f8102675102656a20b40396a24ea505534f92b67ad4dd::" providerId="AD" clId="Web-{055AB402-7A3D-C239-7F14-C07B9ABD03DC}" dt="2024-10-19T10:12:44.024" v="17"/>
        <pc:sldMkLst>
          <pc:docMk/>
          <pc:sldMk cId="2451837985" sldId="2423"/>
        </pc:sldMkLst>
        <pc:graphicFrameChg chg="mod modGraphic">
          <ac:chgData name="Gość" userId="S::urn:spo:anon#48652732098c129f023f8102675102656a20b40396a24ea505534f92b67ad4dd::" providerId="AD" clId="Web-{055AB402-7A3D-C239-7F14-C07B9ABD03DC}" dt="2024-10-19T10:12:44.024"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DB34BD55-EF1B-CBCD-D46D-FDE87755CB14}"/>
    <pc:docChg chg="modSld">
      <pc:chgData name="Gość" userId="S::urn:spo:anon#48652732098c129f023f8102675102656a20b40396a24ea505534f92b67ad4dd::" providerId="AD" clId="Web-{DB34BD55-EF1B-CBCD-D46D-FDE87755CB14}" dt="2024-10-17T09:29:52.897" v="155"/>
      <pc:docMkLst>
        <pc:docMk/>
      </pc:docMkLst>
      <pc:sldChg chg="modSp">
        <pc:chgData name="Gość" userId="S::urn:spo:anon#48652732098c129f023f8102675102656a20b40396a24ea505534f92b67ad4dd::" providerId="AD" clId="Web-{DB34BD55-EF1B-CBCD-D46D-FDE87755CB14}" dt="2024-10-17T09:07:58.576" v="119"/>
        <pc:sldMkLst>
          <pc:docMk/>
          <pc:sldMk cId="2451837985" sldId="2423"/>
        </pc:sldMkLst>
        <pc:graphicFrameChg chg="mod modGraphic">
          <ac:chgData name="Gość" userId="S::urn:spo:anon#48652732098c129f023f8102675102656a20b40396a24ea505534f92b67ad4dd::" providerId="AD" clId="Web-{DB34BD55-EF1B-CBCD-D46D-FDE87755CB14}" dt="2024-10-17T09:07:58.576" v="119"/>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8:58:16.106" v="87"/>
        <pc:sldMkLst>
          <pc:docMk/>
          <pc:sldMk cId="3110103477" sldId="2463"/>
        </pc:sldMkLst>
        <pc:graphicFrameChg chg="mod modGraphic">
          <ac:chgData name="Gość" userId="S::urn:spo:anon#48652732098c129f023f8102675102656a20b40396a24ea505534f92b67ad4dd::" providerId="AD" clId="Web-{DB34BD55-EF1B-CBCD-D46D-FDE87755CB14}" dt="2024-10-17T08:58:16.106" v="8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9:29:52.897" v="155"/>
        <pc:sldMkLst>
          <pc:docMk/>
          <pc:sldMk cId="1820793006" sldId="2466"/>
        </pc:sldMkLst>
        <pc:graphicFrameChg chg="mod modGraphic">
          <ac:chgData name="Gość" userId="S::urn:spo:anon#48652732098c129f023f8102675102656a20b40396a24ea505534f92b67ad4dd::" providerId="AD" clId="Web-{DB34BD55-EF1B-CBCD-D46D-FDE87755CB14}" dt="2024-10-17T09:29:52.897" v="15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5A959B3-BA97-E1DF-1CD6-AF65220E21F5}"/>
    <pc:docChg chg="modSld">
      <pc:chgData name="Gość" userId="S::urn:spo:anon#48652732098c129f023f8102675102656a20b40396a24ea505534f92b67ad4dd::" providerId="AD" clId="Web-{85A959B3-BA97-E1DF-1CD6-AF65220E21F5}" dt="2024-10-18T08:24:02.394" v="119"/>
      <pc:docMkLst>
        <pc:docMk/>
      </pc:docMkLst>
      <pc:sldChg chg="modSp">
        <pc:chgData name="Gość" userId="S::urn:spo:anon#48652732098c129f023f8102675102656a20b40396a24ea505534f92b67ad4dd::" providerId="AD" clId="Web-{85A959B3-BA97-E1DF-1CD6-AF65220E21F5}" dt="2024-10-18T08:24:02.394" v="119"/>
        <pc:sldMkLst>
          <pc:docMk/>
          <pc:sldMk cId="2451837985" sldId="2423"/>
        </pc:sldMkLst>
        <pc:graphicFrameChg chg="mod modGraphic">
          <ac:chgData name="Gość" userId="S::urn:spo:anon#48652732098c129f023f8102675102656a20b40396a24ea505534f92b67ad4dd::" providerId="AD" clId="Web-{85A959B3-BA97-E1DF-1CD6-AF65220E21F5}" dt="2024-10-18T08:24:02.394" v="1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D4CE27-09BE-E439-2028-F6F54213DF8B}"/>
    <pc:docChg chg="modSld">
      <pc:chgData name="Gość" userId="S::urn:spo:anon#48652732098c129f023f8102675102656a20b40396a24ea505534f92b67ad4dd::" providerId="AD" clId="Web-{62D4CE27-09BE-E439-2028-F6F54213DF8B}" dt="2024-10-18T12:50:35.546" v="693"/>
      <pc:docMkLst>
        <pc:docMk/>
      </pc:docMkLst>
      <pc:sldChg chg="modSp">
        <pc:chgData name="Gość" userId="S::urn:spo:anon#48652732098c129f023f8102675102656a20b40396a24ea505534f92b67ad4dd::" providerId="AD" clId="Web-{62D4CE27-09BE-E439-2028-F6F54213DF8B}" dt="2024-10-18T12:32:47.066" v="493"/>
        <pc:sldMkLst>
          <pc:docMk/>
          <pc:sldMk cId="1877047662" sldId="2420"/>
        </pc:sldMkLst>
        <pc:graphicFrameChg chg="mod modGraphic">
          <ac:chgData name="Gość" userId="S::urn:spo:anon#48652732098c129f023f8102675102656a20b40396a24ea505534f92b67ad4dd::" providerId="AD" clId="Web-{62D4CE27-09BE-E439-2028-F6F54213DF8B}" dt="2024-10-18T12:32:47.066" v="493"/>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40:50.382" v="577"/>
        <pc:sldMkLst>
          <pc:docMk/>
          <pc:sldMk cId="2451837985" sldId="2423"/>
        </pc:sldMkLst>
        <pc:graphicFrameChg chg="mod modGraphic">
          <ac:chgData name="Gość" userId="S::urn:spo:anon#48652732098c129f023f8102675102656a20b40396a24ea505534f92b67ad4dd::" providerId="AD" clId="Web-{62D4CE27-09BE-E439-2028-F6F54213DF8B}" dt="2024-10-18T12:40:50.382" v="577"/>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7:17.811" v="557"/>
        <pc:sldMkLst>
          <pc:docMk/>
          <pc:sldMk cId="3110103477" sldId="2463"/>
        </pc:sldMkLst>
        <pc:graphicFrameChg chg="mod modGraphic">
          <ac:chgData name="Gość" userId="S::urn:spo:anon#48652732098c129f023f8102675102656a20b40396a24ea505534f92b67ad4dd::" providerId="AD" clId="Web-{62D4CE27-09BE-E439-2028-F6F54213DF8B}" dt="2024-10-18T12:37:17.811" v="55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1:34.048" v="439"/>
        <pc:sldMkLst>
          <pc:docMk/>
          <pc:sldMk cId="4070156159" sldId="2465"/>
        </pc:sldMkLst>
        <pc:graphicFrameChg chg="mod modGraphic">
          <ac:chgData name="Gość" userId="S::urn:spo:anon#48652732098c129f023f8102675102656a20b40396a24ea505534f92b67ad4dd::" providerId="AD" clId="Web-{62D4CE27-09BE-E439-2028-F6F54213DF8B}" dt="2024-10-18T12:31:34.048" v="43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50:35.546" v="693"/>
        <pc:sldMkLst>
          <pc:docMk/>
          <pc:sldMk cId="1820793006" sldId="2466"/>
        </pc:sldMkLst>
        <pc:graphicFrameChg chg="mod modGraphic">
          <ac:chgData name="Gość" userId="S::urn:spo:anon#48652732098c129f023f8102675102656a20b40396a24ea505534f92b67ad4dd::" providerId="AD" clId="Web-{62D4CE27-09BE-E439-2028-F6F54213DF8B}" dt="2024-10-18T12:50:35.546" v="693"/>
          <ac:graphicFrameMkLst>
            <pc:docMk/>
            <pc:sldMk cId="1820793006" sldId="2466"/>
            <ac:graphicFrameMk id="12" creationId="{74CF6476-D2C3-2348-BEC7-148925E380DF}"/>
          </ac:graphicFrameMkLst>
        </pc:graphicFrameChg>
      </pc:sldChg>
    </pc:docChg>
  </pc:docChgLst>
  <pc:docChgLst>
    <pc:chgData name="Guest User" userId="S::urn:spo:anon#394b589e71bba741554b950ed48c5a359e4f6dfdcb8edc74061dca96405ca95e::" providerId="AD" clId="Web-{BAA232C3-8367-62D5-41E8-38B638BC5A00}"/>
    <pc:docChg chg="modSld">
      <pc:chgData name="Guest User" userId="S::urn:spo:anon#394b589e71bba741554b950ed48c5a359e4f6dfdcb8edc74061dca96405ca95e::" providerId="AD" clId="Web-{BAA232C3-8367-62D5-41E8-38B638BC5A00}" dt="2025-03-18T08:55:52.233" v="31"/>
      <pc:docMkLst>
        <pc:docMk/>
      </pc:docMkLst>
      <pc:sldChg chg="modSp">
        <pc:chgData name="Guest User" userId="S::urn:spo:anon#394b589e71bba741554b950ed48c5a359e4f6dfdcb8edc74061dca96405ca95e::" providerId="AD" clId="Web-{BAA232C3-8367-62D5-41E8-38B638BC5A00}" dt="2025-03-18T08:55:52.233" v="31"/>
        <pc:sldMkLst>
          <pc:docMk/>
          <pc:sldMk cId="1007168370" sldId="2468"/>
        </pc:sldMkLst>
        <pc:graphicFrameChg chg="mod modGraphic">
          <ac:chgData name="Guest User" userId="S::urn:spo:anon#394b589e71bba741554b950ed48c5a359e4f6dfdcb8edc74061dca96405ca95e::" providerId="AD" clId="Web-{BAA232C3-8367-62D5-41E8-38B638BC5A00}" dt="2025-03-18T08:55:52.233" v="31"/>
          <ac:graphicFrameMkLst>
            <pc:docMk/>
            <pc:sldMk cId="1007168370" sldId="2468"/>
            <ac:graphicFrameMk id="4" creationId="{6D72B5A0-5886-D3BF-A824-C2CFA6CBEEF2}"/>
          </ac:graphicFrameMkLst>
        </pc:graphicFrameChg>
      </pc:sldChg>
    </pc:docChg>
  </pc:docChgLst>
  <pc:docChgLst>
    <pc:chgData name="Gość" userId="S::urn:spo:anon#48652732098c129f023f8102675102656a20b40396a24ea505534f92b67ad4dd::" providerId="AD" clId="Web-{0D578BBF-6CA1-289A-9491-FF31A354EB01}"/>
    <pc:docChg chg="modSld">
      <pc:chgData name="Gość" userId="S::urn:spo:anon#48652732098c129f023f8102675102656a20b40396a24ea505534f92b67ad4dd::" providerId="AD" clId="Web-{0D578BBF-6CA1-289A-9491-FF31A354EB01}" dt="2024-10-17T08:45:57.596" v="7"/>
      <pc:docMkLst>
        <pc:docMk/>
      </pc:docMkLst>
      <pc:sldChg chg="modSp">
        <pc:chgData name="Gość" userId="S::urn:spo:anon#48652732098c129f023f8102675102656a20b40396a24ea505534f92b67ad4dd::" providerId="AD" clId="Web-{0D578BBF-6CA1-289A-9491-FF31A354EB01}" dt="2024-10-17T08:45:57.596" v="7"/>
        <pc:sldMkLst>
          <pc:docMk/>
          <pc:sldMk cId="3110103477" sldId="2463"/>
        </pc:sldMkLst>
        <pc:graphicFrameChg chg="mod modGraphic">
          <ac:chgData name="Gość" userId="S::urn:spo:anon#48652732098c129f023f8102675102656a20b40396a24ea505534f92b67ad4dd::" providerId="AD" clId="Web-{0D578BBF-6CA1-289A-9491-FF31A354EB01}" dt="2024-10-17T08:45:57.596" v="7"/>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136321BB-9FF5-37BB-DFAB-8BC2D3101C9E}"/>
    <pc:docChg chg="modSld">
      <pc:chgData name="Gość" userId="S::urn:spo:anon#48652732098c129f023f8102675102656a20b40396a24ea505534f92b67ad4dd::" providerId="AD" clId="Web-{136321BB-9FF5-37BB-DFAB-8BC2D3101C9E}" dt="2024-10-19T10:11:18.336" v="23"/>
      <pc:docMkLst>
        <pc:docMk/>
      </pc:docMkLst>
      <pc:sldChg chg="modSp">
        <pc:chgData name="Gość" userId="S::urn:spo:anon#48652732098c129f023f8102675102656a20b40396a24ea505534f92b67ad4dd::" providerId="AD" clId="Web-{136321BB-9FF5-37BB-DFAB-8BC2D3101C9E}" dt="2024-10-19T10:11:18.336" v="23"/>
        <pc:sldMkLst>
          <pc:docMk/>
          <pc:sldMk cId="2451837985" sldId="2423"/>
        </pc:sldMkLst>
        <pc:graphicFrameChg chg="mod modGraphic">
          <ac:chgData name="Gość" userId="S::urn:spo:anon#48652732098c129f023f8102675102656a20b40396a24ea505534f92b67ad4dd::" providerId="AD" clId="Web-{136321BB-9FF5-37BB-DFAB-8BC2D3101C9E}" dt="2024-10-19T10:11:18.336"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3/18/2025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3/18/2025</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Try to answer the following questions in order to articulate what your company brings to the world: </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 will be lost if your brand ceased to exist? - e.g. A sixty-year legacy of innovation and entrepreneurship</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Why is it important that your brand continues to exist? - e.g. Because our company will enhance people’s quality of life</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What’s at stake here? - e.g. Increased congestion, pollution and space taken up by vehicles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Using the Company Dream Tool results, try to visualize the dream in more detail. Refer to particular words, images, people, scents, etc.</a:t>
            </a:r>
            <a:r>
              <a:rPr lang="en-GB"/>
              <a:t>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1978350104"/>
              </p:ext>
            </p:extLst>
          </p:nvPr>
        </p:nvGraphicFramePr>
        <p:xfrm>
          <a:off x="2915665" y="416597"/>
          <a:ext cx="7115009" cy="6631634"/>
        </p:xfrm>
        <a:graphic>
          <a:graphicData uri="http://schemas.openxmlformats.org/drawingml/2006/table">
            <a:tbl>
              <a:tblPr firstRow="1" bandRow="1">
                <a:tableStyleId>{2D5ABB26-0587-4C30-8999-92F81FD0307C}</a:tableStyleId>
              </a:tblPr>
              <a:tblGrid>
                <a:gridCol w="7115009">
                  <a:extLst>
                    <a:ext uri="{9D8B030D-6E8A-4147-A177-3AD203B41FA5}">
                      <a16:colId xmlns:a16="http://schemas.microsoft.com/office/drawing/2014/main" val="3313590318"/>
                    </a:ext>
                  </a:extLst>
                </a:gridCol>
              </a:tblGrid>
              <a:tr h="441243">
                <a:tc>
                  <a:txBody>
                    <a:bodyPr/>
                    <a:lstStyle/>
                    <a:p>
                      <a:r>
                        <a:rPr lang="en-US">
                          <a:solidFill>
                            <a:schemeClr val="bg1"/>
                          </a:solidFill>
                          <a:latin typeface="Calibri" panose="020F0502020204030204" pitchFamily="34" charset="0"/>
                          <a:cs typeface="Calibri" panose="020F0502020204030204" pitchFamily="34" charset="0"/>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739027">
                <a:tc>
                  <a:txBody>
                    <a:bodyPr/>
                    <a:lstStyle/>
                    <a:p>
                      <a:pPr marL="0" indent="0">
                        <a:buNone/>
                      </a:pPr>
                      <a:r>
                        <a:rPr lang="en-US" sz="1400">
                          <a:latin typeface="Calibri"/>
                          <a:cs typeface="Calibri"/>
                        </a:rPr>
                        <a:t>Our product works for the farmer</a:t>
                      </a:r>
                      <a:br>
                        <a:rPr lang="en-US" sz="1400">
                          <a:latin typeface="Calibri"/>
                          <a:cs typeface="Calibri"/>
                        </a:rPr>
                      </a:br>
                      <a:br>
                        <a:rPr lang="en-US" sz="1400">
                          <a:latin typeface="Calibri"/>
                          <a:cs typeface="Calibri"/>
                        </a:rPr>
                      </a:br>
                      <a:r>
                        <a:rPr lang="en-US" sz="1400">
                          <a:latin typeface="Calibri"/>
                          <a:cs typeface="Calibri"/>
                        </a:rPr>
                        <a:t>We exist to improve crop yields and profitability by treating nutrient deficiency and soil acidity.</a:t>
                      </a:r>
                      <a:br>
                        <a:rPr lang="en-US" sz="1400">
                          <a:latin typeface="Calibri"/>
                          <a:cs typeface="Calibri"/>
                        </a:rPr>
                      </a:br>
                      <a:br>
                        <a:rPr lang="en-US" sz="1400">
                          <a:latin typeface="Calibri"/>
                          <a:cs typeface="Calibri"/>
                        </a:rPr>
                      </a:br>
                      <a:r>
                        <a:rPr lang="en-US" sz="1400">
                          <a:latin typeface="Calibri"/>
                          <a:cs typeface="Calibri"/>
                        </a:rPr>
                        <a:t>This is what Healthy soils Higher Yields mean.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023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a:solidFill>
                            <a:schemeClr val="bg1"/>
                          </a:solidFill>
                          <a:latin typeface="Calibri" panose="020F0502020204030204" pitchFamily="34" charset="0"/>
                          <a:cs typeface="Calibri" panose="020F0502020204030204" pitchFamily="34" charset="0"/>
                        </a:rPr>
                        <a:t>HOW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713058">
                <a:tc>
                  <a:txBody>
                    <a:bodyPr/>
                    <a:lstStyle/>
                    <a:p>
                      <a:pPr marL="285750" lvl="0" indent="-285750" algn="l">
                        <a:lnSpc>
                          <a:spcPct val="100000"/>
                        </a:lnSpc>
                        <a:spcBef>
                          <a:spcPts val="0"/>
                        </a:spcBef>
                        <a:spcAft>
                          <a:spcPts val="0"/>
                        </a:spcAft>
                        <a:buFont typeface="Calibri"/>
                        <a:buChar char="-"/>
                      </a:pPr>
                      <a:r>
                        <a:rPr lang="en-US" sz="1400" b="0" i="0" u="none" strike="noStrike" kern="1200" cap="none" spc="0" normalizeH="0" baseline="0" noProof="0">
                          <a:ln>
                            <a:noFill/>
                          </a:ln>
                          <a:solidFill>
                            <a:srgbClr val="000000"/>
                          </a:solidFill>
                          <a:effectLst/>
                          <a:uLnTx/>
                          <a:uFillTx/>
                          <a:latin typeface="Calibri"/>
                          <a:cs typeface="Calibri"/>
                        </a:rPr>
                        <a:t>By neutralizing soil.</a:t>
                      </a:r>
                    </a:p>
                    <a:p>
                      <a:pPr marL="285750" lvl="0" indent="-285750" algn="l">
                        <a:lnSpc>
                          <a:spcPct val="100000"/>
                        </a:lnSpc>
                        <a:spcBef>
                          <a:spcPts val="0"/>
                        </a:spcBef>
                        <a:spcAft>
                          <a:spcPts val="0"/>
                        </a:spcAft>
                        <a:buFont typeface="Calibri"/>
                        <a:buChar char="-"/>
                      </a:pPr>
                      <a:r>
                        <a:rPr lang="en-US" sz="1400" b="0" i="0" u="none" strike="noStrike" kern="1200" cap="none" spc="0" normalizeH="0" baseline="0" noProof="0">
                          <a:ln>
                            <a:noFill/>
                          </a:ln>
                          <a:solidFill>
                            <a:srgbClr val="000000"/>
                          </a:solidFill>
                          <a:effectLst/>
                          <a:uLnTx/>
                          <a:uFillTx/>
                          <a:latin typeface="Calibri"/>
                          <a:cs typeface="Calibri"/>
                        </a:rPr>
                        <a:t>Improved quarry and factory production.</a:t>
                      </a:r>
                    </a:p>
                    <a:p>
                      <a:pPr marL="285750" lvl="0" indent="-285750" algn="l">
                        <a:lnSpc>
                          <a:spcPct val="100000"/>
                        </a:lnSpc>
                        <a:spcBef>
                          <a:spcPts val="0"/>
                        </a:spcBef>
                        <a:spcAft>
                          <a:spcPts val="0"/>
                        </a:spcAft>
                        <a:buFont typeface="Calibri"/>
                        <a:buChar char="-"/>
                      </a:pPr>
                      <a:r>
                        <a:rPr lang="en-US" sz="1400" b="0" i="0" u="none" strike="noStrike" kern="1200" cap="none" spc="0" normalizeH="0" baseline="0" noProof="0">
                          <a:ln>
                            <a:noFill/>
                          </a:ln>
                          <a:solidFill>
                            <a:srgbClr val="000000"/>
                          </a:solidFill>
                          <a:effectLst/>
                          <a:uLnTx/>
                          <a:uFillTx/>
                          <a:latin typeface="Calibri"/>
                          <a:cs typeface="Calibri"/>
                        </a:rPr>
                        <a:t>Reaching to the customer and farmer in time.</a:t>
                      </a:r>
                    </a:p>
                    <a:p>
                      <a:pPr marL="285750" lvl="0" indent="-285750" algn="l">
                        <a:lnSpc>
                          <a:spcPct val="100000"/>
                        </a:lnSpc>
                        <a:spcBef>
                          <a:spcPts val="0"/>
                        </a:spcBef>
                        <a:spcAft>
                          <a:spcPts val="0"/>
                        </a:spcAft>
                        <a:buFont typeface="Calibri"/>
                        <a:buChar char="-"/>
                      </a:pPr>
                      <a:r>
                        <a:rPr lang="en-US" sz="1400" b="0" i="0" u="none" strike="noStrike" kern="1200" cap="none" spc="0" normalizeH="0" baseline="0" noProof="0">
                          <a:ln>
                            <a:noFill/>
                          </a:ln>
                          <a:solidFill>
                            <a:srgbClr val="000000"/>
                          </a:solidFill>
                          <a:effectLst/>
                          <a:uLnTx/>
                          <a:uFillTx/>
                          <a:latin typeface="Calibri"/>
                          <a:cs typeface="Calibri"/>
                        </a:rPr>
                        <a:t>Improving partnerships with our stakeholders like transporters and financial partners.</a:t>
                      </a:r>
                    </a:p>
                    <a:p>
                      <a:pPr marL="285750" lvl="0" indent="-285750" algn="l">
                        <a:lnSpc>
                          <a:spcPct val="100000"/>
                        </a:lnSpc>
                        <a:spcBef>
                          <a:spcPts val="0"/>
                        </a:spcBef>
                        <a:spcAft>
                          <a:spcPts val="0"/>
                        </a:spcAft>
                        <a:buFont typeface="Calibri"/>
                        <a:buChar char="-"/>
                      </a:pPr>
                      <a:r>
                        <a:rPr lang="en-US" sz="1400" b="0" i="0" u="none" strike="noStrike" kern="1200" cap="none" spc="0" normalizeH="0" baseline="0" noProof="0">
                          <a:ln>
                            <a:noFill/>
                          </a:ln>
                          <a:solidFill>
                            <a:srgbClr val="000000"/>
                          </a:solidFill>
                          <a:effectLst/>
                          <a:uLnTx/>
                          <a:uFillTx/>
                          <a:latin typeface="Calibri"/>
                          <a:cs typeface="Calibri"/>
                        </a:rPr>
                        <a:t>Educating Farmers and being reliable with their demos, partnerships and trainings.</a:t>
                      </a:r>
                    </a:p>
                    <a:p>
                      <a:pPr marL="285750" lvl="0" indent="-285750" algn="l">
                        <a:lnSpc>
                          <a:spcPct val="100000"/>
                        </a:lnSpc>
                        <a:spcBef>
                          <a:spcPts val="0"/>
                        </a:spcBef>
                        <a:spcAft>
                          <a:spcPts val="0"/>
                        </a:spcAft>
                        <a:buFont typeface="Calibri"/>
                        <a:buChar char="-"/>
                      </a:pPr>
                      <a:r>
                        <a:rPr lang="en-US" sz="1400" b="0" i="0" u="none" strike="noStrike" kern="1200" cap="none" spc="0" normalizeH="0" baseline="0" noProof="0">
                          <a:ln>
                            <a:noFill/>
                          </a:ln>
                          <a:solidFill>
                            <a:srgbClr val="000000"/>
                          </a:solidFill>
                          <a:effectLst/>
                          <a:uLnTx/>
                          <a:uFillTx/>
                          <a:latin typeface="Calibri"/>
                          <a:cs typeface="Calibri"/>
                        </a:rPr>
                        <a:t>Desire to grow new and existing customers.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7635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a:solidFill>
                            <a:schemeClr val="bg1"/>
                          </a:solidFill>
                          <a:latin typeface="Calibri" panose="020F0502020204030204" pitchFamily="34" charset="0"/>
                          <a:cs typeface="Calibri" panose="020F0502020204030204" pitchFamily="34" charset="0"/>
                        </a:rPr>
                        <a:t>WHAT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959641">
                <a:tc>
                  <a:txBody>
                    <a:bodyPr/>
                    <a:lstStyle/>
                    <a:p>
                      <a:pPr marL="0" marR="0" lvl="0" indent="0" algn="l">
                        <a:lnSpc>
                          <a:spcPct val="100000"/>
                        </a:lnSpc>
                        <a:spcBef>
                          <a:spcPts val="0"/>
                        </a:spcBef>
                        <a:spcAft>
                          <a:spcPts val="0"/>
                        </a:spcAft>
                        <a:buNone/>
                      </a:pPr>
                      <a:r>
                        <a:rPr lang="en-US" sz="1400">
                          <a:latin typeface="Calibri"/>
                          <a:cs typeface="Calibri"/>
                        </a:rPr>
                        <a:t>CFL DOES THE FOLLOWING:</a:t>
                      </a:r>
                      <a:br>
                        <a:rPr lang="en-US" sz="1400">
                          <a:latin typeface="Calibri"/>
                          <a:cs typeface="Calibri"/>
                        </a:rPr>
                      </a:br>
                      <a:br>
                        <a:rPr lang="en-US" sz="1400">
                          <a:latin typeface="Calibri"/>
                          <a:cs typeface="Calibri"/>
                        </a:rPr>
                      </a:br>
                      <a:r>
                        <a:rPr lang="en-US" sz="1400">
                          <a:latin typeface="Calibri"/>
                          <a:cs typeface="Calibri"/>
                        </a:rPr>
                        <a:t>Sales, Marketing &amp; Training</a:t>
                      </a:r>
                      <a:br>
                        <a:rPr lang="en-US" sz="1400">
                          <a:latin typeface="Calibri"/>
                          <a:cs typeface="Calibri"/>
                        </a:rPr>
                      </a:br>
                      <a:r>
                        <a:rPr lang="en-US" sz="1400">
                          <a:latin typeface="Calibri"/>
                          <a:cs typeface="Calibri"/>
                        </a:rPr>
                        <a:t>Dispatch &amp; Distribution</a:t>
                      </a:r>
                      <a:br>
                        <a:rPr lang="en-US" sz="1400">
                          <a:latin typeface="Calibri"/>
                          <a:cs typeface="Calibri"/>
                        </a:rPr>
                      </a:br>
                      <a:r>
                        <a:rPr lang="en-US" sz="1400">
                          <a:latin typeface="Calibri"/>
                          <a:cs typeface="Calibri"/>
                        </a:rPr>
                        <a:t>Production</a:t>
                      </a:r>
                      <a:br>
                        <a:rPr lang="en-US" sz="1400">
                          <a:latin typeface="Calibri"/>
                          <a:cs typeface="Calibri"/>
                        </a:rPr>
                      </a:br>
                      <a:r>
                        <a:rPr lang="en-US" sz="1400">
                          <a:latin typeface="Calibri"/>
                          <a:cs typeface="Calibri"/>
                        </a:rPr>
                        <a:t>Mining</a:t>
                      </a:r>
                      <a:br>
                        <a:rPr lang="en-US" sz="1400">
                          <a:latin typeface="Calibri"/>
                          <a:cs typeface="Calibri"/>
                        </a:rPr>
                      </a:br>
                      <a:r>
                        <a:rPr lang="en-US" sz="1400">
                          <a:latin typeface="Calibri"/>
                          <a:cs typeface="Calibri"/>
                        </a:rPr>
                        <a:t>Procurement of Spares and Capital Expenditures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615101705"/>
              </p:ext>
            </p:extLst>
          </p:nvPr>
        </p:nvGraphicFramePr>
        <p:xfrm>
          <a:off x="278078" y="538961"/>
          <a:ext cx="9776012" cy="6646522"/>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547921">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38171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1400" b="0" i="0" u="none" strike="noStrike" noProof="0">
                          <a:solidFill>
                            <a:srgbClr val="242424"/>
                          </a:solidFill>
                          <a:latin typeface="Calibri"/>
                        </a:rPr>
                        <a:t>CalciGrow sales have reached more than a 1 million individual Farmers and we can measure that by selling at least 100,000 tons in a year.</a:t>
                      </a:r>
                      <a:endParaRPr lang="en-US" sz="1400" b="0" i="0" u="none" strike="noStrike" noProof="0">
                        <a:solidFill>
                          <a:srgbClr val="000000"/>
                        </a:solidFill>
                        <a:latin typeface="Calibri"/>
                      </a:endParaRPr>
                    </a:p>
                    <a:p>
                      <a:pPr marL="285750" lvl="0" indent="-285750" algn="l">
                        <a:lnSpc>
                          <a:spcPct val="100000"/>
                        </a:lnSpc>
                        <a:spcBef>
                          <a:spcPts val="0"/>
                        </a:spcBef>
                        <a:spcAft>
                          <a:spcPts val="0"/>
                        </a:spcAft>
                        <a:buClr>
                          <a:srgbClr val="000000"/>
                        </a:buClr>
                        <a:buFont typeface="Calibri,Sans-Serif"/>
                        <a:buChar char="-"/>
                      </a:pPr>
                      <a:endParaRPr lang="en-US" sz="1400" b="0" i="0" u="none" strike="noStrike" noProof="0">
                        <a:solidFill>
                          <a:srgbClr val="000000"/>
                        </a:solidFill>
                        <a:latin typeface="Calibri"/>
                      </a:endParaRPr>
                    </a:p>
                    <a:p>
                      <a:pPr marL="0" marR="0" lvl="0" indent="0" algn="l">
                        <a:lnSpc>
                          <a:spcPct val="100000"/>
                        </a:lnSpc>
                        <a:spcBef>
                          <a:spcPts val="0"/>
                        </a:spcBef>
                        <a:spcAft>
                          <a:spcPts val="0"/>
                        </a:spcAft>
                        <a:buClrTx/>
                        <a:buSzTx/>
                        <a:buFontTx/>
                        <a:buNone/>
                      </a:pPr>
                      <a:endParaRPr lang="en-US" sz="1400" b="0" i="0">
                        <a:latin typeface="Calibri"/>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7451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r>
                        <a:rPr lang="en-US" sz="1400" b="0" i="0">
                          <a:latin typeface="Calibri"/>
                          <a:cs typeface="Arial"/>
                        </a:rPr>
                        <a:t>"</a:t>
                      </a:r>
                      <a:r>
                        <a:rPr lang="en-US" sz="1400" b="0" i="0" err="1">
                          <a:latin typeface="Calibri"/>
                          <a:cs typeface="Arial"/>
                        </a:rPr>
                        <a:t>CalciGrow</a:t>
                      </a:r>
                      <a:r>
                        <a:rPr lang="en-US" sz="1400" b="0" i="0">
                          <a:latin typeface="Calibri"/>
                          <a:cs typeface="Arial"/>
                        </a:rPr>
                        <a:t> has the best products in terms of the soil health and nutrition with the best customer care service." CalciGrow helps to unlock their best harvest. He will always farm with CalciGrow.</a:t>
                      </a:r>
                      <a:br>
                        <a:rPr lang="en-US" sz="1400" b="0" i="0">
                          <a:latin typeface="Calibri"/>
                          <a:cs typeface="Arial"/>
                        </a:rPr>
                      </a:br>
                      <a:r>
                        <a:rPr lang="en-US" sz="1400" b="0" i="0">
                          <a:latin typeface="Calibri"/>
                          <a:cs typeface="Arial"/>
                        </a:rPr>
                        <a:t>They trust </a:t>
                      </a:r>
                      <a:r>
                        <a:rPr lang="en-US" sz="1400" b="0" i="0" err="1">
                          <a:latin typeface="Calibri"/>
                          <a:cs typeface="Arial"/>
                        </a:rPr>
                        <a:t>CalciGrow</a:t>
                      </a:r>
                      <a:r>
                        <a:rPr lang="en-US" sz="1400" b="0" i="0">
                          <a:latin typeface="Calibri"/>
                          <a:cs typeface="Arial"/>
                        </a:rPr>
                        <a:t>. The customers are delighted to see us, they want to share their success with their </a:t>
                      </a:r>
                      <a:r>
                        <a:rPr lang="en-US" sz="1400" b="0" i="0" err="1">
                          <a:latin typeface="Calibri"/>
                          <a:cs typeface="Arial"/>
                        </a:rPr>
                        <a:t>neighbours</a:t>
                      </a:r>
                      <a:r>
                        <a:rPr lang="en-US" sz="1400" b="0" i="0">
                          <a:latin typeface="Calibri"/>
                          <a:cs typeface="Arial"/>
                        </a:rPr>
                        <a:t>. The farmer is happier with CalciGrow. CalciGrow has improved his quality of life. He is loyal.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56038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r>
                        <a:rPr lang="en-US" sz="1400" b="0" i="0" u="none" strike="noStrike" noProof="0">
                          <a:solidFill>
                            <a:srgbClr val="000000"/>
                          </a:solidFill>
                          <a:latin typeface="Calibri"/>
                        </a:rPr>
                        <a:t>We are the best employer in plant nutrition. CFL has the best products that work, and it has helped the lives of our customers and we are proud to work be associated with the company. The company has a good environment and is a good place for an individual to reach his dreams.</a:t>
                      </a:r>
                      <a:br>
                        <a:rPr lang="en-US" sz="1400" b="0" i="0" u="none" strike="noStrike" noProof="0">
                          <a:solidFill>
                            <a:srgbClr val="000000"/>
                          </a:solidFill>
                          <a:latin typeface="Calibri"/>
                        </a:rPr>
                      </a:br>
                      <a:r>
                        <a:rPr lang="en-US" sz="1400" b="0" i="0" u="none" strike="noStrike" noProof="0">
                          <a:solidFill>
                            <a:srgbClr val="000000"/>
                          </a:solidFill>
                          <a:latin typeface="Calibri"/>
                        </a:rPr>
                        <a:t>The team sees themselves as integral to the company performance – they would like regardless of their positions, be proud spokespeople of the company and its products.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94099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n-US" sz="1400" b="0" i="0" u="none" strike="noStrike" noProof="0" err="1">
                          <a:solidFill>
                            <a:srgbClr val="000000"/>
                          </a:solidFill>
                          <a:latin typeface="Calibri"/>
                        </a:rPr>
                        <a:t>CalciGrow</a:t>
                      </a:r>
                      <a:r>
                        <a:rPr lang="en-US" sz="1400" b="0" i="0" u="none" strike="noStrike" noProof="0">
                          <a:solidFill>
                            <a:srgbClr val="000000"/>
                          </a:solidFill>
                          <a:latin typeface="Calibri"/>
                        </a:rPr>
                        <a:t> is selling more than 100,000 tons of </a:t>
                      </a:r>
                      <a:r>
                        <a:rPr lang="en-US" sz="1400" b="0" i="0" u="none" strike="noStrike" noProof="0" err="1">
                          <a:solidFill>
                            <a:srgbClr val="000000"/>
                          </a:solidFill>
                          <a:latin typeface="Calibri"/>
                        </a:rPr>
                        <a:t>Calcigrow</a:t>
                      </a:r>
                      <a:r>
                        <a:rPr lang="en-US" sz="1400" b="0" i="0" u="none" strike="noStrike" noProof="0">
                          <a:solidFill>
                            <a:srgbClr val="000000"/>
                          </a:solidFill>
                          <a:latin typeface="Calibri"/>
                        </a:rPr>
                        <a:t> in the next 5 years.</a:t>
                      </a:r>
                      <a:br>
                        <a:rPr lang="en-US" sz="1400" b="0" i="0" u="none" strike="noStrike" noProof="0">
                          <a:solidFill>
                            <a:srgbClr val="000000"/>
                          </a:solidFill>
                          <a:latin typeface="Calibri"/>
                        </a:rPr>
                      </a:br>
                      <a:r>
                        <a:rPr lang="en-US" sz="1400" b="0" i="0" u="none" strike="noStrike" noProof="0">
                          <a:solidFill>
                            <a:srgbClr val="000000"/>
                          </a:solidFill>
                          <a:latin typeface="Calibri"/>
                        </a:rPr>
                        <a:t>The product would be readily in all major </a:t>
                      </a:r>
                      <a:r>
                        <a:rPr lang="en-US" sz="1400" b="0" i="0" u="none" strike="noStrike" noProof="0" err="1">
                          <a:solidFill>
                            <a:srgbClr val="000000"/>
                          </a:solidFill>
                          <a:latin typeface="Calibri"/>
                        </a:rPr>
                        <a:t>agro</a:t>
                      </a:r>
                      <a:r>
                        <a:rPr lang="en-US" sz="1400" b="0" i="0" u="none" strike="noStrike" noProof="0">
                          <a:solidFill>
                            <a:srgbClr val="000000"/>
                          </a:solidFill>
                          <a:latin typeface="Calibri"/>
                        </a:rPr>
                        <a:t> dealers regionwide (Kenya, Rwanda, Ethiopia, Uganda). </a:t>
                      </a:r>
                      <a:br>
                        <a:rPr lang="en-US" sz="1400" b="0" i="0" u="none" strike="noStrike" noProof="0">
                          <a:solidFill>
                            <a:srgbClr val="000000"/>
                          </a:solidFill>
                          <a:latin typeface="Calibri"/>
                        </a:rPr>
                      </a:br>
                      <a:endParaRPr lang="en-US" sz="1400" b="0" i="0" u="none" strike="noStrike" noProof="0">
                        <a:solidFill>
                          <a:srgbClr val="000000"/>
                        </a:solidFill>
                        <a:latin typeface="Calibri"/>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94099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pl-PL" sz="1400" err="1">
                          <a:latin typeface="Calibri"/>
                        </a:rPr>
                        <a:t>More</a:t>
                      </a:r>
                      <a:r>
                        <a:rPr lang="pl-PL" sz="1400">
                          <a:latin typeface="Calibri"/>
                        </a:rPr>
                        <a:t> team members in data </a:t>
                      </a:r>
                      <a:r>
                        <a:rPr lang="pl-PL" sz="1400" err="1">
                          <a:latin typeface="Calibri"/>
                        </a:rPr>
                        <a:t>analytics</a:t>
                      </a:r>
                      <a:r>
                        <a:rPr lang="pl-PL" sz="1400">
                          <a:latin typeface="Calibri"/>
                        </a:rPr>
                        <a:t>, </a:t>
                      </a:r>
                      <a:r>
                        <a:rPr lang="pl-PL" sz="1400" err="1">
                          <a:latin typeface="Calibri"/>
                        </a:rPr>
                        <a:t>accounts</a:t>
                      </a:r>
                      <a:r>
                        <a:rPr lang="pl-PL" sz="1400">
                          <a:latin typeface="Calibri"/>
                        </a:rPr>
                        <a:t>, online marketing. Direct Sales online.</a:t>
                      </a:r>
                      <a:br>
                        <a:rPr lang="pl-PL" sz="1400">
                          <a:latin typeface="Calibri"/>
                        </a:rPr>
                      </a:br>
                      <a:r>
                        <a:rPr lang="pl-PL" sz="1400" err="1">
                          <a:latin typeface="Calibri"/>
                        </a:rPr>
                        <a:t>Our</a:t>
                      </a:r>
                      <a:r>
                        <a:rPr lang="pl-PL" sz="1400">
                          <a:latin typeface="Calibri"/>
                        </a:rPr>
                        <a:t> </a:t>
                      </a:r>
                      <a:r>
                        <a:rPr lang="pl-PL" sz="1400" err="1">
                          <a:latin typeface="Calibri"/>
                        </a:rPr>
                        <a:t>core</a:t>
                      </a:r>
                      <a:r>
                        <a:rPr lang="pl-PL" sz="1400">
                          <a:latin typeface="Calibri"/>
                        </a:rPr>
                        <a:t> </a:t>
                      </a:r>
                      <a:r>
                        <a:rPr lang="pl-PL" sz="1400" err="1">
                          <a:latin typeface="Calibri"/>
                        </a:rPr>
                        <a:t>values</a:t>
                      </a:r>
                      <a:r>
                        <a:rPr lang="pl-PL" sz="1400">
                          <a:latin typeface="Calibri"/>
                        </a:rPr>
                        <a:t> </a:t>
                      </a:r>
                      <a:r>
                        <a:rPr lang="pl-PL" sz="1400" err="1">
                          <a:latin typeface="Calibri"/>
                        </a:rPr>
                        <a:t>need</a:t>
                      </a:r>
                      <a:r>
                        <a:rPr lang="pl-PL" sz="1400">
                          <a:latin typeface="Calibri"/>
                        </a:rPr>
                        <a:t> to be visible </a:t>
                      </a:r>
                      <a:r>
                        <a:rPr lang="pl-PL" sz="1400" err="1">
                          <a:latin typeface="Calibri"/>
                        </a:rPr>
                        <a:t>throughout</a:t>
                      </a:r>
                      <a:r>
                        <a:rPr lang="pl-PL" sz="1400">
                          <a:latin typeface="Calibri"/>
                        </a:rPr>
                        <a:t> the </a:t>
                      </a:r>
                      <a:r>
                        <a:rPr lang="pl-PL" sz="1400" err="1">
                          <a:latin typeface="Calibri"/>
                        </a:rPr>
                        <a:t>office</a:t>
                      </a:r>
                      <a:r>
                        <a:rPr lang="pl-PL" sz="1400">
                          <a:latin typeface="Calibri"/>
                        </a:rPr>
                        <a:t>, </a:t>
                      </a:r>
                      <a:r>
                        <a:rPr lang="pl-PL" sz="1400" err="1">
                          <a:latin typeface="Calibri"/>
                        </a:rPr>
                        <a:t>so</a:t>
                      </a:r>
                      <a:r>
                        <a:rPr lang="pl-PL" sz="1400">
                          <a:latin typeface="Calibri"/>
                        </a:rPr>
                        <a:t> </a:t>
                      </a:r>
                      <a:r>
                        <a:rPr lang="pl-PL" sz="1400" err="1">
                          <a:latin typeface="Calibri"/>
                        </a:rPr>
                        <a:t>that</a:t>
                      </a:r>
                      <a:r>
                        <a:rPr lang="pl-PL" sz="1400">
                          <a:latin typeface="Calibri"/>
                        </a:rPr>
                        <a:t> </a:t>
                      </a:r>
                      <a:r>
                        <a:rPr lang="pl-PL" sz="1400" err="1">
                          <a:latin typeface="Calibri"/>
                        </a:rPr>
                        <a:t>all</a:t>
                      </a:r>
                      <a:r>
                        <a:rPr lang="pl-PL" sz="1400">
                          <a:latin typeface="Calibri"/>
                        </a:rPr>
                        <a:t> </a:t>
                      </a:r>
                      <a:r>
                        <a:rPr lang="pl-PL" sz="1400" err="1">
                          <a:latin typeface="Calibri"/>
                        </a:rPr>
                        <a:t>stakeholders</a:t>
                      </a:r>
                      <a:r>
                        <a:rPr lang="pl-PL" sz="1400">
                          <a:latin typeface="Calibri"/>
                        </a:rPr>
                        <a:t> </a:t>
                      </a:r>
                      <a:r>
                        <a:rPr lang="pl-PL" sz="1400" err="1">
                          <a:latin typeface="Calibri"/>
                        </a:rPr>
                        <a:t>know</a:t>
                      </a:r>
                      <a:r>
                        <a:rPr lang="pl-PL" sz="1400">
                          <a:latin typeface="Calibri"/>
                        </a:rPr>
                        <a:t> </a:t>
                      </a:r>
                      <a:r>
                        <a:rPr lang="pl-PL" sz="1400" err="1">
                          <a:latin typeface="Calibri"/>
                        </a:rPr>
                        <a:t>who</a:t>
                      </a:r>
                      <a:r>
                        <a:rPr lang="pl-PL" sz="1400">
                          <a:latin typeface="Calibri"/>
                        </a:rPr>
                        <a:t> we </a:t>
                      </a:r>
                      <a:r>
                        <a:rPr lang="pl-PL" sz="1400" err="1">
                          <a:latin typeface="Calibri"/>
                        </a:rPr>
                        <a:t>are</a:t>
                      </a:r>
                      <a:r>
                        <a:rPr lang="pl-PL" sz="1400">
                          <a:latin typeface="Calibri"/>
                        </a:rPr>
                        <a:t> and </a:t>
                      </a:r>
                      <a:r>
                        <a:rPr lang="pl-PL" sz="1400" err="1">
                          <a:latin typeface="Calibri"/>
                        </a:rPr>
                        <a:t>what</a:t>
                      </a:r>
                      <a:r>
                        <a:rPr lang="pl-PL" sz="1400">
                          <a:latin typeface="Calibri"/>
                        </a:rPr>
                        <a:t> we stand for.</a:t>
                      </a:r>
                      <a:r>
                        <a:rPr lang="pl-PL" sz="1400">
                          <a:highlight>
                            <a:srgbClr val="FFFF00"/>
                          </a:highlight>
                          <a:latin typeface="Calibri"/>
                        </a:rPr>
                        <a:t> One of the additional </a:t>
                      </a:r>
                      <a:r>
                        <a:rPr lang="pl-PL" sz="1400" err="1">
                          <a:highlight>
                            <a:srgbClr val="FFFF00"/>
                          </a:highlight>
                          <a:latin typeface="Calibri"/>
                        </a:rPr>
                        <a:t>offices</a:t>
                      </a:r>
                      <a:r>
                        <a:rPr lang="pl-PL" sz="1400">
                          <a:highlight>
                            <a:srgbClr val="FFFF00"/>
                          </a:highlight>
                          <a:latin typeface="Calibri"/>
                        </a:rPr>
                        <a:t> </a:t>
                      </a:r>
                      <a:r>
                        <a:rPr lang="pl-PL" sz="1400" err="1">
                          <a:highlight>
                            <a:srgbClr val="FFFF00"/>
                          </a:highlight>
                          <a:latin typeface="Calibri"/>
                        </a:rPr>
                        <a:t>is</a:t>
                      </a:r>
                      <a:r>
                        <a:rPr lang="pl-PL" sz="1400">
                          <a:highlight>
                            <a:srgbClr val="FFFF00"/>
                          </a:highlight>
                          <a:latin typeface="Calibri"/>
                        </a:rPr>
                        <a:t> </a:t>
                      </a:r>
                      <a:r>
                        <a:rPr lang="pl-PL" sz="1400" err="1">
                          <a:highlight>
                            <a:srgbClr val="FFFF00"/>
                          </a:highlight>
                          <a:latin typeface="Calibri"/>
                        </a:rPr>
                        <a:t>some</a:t>
                      </a:r>
                      <a:r>
                        <a:rPr lang="pl-PL" sz="1400">
                          <a:highlight>
                            <a:srgbClr val="FFFF00"/>
                          </a:highlight>
                          <a:latin typeface="Calibri"/>
                        </a:rPr>
                        <a:t> sort of </a:t>
                      </a:r>
                      <a:r>
                        <a:rPr lang="pl-PL" sz="1400" err="1">
                          <a:highlight>
                            <a:srgbClr val="FFFF00"/>
                          </a:highlight>
                          <a:latin typeface="Calibri"/>
                        </a:rPr>
                        <a:t>centralized</a:t>
                      </a:r>
                      <a:r>
                        <a:rPr lang="pl-PL" sz="1400">
                          <a:highlight>
                            <a:srgbClr val="FFFF00"/>
                          </a:highlight>
                          <a:latin typeface="Calibri"/>
                        </a:rPr>
                        <a:t> </a:t>
                      </a:r>
                      <a:r>
                        <a:rPr lang="pl-PL" sz="1400" err="1">
                          <a:highlight>
                            <a:srgbClr val="FFFF00"/>
                          </a:highlight>
                          <a:latin typeface="Calibri"/>
                        </a:rPr>
                        <a:t>warehouse</a:t>
                      </a:r>
                      <a:r>
                        <a:rPr lang="pl-PL" sz="1400">
                          <a:highlight>
                            <a:srgbClr val="FFFF00"/>
                          </a:highlight>
                          <a:latin typeface="Calibri"/>
                        </a:rPr>
                        <a:t>.</a:t>
                      </a:r>
                      <a:r>
                        <a:rPr lang="pl-PL" sz="1400">
                          <a:latin typeface="Calibri"/>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D72B5A0-5886-D3BF-A824-C2CFA6CBEEF2}"/>
              </a:ext>
            </a:extLst>
          </p:cNvPr>
          <p:cNvGraphicFramePr>
            <a:graphicFrameLocks noGrp="1"/>
          </p:cNvGraphicFramePr>
          <p:nvPr>
            <p:extLst>
              <p:ext uri="{D42A27DB-BD31-4B8C-83A1-F6EECF244321}">
                <p14:modId xmlns:p14="http://schemas.microsoft.com/office/powerpoint/2010/main" val="1261462201"/>
              </p:ext>
            </p:extLst>
          </p:nvPr>
        </p:nvGraphicFramePr>
        <p:xfrm>
          <a:off x="237098" y="0"/>
          <a:ext cx="10216201" cy="7790377"/>
        </p:xfrm>
        <a:graphic>
          <a:graphicData uri="http://schemas.openxmlformats.org/drawingml/2006/table">
            <a:tbl>
              <a:tblPr bandRow="1">
                <a:tableStyleId>{5C22544A-7EE6-4342-B048-85BDC9FD1C3A}</a:tableStyleId>
              </a:tblPr>
              <a:tblGrid>
                <a:gridCol w="3431115">
                  <a:extLst>
                    <a:ext uri="{9D8B030D-6E8A-4147-A177-3AD203B41FA5}">
                      <a16:colId xmlns:a16="http://schemas.microsoft.com/office/drawing/2014/main" val="907899163"/>
                    </a:ext>
                  </a:extLst>
                </a:gridCol>
                <a:gridCol w="6785086">
                  <a:extLst>
                    <a:ext uri="{9D8B030D-6E8A-4147-A177-3AD203B41FA5}">
                      <a16:colId xmlns:a16="http://schemas.microsoft.com/office/drawing/2014/main" val="2629046991"/>
                    </a:ext>
                  </a:extLst>
                </a:gridCol>
              </a:tblGrid>
              <a:tr h="1265454">
                <a:tc>
                  <a:txBody>
                    <a:bodyPr/>
                    <a:lstStyle/>
                    <a:p>
                      <a:pPr rtl="0" fontAlgn="base">
                        <a:lnSpc>
                          <a:spcPts val="873"/>
                        </a:lnSpc>
                        <a:buNone/>
                      </a:pPr>
                      <a:r>
                        <a:rPr lang="en-US" sz="1200">
                          <a:effectLst/>
                          <a:latin typeface="Arial"/>
                        </a:rPr>
                        <a:t>What capabilities does the achievement provide</a:t>
                      </a:r>
                      <a:br>
                        <a:rPr lang="en-US" sz="1200">
                          <a:effectLst/>
                          <a:latin typeface="Arial"/>
                        </a:rPr>
                      </a:br>
                      <a:r>
                        <a:rPr lang="en-US" sz="1200">
                          <a:effectLst/>
                          <a:latin typeface="Arial"/>
                        </a:rPr>
                        <a:t> you with?</a:t>
                      </a:r>
                      <a:endParaRPr lang="en-US">
                        <a:effectLst/>
                        <a:latin typeface="Arial"/>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764"/>
                        </a:lnSpc>
                        <a:buNone/>
                      </a:pPr>
                      <a:r>
                        <a:rPr lang="en-US" sz="1100">
                          <a:effectLst/>
                          <a:latin typeface="Arial"/>
                        </a:rPr>
                        <a:t>Being able to be recognized by every farmer in the region.</a:t>
                      </a:r>
                      <a:br>
                        <a:rPr lang="en-US" sz="1100">
                          <a:effectLst/>
                          <a:latin typeface="Arial"/>
                        </a:rPr>
                      </a:br>
                      <a:br>
                        <a:rPr lang="en-US" sz="1100">
                          <a:effectLst/>
                          <a:latin typeface="Arial"/>
                        </a:rPr>
                      </a:br>
                      <a:r>
                        <a:rPr lang="en-US" sz="1100">
                          <a:effectLst/>
                          <a:latin typeface="Arial"/>
                        </a:rPr>
                        <a:t>We have credibility with our financial partnerships and transporters and all stakeholders.</a:t>
                      </a:r>
                      <a:br>
                        <a:rPr lang="en-US" sz="1100">
                          <a:effectLst/>
                          <a:latin typeface="Arial"/>
                        </a:rPr>
                      </a:br>
                      <a:br>
                        <a:rPr lang="en-US" sz="1100">
                          <a:effectLst/>
                          <a:latin typeface="Arial"/>
                        </a:rPr>
                      </a:br>
                      <a:r>
                        <a:rPr lang="en-US" sz="1100">
                          <a:effectLst/>
                          <a:latin typeface="Arial"/>
                        </a:rPr>
                        <a:t>We have great relationships with our distributors and our farmers.</a:t>
                      </a:r>
                      <a:br>
                        <a:rPr lang="en-US" sz="1100">
                          <a:effectLst/>
                          <a:latin typeface="Arial"/>
                        </a:rPr>
                      </a:br>
                      <a:br>
                        <a:rPr lang="en-US" sz="1100">
                          <a:effectLst/>
                          <a:latin typeface="Arial"/>
                        </a:rPr>
                      </a:br>
                      <a:br>
                        <a:rPr lang="en-US" sz="1100">
                          <a:effectLst/>
                          <a:latin typeface="Arial"/>
                        </a:rPr>
                      </a:br>
                      <a:r>
                        <a:rPr lang="en-US" sz="1100">
                          <a:effectLst/>
                          <a:latin typeface="Arial"/>
                        </a:rPr>
                        <a:t>We will be seen as a price setter, as the best quality in the market.</a:t>
                      </a:r>
                      <a:br>
                        <a:rPr lang="en-US" sz="1100">
                          <a:effectLst/>
                          <a:latin typeface="Arial"/>
                        </a:rPr>
                      </a:br>
                      <a:br>
                        <a:rPr lang="en-US" sz="1100">
                          <a:effectLst/>
                          <a:latin typeface="Arial"/>
                        </a:rPr>
                      </a:br>
                      <a:br>
                        <a:rPr lang="en-US" sz="1100">
                          <a:effectLst/>
                          <a:latin typeface="Arial"/>
                        </a:rPr>
                      </a:br>
                      <a:r>
                        <a:rPr lang="en-US" sz="1100">
                          <a:effectLst/>
                          <a:latin typeface="Arial"/>
                        </a:rPr>
                        <a:t>We can hire the best talents because they want to work for us. </a:t>
                      </a: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239624"/>
                  </a:ext>
                </a:extLst>
              </a:tr>
              <a:tr h="1316583">
                <a:tc>
                  <a:txBody>
                    <a:bodyPr/>
                    <a:lstStyle/>
                    <a:p>
                      <a:pPr rtl="0" fontAlgn="base">
                        <a:lnSpc>
                          <a:spcPts val="873"/>
                        </a:lnSpc>
                        <a:buNone/>
                      </a:pPr>
                      <a:r>
                        <a:rPr lang="en-US" sz="1200">
                          <a:effectLst/>
                          <a:latin typeface="Arial"/>
                        </a:rPr>
                        <a:t>How does it feel to achieve your dream?</a:t>
                      </a:r>
                      <a:endParaRPr lang="en-US">
                        <a:effectLst/>
                        <a:latin typeface="Arial"/>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indent="0" rtl="0" fontAlgn="base">
                        <a:lnSpc>
                          <a:spcPts val="764"/>
                        </a:lnSpc>
                        <a:buNone/>
                      </a:pPr>
                      <a:r>
                        <a:rPr lang="en-US" sz="1100">
                          <a:effectLst/>
                          <a:latin typeface="Arial"/>
                        </a:rPr>
                        <a:t>We feel very good - it’s a blessing to be very busy and we will be happy doing this work.</a:t>
                      </a:r>
                    </a:p>
                    <a:p>
                      <a:pPr marL="0" lvl="0" indent="0">
                        <a:lnSpc>
                          <a:spcPts val="764"/>
                        </a:lnSpc>
                        <a:buNone/>
                      </a:pPr>
                      <a:br>
                        <a:rPr lang="en-US" sz="1100">
                          <a:effectLst/>
                          <a:latin typeface="Arial"/>
                        </a:rPr>
                      </a:br>
                      <a:r>
                        <a:rPr lang="en-US" sz="1100">
                          <a:effectLst/>
                          <a:latin typeface="Arial"/>
                        </a:rPr>
                        <a:t>We feel secure that we are in the right organization at the right time.</a:t>
                      </a:r>
                      <a:br>
                        <a:rPr lang="en-US" sz="1100">
                          <a:effectLst/>
                          <a:latin typeface="Arial"/>
                        </a:rPr>
                      </a:br>
                      <a:br>
                        <a:rPr lang="en-US" sz="1100">
                          <a:effectLst/>
                          <a:latin typeface="Arial"/>
                        </a:rPr>
                      </a:br>
                      <a:r>
                        <a:rPr lang="en-US" sz="1100">
                          <a:effectLst/>
                          <a:latin typeface="Arial"/>
                        </a:rPr>
                        <a:t>We feel motivated and we are hungry to achieve more.</a:t>
                      </a:r>
                      <a:br>
                        <a:rPr lang="en-US" sz="1100">
                          <a:effectLst/>
                          <a:latin typeface="Arial"/>
                        </a:rPr>
                      </a:br>
                      <a:br>
                        <a:rPr lang="en-US" sz="1100">
                          <a:effectLst/>
                          <a:latin typeface="Arial"/>
                        </a:rPr>
                      </a:br>
                      <a:r>
                        <a:rPr lang="en-US" sz="1100">
                          <a:effectLst/>
                          <a:latin typeface="Arial"/>
                        </a:rPr>
                        <a:t>We enjoy the work and doing it every day.</a:t>
                      </a:r>
                      <a:br>
                        <a:rPr lang="en-US" sz="1100">
                          <a:effectLst/>
                          <a:latin typeface="Arial"/>
                        </a:rPr>
                      </a:br>
                      <a:br>
                        <a:rPr lang="en-US" sz="1100">
                          <a:effectLst/>
                          <a:latin typeface="Arial"/>
                        </a:rPr>
                      </a:br>
                      <a:endParaRPr lang="en-US" sz="1100">
                        <a:effectLst/>
                        <a:latin typeface="Arial"/>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4464227"/>
                  </a:ext>
                </a:extLst>
              </a:tr>
              <a:tr h="1406054">
                <a:tc>
                  <a:txBody>
                    <a:bodyPr/>
                    <a:lstStyle/>
                    <a:p>
                      <a:pPr rtl="0" fontAlgn="base">
                        <a:lnSpc>
                          <a:spcPts val="873"/>
                        </a:lnSpc>
                        <a:buNone/>
                      </a:pPr>
                      <a:endParaRPr lang="en-US" sz="1200">
                        <a:effectLst/>
                        <a:latin typeface="Arial"/>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873"/>
                        </a:lnSpc>
                        <a:buNone/>
                      </a:pPr>
                      <a:endParaRPr lang="en-US" sz="1200">
                        <a:effectLst/>
                        <a:latin typeface="Arial" panose="020B0604020202020204" pitchFamily="34" charset="0"/>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9772351"/>
                  </a:ext>
                </a:extLst>
              </a:tr>
              <a:tr h="2147434">
                <a:tc>
                  <a:txBody>
                    <a:bodyPr/>
                    <a:lstStyle/>
                    <a:p>
                      <a:pPr rtl="0" fontAlgn="base">
                        <a:lnSpc>
                          <a:spcPts val="873"/>
                        </a:lnSpc>
                        <a:buNone/>
                      </a:pPr>
                      <a:r>
                        <a:rPr lang="en-US" sz="1200">
                          <a:effectLst/>
                          <a:latin typeface="Arial"/>
                        </a:rPr>
                        <a:t>What is your own personal achievement?</a:t>
                      </a:r>
                      <a:br>
                        <a:rPr lang="en-US" sz="1200">
                          <a:effectLst/>
                          <a:latin typeface="Arial"/>
                        </a:rPr>
                      </a:br>
                      <a:br>
                        <a:rPr lang="en-US" sz="1200">
                          <a:effectLst/>
                          <a:latin typeface="Arial"/>
                        </a:rPr>
                      </a:br>
                      <a:br>
                        <a:rPr lang="en-US" sz="1200">
                          <a:effectLst/>
                          <a:latin typeface="Arial"/>
                        </a:rPr>
                      </a:br>
                      <a:br>
                        <a:rPr lang="en-US" sz="1200">
                          <a:effectLst/>
                          <a:latin typeface="Arial"/>
                        </a:rPr>
                      </a:br>
                      <a:r>
                        <a:rPr lang="en-US" sz="1200" b="0" i="0" u="none" strike="noStrike" noProof="0">
                          <a:solidFill>
                            <a:srgbClr val="000000"/>
                          </a:solidFill>
                          <a:effectLst/>
                          <a:latin typeface="Arial"/>
                        </a:rPr>
                        <a:t>How does the team feel about the achievement</a:t>
                      </a:r>
                      <a:br>
                        <a:rPr lang="en-US" sz="1200" b="0" i="0" u="none" strike="noStrike" noProof="0">
                          <a:solidFill>
                            <a:srgbClr val="000000"/>
                          </a:solidFill>
                          <a:effectLst/>
                          <a:latin typeface="Arial"/>
                        </a:rPr>
                      </a:br>
                      <a:br>
                        <a:rPr lang="en-US" sz="1200" b="0" i="0" u="none" strike="noStrike" noProof="0">
                          <a:solidFill>
                            <a:srgbClr val="000000"/>
                          </a:solidFill>
                          <a:effectLst/>
                          <a:latin typeface="Arial"/>
                        </a:rPr>
                      </a:br>
                      <a:r>
                        <a:rPr lang="en-US" sz="1200" b="0" i="0" u="none" strike="noStrike" noProof="0">
                          <a:solidFill>
                            <a:srgbClr val="000000"/>
                          </a:solidFill>
                          <a:effectLst/>
                          <a:latin typeface="Arial"/>
                        </a:rPr>
                        <a:t> of your dream?</a:t>
                      </a:r>
                      <a:br>
                        <a:rPr lang="en-US" sz="1200" b="0" i="0" u="none" strike="noStrike" noProof="0">
                          <a:solidFill>
                            <a:srgbClr val="000000"/>
                          </a:solidFill>
                          <a:effectLst/>
                          <a:latin typeface="Arial"/>
                        </a:rPr>
                      </a:br>
                      <a:br>
                        <a:rPr lang="en-US" sz="1200" b="0" i="0" u="none" strike="noStrike" noProof="0">
                          <a:solidFill>
                            <a:srgbClr val="000000"/>
                          </a:solidFill>
                          <a:effectLst/>
                          <a:latin typeface="Arial"/>
                        </a:rPr>
                      </a:br>
                      <a:br>
                        <a:rPr lang="en-US" sz="1200" b="0" i="0" u="none" strike="noStrike" noProof="0">
                          <a:solidFill>
                            <a:srgbClr val="000000"/>
                          </a:solidFill>
                          <a:effectLst/>
                          <a:latin typeface="Arial"/>
                        </a:rPr>
                      </a:br>
                      <a:br>
                        <a:rPr lang="en-US" sz="1200" b="0" i="0" u="none" strike="noStrike" noProof="0">
                          <a:solidFill>
                            <a:srgbClr val="000000"/>
                          </a:solidFill>
                          <a:effectLst/>
                          <a:latin typeface="Arial"/>
                        </a:rPr>
                      </a:br>
                      <a:r>
                        <a:rPr lang="en-US" sz="1200" b="0" i="0" u="none" strike="noStrike" noProof="0">
                          <a:solidFill>
                            <a:srgbClr val="000000"/>
                          </a:solidFill>
                          <a:effectLst/>
                          <a:latin typeface="Arial"/>
                        </a:rPr>
                        <a:t>Who is the person you have become along this journey?</a:t>
                      </a:r>
                      <a:br>
                        <a:rPr lang="en-US" sz="1200" b="0" i="0" u="none" strike="noStrike" noProof="0">
                          <a:solidFill>
                            <a:srgbClr val="000000"/>
                          </a:solidFill>
                          <a:effectLst/>
                          <a:latin typeface="Arial"/>
                        </a:rPr>
                      </a:br>
                      <a:endParaRPr lang="en-US" sz="1200" b="0" i="0" u="none" strike="noStrike" noProof="0">
                        <a:solidFill>
                          <a:srgbClr val="000000"/>
                        </a:solidFill>
                        <a:effectLst/>
                        <a:latin typeface="Arial"/>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285750" indent="-285750" rtl="0" fontAlgn="base">
                        <a:lnSpc>
                          <a:spcPts val="1145"/>
                        </a:lnSpc>
                        <a:buFont typeface="Calibri"/>
                        <a:buChar char="-"/>
                      </a:pPr>
                      <a:r>
                        <a:rPr lang="pl-PL" sz="1600" err="1">
                          <a:effectLst/>
                          <a:latin typeface="PF Square Sans Pro Light"/>
                        </a:rPr>
                        <a:t>Abhay's</a:t>
                      </a:r>
                      <a:r>
                        <a:rPr lang="pl-PL" sz="1600">
                          <a:effectLst/>
                          <a:latin typeface="PF Square Sans Pro Light"/>
                        </a:rPr>
                        <a:t> family </a:t>
                      </a:r>
                      <a:r>
                        <a:rPr lang="pl-PL" sz="1600" err="1">
                          <a:effectLst/>
                          <a:latin typeface="PF Square Sans Pro Light"/>
                        </a:rPr>
                        <a:t>is</a:t>
                      </a:r>
                      <a:r>
                        <a:rPr lang="pl-PL" sz="1600">
                          <a:effectLst/>
                          <a:latin typeface="PF Square Sans Pro Light"/>
                        </a:rPr>
                        <a:t> happy and </a:t>
                      </a:r>
                      <a:r>
                        <a:rPr lang="pl-PL" sz="1600" err="1">
                          <a:effectLst/>
                          <a:latin typeface="PF Square Sans Pro Light"/>
                        </a:rPr>
                        <a:t>secure</a:t>
                      </a:r>
                      <a:r>
                        <a:rPr lang="pl-PL" sz="1600">
                          <a:effectLst/>
                          <a:latin typeface="PF Square Sans Pro Light"/>
                        </a:rPr>
                        <a:t>.</a:t>
                      </a:r>
                      <a:br>
                        <a:rPr lang="pl-PL" sz="1600">
                          <a:effectLst/>
                          <a:latin typeface="PF Square Sans Pro Light"/>
                        </a:rPr>
                      </a:br>
                      <a:br>
                        <a:rPr lang="pl-PL" sz="1600">
                          <a:effectLst/>
                          <a:latin typeface="PF Square Sans Pro Light"/>
                        </a:rPr>
                      </a:br>
                      <a:r>
                        <a:rPr lang="pl-PL" sz="1600">
                          <a:effectLst/>
                          <a:latin typeface="PF Square Sans Pro Light"/>
                        </a:rPr>
                        <a:t>- </a:t>
                      </a:r>
                      <a:r>
                        <a:rPr lang="pl-PL" sz="1600" err="1">
                          <a:effectLst/>
                          <a:latin typeface="PF Square Sans Pro Light"/>
                        </a:rPr>
                        <a:t>Arjun</a:t>
                      </a:r>
                      <a:r>
                        <a:rPr lang="pl-PL" sz="1600">
                          <a:effectLst/>
                          <a:latin typeface="PF Square Sans Pro Light"/>
                        </a:rPr>
                        <a:t> </a:t>
                      </a:r>
                      <a:r>
                        <a:rPr lang="pl-PL" sz="1600" err="1">
                          <a:effectLst/>
                          <a:latin typeface="PF Square Sans Pro Light"/>
                        </a:rPr>
                        <a:t>wants</a:t>
                      </a:r>
                      <a:r>
                        <a:rPr lang="pl-PL" sz="1600">
                          <a:effectLst/>
                          <a:latin typeface="PF Square Sans Pro Light"/>
                        </a:rPr>
                        <a:t> to </a:t>
                      </a:r>
                      <a:r>
                        <a:rPr lang="pl-PL" sz="1600" err="1">
                          <a:effectLst/>
                          <a:latin typeface="PF Square Sans Pro Light"/>
                        </a:rPr>
                        <a:t>have</a:t>
                      </a:r>
                      <a:r>
                        <a:rPr lang="pl-PL" sz="1600">
                          <a:effectLst/>
                          <a:latin typeface="PF Square Sans Pro Light"/>
                        </a:rPr>
                        <a:t> </a:t>
                      </a:r>
                      <a:r>
                        <a:rPr lang="pl-PL" sz="1600" err="1">
                          <a:effectLst/>
                          <a:latin typeface="PF Square Sans Pro Light"/>
                        </a:rPr>
                        <a:t>helped</a:t>
                      </a:r>
                      <a:r>
                        <a:rPr lang="pl-PL" sz="1600">
                          <a:effectLst/>
                          <a:latin typeface="PF Square Sans Pro Light"/>
                        </a:rPr>
                        <a:t> </a:t>
                      </a:r>
                      <a:r>
                        <a:rPr lang="pl-PL" sz="1600" err="1">
                          <a:effectLst/>
                          <a:latin typeface="PF Square Sans Pro Light"/>
                        </a:rPr>
                        <a:t>lots</a:t>
                      </a:r>
                      <a:r>
                        <a:rPr lang="pl-PL" sz="1600">
                          <a:effectLst/>
                          <a:latin typeface="PF Square Sans Pro Light"/>
                        </a:rPr>
                        <a:t> of </a:t>
                      </a:r>
                      <a:r>
                        <a:rPr lang="pl-PL" sz="1600" err="1">
                          <a:effectLst/>
                          <a:latin typeface="PF Square Sans Pro Light"/>
                        </a:rPr>
                        <a:t>farmers</a:t>
                      </a:r>
                      <a:r>
                        <a:rPr lang="pl-PL" sz="1600">
                          <a:effectLst/>
                          <a:latin typeface="PF Square Sans Pro Light"/>
                        </a:rPr>
                        <a:t> </a:t>
                      </a:r>
                      <a:r>
                        <a:rPr lang="pl-PL" sz="1600" err="1">
                          <a:effectLst/>
                          <a:latin typeface="PF Square Sans Pro Light"/>
                        </a:rPr>
                        <a:t>achieve</a:t>
                      </a:r>
                      <a:r>
                        <a:rPr lang="pl-PL" sz="1600">
                          <a:effectLst/>
                          <a:latin typeface="PF Square Sans Pro Light"/>
                        </a:rPr>
                        <a:t> </a:t>
                      </a:r>
                      <a:r>
                        <a:rPr lang="pl-PL" sz="1600" err="1">
                          <a:effectLst/>
                          <a:latin typeface="PF Square Sans Pro Light"/>
                        </a:rPr>
                        <a:t>higher</a:t>
                      </a:r>
                      <a:r>
                        <a:rPr lang="pl-PL" sz="1600">
                          <a:effectLst/>
                          <a:latin typeface="PF Square Sans Pro Light"/>
                        </a:rPr>
                        <a:t> </a:t>
                      </a:r>
                      <a:r>
                        <a:rPr lang="pl-PL" sz="1600" err="1">
                          <a:effectLst/>
                          <a:latin typeface="PF Square Sans Pro Light"/>
                        </a:rPr>
                        <a:t>yields</a:t>
                      </a:r>
                      <a:r>
                        <a:rPr lang="pl-PL" sz="1600">
                          <a:effectLst/>
                          <a:latin typeface="PF Square Sans Pro Light"/>
                        </a:rPr>
                        <a:t> and</a:t>
                      </a:r>
                      <a:br>
                        <a:rPr lang="pl-PL" sz="1600">
                          <a:effectLst/>
                          <a:latin typeface="PF Square Sans Pro Light"/>
                        </a:rPr>
                      </a:br>
                      <a:r>
                        <a:rPr lang="pl-PL" sz="1600">
                          <a:effectLst/>
                          <a:latin typeface="PF Square Sans Pro Light"/>
                        </a:rPr>
                        <a:t> </a:t>
                      </a:r>
                      <a:r>
                        <a:rPr lang="pl-PL" sz="1600" err="1">
                          <a:effectLst/>
                          <a:latin typeface="PF Square Sans Pro Light"/>
                        </a:rPr>
                        <a:t>healthier</a:t>
                      </a:r>
                      <a:r>
                        <a:rPr lang="pl-PL" sz="1600">
                          <a:effectLst/>
                          <a:latin typeface="PF Square Sans Pro Light"/>
                        </a:rPr>
                        <a:t> </a:t>
                      </a:r>
                      <a:r>
                        <a:rPr lang="pl-PL" sz="1600" err="1">
                          <a:effectLst/>
                          <a:latin typeface="PF Square Sans Pro Light"/>
                        </a:rPr>
                        <a:t>soils</a:t>
                      </a:r>
                      <a:r>
                        <a:rPr lang="pl-PL" sz="1600">
                          <a:effectLst/>
                          <a:latin typeface="PF Square Sans Pro Light"/>
                        </a:rPr>
                        <a:t>.</a:t>
                      </a:r>
                      <a:br>
                        <a:rPr lang="pl-PL" sz="1600">
                          <a:effectLst/>
                          <a:latin typeface="PF Square Sans Pro Light"/>
                        </a:rPr>
                      </a:br>
                      <a:br>
                        <a:rPr lang="pl-PL" sz="1600">
                          <a:effectLst/>
                          <a:latin typeface="PF Square Sans Pro Light"/>
                        </a:rPr>
                      </a:br>
                      <a:r>
                        <a:rPr lang="pl-PL" sz="1600">
                          <a:effectLst/>
                          <a:latin typeface="PF Square Sans Pro Light"/>
                        </a:rPr>
                        <a:t>- </a:t>
                      </a:r>
                      <a:r>
                        <a:rPr lang="pl-PL" sz="1600" err="1">
                          <a:effectLst/>
                          <a:latin typeface="PF Square Sans Pro Light"/>
                        </a:rPr>
                        <a:t>Arjun</a:t>
                      </a:r>
                      <a:r>
                        <a:rPr lang="pl-PL" sz="1600">
                          <a:effectLst/>
                          <a:latin typeface="PF Square Sans Pro Light"/>
                        </a:rPr>
                        <a:t> </a:t>
                      </a:r>
                      <a:r>
                        <a:rPr lang="pl-PL" sz="1600" err="1">
                          <a:effectLst/>
                          <a:latin typeface="PF Square Sans Pro Light"/>
                        </a:rPr>
                        <a:t>wants</a:t>
                      </a:r>
                      <a:r>
                        <a:rPr lang="pl-PL" sz="1600">
                          <a:effectLst/>
                          <a:latin typeface="PF Square Sans Pro Light"/>
                        </a:rPr>
                        <a:t> to be a </a:t>
                      </a:r>
                      <a:r>
                        <a:rPr lang="pl-PL" sz="1600" err="1">
                          <a:effectLst/>
                          <a:latin typeface="PF Square Sans Pro Light"/>
                        </a:rPr>
                        <a:t>good</a:t>
                      </a:r>
                      <a:r>
                        <a:rPr lang="pl-PL" sz="1600">
                          <a:effectLst/>
                          <a:latin typeface="PF Square Sans Pro Light"/>
                        </a:rPr>
                        <a:t> </a:t>
                      </a:r>
                      <a:r>
                        <a:rPr lang="pl-PL" sz="1600" err="1">
                          <a:effectLst/>
                          <a:latin typeface="PF Square Sans Pro Light"/>
                        </a:rPr>
                        <a:t>brother</a:t>
                      </a:r>
                      <a:r>
                        <a:rPr lang="pl-PL" sz="1600">
                          <a:effectLst/>
                          <a:latin typeface="PF Square Sans Pro Light"/>
                        </a:rPr>
                        <a:t>, </a:t>
                      </a:r>
                      <a:r>
                        <a:rPr lang="pl-PL" sz="1600" err="1">
                          <a:effectLst/>
                          <a:latin typeface="PF Square Sans Pro Light"/>
                        </a:rPr>
                        <a:t>son</a:t>
                      </a:r>
                      <a:r>
                        <a:rPr lang="pl-PL" sz="1600">
                          <a:effectLst/>
                          <a:latin typeface="PF Square Sans Pro Light"/>
                        </a:rPr>
                        <a:t> and </a:t>
                      </a:r>
                      <a:r>
                        <a:rPr lang="pl-PL" sz="1600" err="1">
                          <a:effectLst/>
                          <a:latin typeface="PF Square Sans Pro Light"/>
                        </a:rPr>
                        <a:t>father</a:t>
                      </a:r>
                      <a:r>
                        <a:rPr lang="pl-PL" sz="1600">
                          <a:effectLst/>
                          <a:latin typeface="PF Square Sans Pro Light"/>
                        </a:rPr>
                        <a:t>.</a:t>
                      </a:r>
                      <a:br>
                        <a:rPr lang="pl-PL" sz="1600">
                          <a:effectLst/>
                          <a:latin typeface="PF Square Sans Pro Light"/>
                        </a:rPr>
                      </a:br>
                      <a:br>
                        <a:rPr lang="pl-PL" sz="1600">
                          <a:effectLst/>
                          <a:latin typeface="PF Square Sans Pro Light"/>
                        </a:rPr>
                      </a:br>
                      <a:r>
                        <a:rPr lang="pl-PL" sz="1600">
                          <a:effectLst/>
                          <a:latin typeface="PF Square Sans Pro Light"/>
                        </a:rPr>
                        <a:t>- We want to be </a:t>
                      </a:r>
                      <a:r>
                        <a:rPr lang="pl-PL" sz="1600" err="1">
                          <a:effectLst/>
                          <a:latin typeface="PF Square Sans Pro Light"/>
                        </a:rPr>
                        <a:t>good</a:t>
                      </a:r>
                      <a:r>
                        <a:rPr lang="pl-PL" sz="1600">
                          <a:effectLst/>
                          <a:latin typeface="PF Square Sans Pro Light"/>
                        </a:rPr>
                        <a:t> </a:t>
                      </a:r>
                      <a:r>
                        <a:rPr lang="pl-PL" sz="1600" err="1">
                          <a:effectLst/>
                          <a:latin typeface="PF Square Sans Pro Light"/>
                        </a:rPr>
                        <a:t>leaders</a:t>
                      </a:r>
                      <a:r>
                        <a:rPr lang="pl-PL" sz="1600">
                          <a:effectLst/>
                          <a:latin typeface="PF Square Sans Pro Light"/>
                        </a:rPr>
                        <a:t> to </a:t>
                      </a:r>
                      <a:r>
                        <a:rPr lang="pl-PL" sz="1600" err="1">
                          <a:effectLst/>
                          <a:latin typeface="PF Square Sans Pro Light"/>
                        </a:rPr>
                        <a:t>our</a:t>
                      </a:r>
                      <a:r>
                        <a:rPr lang="pl-PL" sz="1600">
                          <a:effectLst/>
                          <a:latin typeface="PF Square Sans Pro Light"/>
                        </a:rPr>
                        <a:t> </a:t>
                      </a:r>
                      <a:r>
                        <a:rPr lang="pl-PL" sz="1600" err="1">
                          <a:effectLst/>
                          <a:latin typeface="PF Square Sans Pro Light"/>
                        </a:rPr>
                        <a:t>employees</a:t>
                      </a:r>
                      <a:r>
                        <a:rPr lang="pl-PL" sz="1600">
                          <a:effectLst/>
                          <a:latin typeface="PF Square Sans Pro Light"/>
                        </a:rPr>
                        <a:t>.</a:t>
                      </a:r>
                      <a:br>
                        <a:rPr lang="pl-PL" sz="1600">
                          <a:effectLst/>
                          <a:latin typeface="PF Square Sans Pro Light"/>
                        </a:rPr>
                      </a:br>
                      <a:br>
                        <a:rPr lang="pl-PL" sz="1600">
                          <a:effectLst/>
                          <a:latin typeface="PF Square Sans Pro Light"/>
                        </a:rPr>
                      </a:br>
                      <a:r>
                        <a:rPr lang="pl-PL" sz="1600">
                          <a:effectLst/>
                          <a:latin typeface="PF Square Sans Pro Light"/>
                        </a:rPr>
                        <a:t>- </a:t>
                      </a:r>
                      <a:r>
                        <a:rPr lang="pl-PL" sz="1600" err="1">
                          <a:effectLst/>
                          <a:latin typeface="PF Square Sans Pro Light"/>
                        </a:rPr>
                        <a:t>Eric</a:t>
                      </a:r>
                      <a:r>
                        <a:rPr lang="pl-PL" sz="1600">
                          <a:effectLst/>
                          <a:latin typeface="PF Square Sans Pro Light"/>
                        </a:rPr>
                        <a:t> </a:t>
                      </a:r>
                      <a:r>
                        <a:rPr lang="pl-PL" sz="1600" err="1">
                          <a:effectLst/>
                          <a:latin typeface="PF Square Sans Pro Light"/>
                        </a:rPr>
                        <a:t>will</a:t>
                      </a:r>
                      <a:r>
                        <a:rPr lang="pl-PL" sz="1600">
                          <a:effectLst/>
                          <a:latin typeface="PF Square Sans Pro Light"/>
                        </a:rPr>
                        <a:t> be </a:t>
                      </a:r>
                      <a:r>
                        <a:rPr lang="pl-PL" sz="1600" err="1">
                          <a:effectLst/>
                          <a:latin typeface="PF Square Sans Pro Light"/>
                        </a:rPr>
                        <a:t>at</a:t>
                      </a:r>
                      <a:r>
                        <a:rPr lang="pl-PL" sz="1600">
                          <a:effectLst/>
                          <a:latin typeface="PF Square Sans Pro Light"/>
                        </a:rPr>
                        <a:t> the top of </a:t>
                      </a:r>
                      <a:r>
                        <a:rPr lang="pl-PL" sz="1600" err="1">
                          <a:effectLst/>
                          <a:latin typeface="PF Square Sans Pro Light"/>
                        </a:rPr>
                        <a:t>his</a:t>
                      </a:r>
                      <a:r>
                        <a:rPr lang="pl-PL" sz="1600">
                          <a:effectLst/>
                          <a:latin typeface="PF Square Sans Pro Light"/>
                        </a:rPr>
                        <a:t> </a:t>
                      </a:r>
                      <a:r>
                        <a:rPr lang="pl-PL" sz="1600" err="1">
                          <a:effectLst/>
                          <a:latin typeface="PF Square Sans Pro Light"/>
                        </a:rPr>
                        <a:t>sales</a:t>
                      </a:r>
                      <a:r>
                        <a:rPr lang="pl-PL" sz="1600">
                          <a:effectLst/>
                          <a:latin typeface="PF Square Sans Pro Light"/>
                        </a:rPr>
                        <a:t> </a:t>
                      </a:r>
                      <a:r>
                        <a:rPr lang="pl-PL" sz="1600" err="1">
                          <a:effectLst/>
                          <a:latin typeface="PF Square Sans Pro Light"/>
                        </a:rPr>
                        <a:t>career</a:t>
                      </a:r>
                      <a:r>
                        <a:rPr lang="pl-PL" sz="1600">
                          <a:effectLst/>
                          <a:latin typeface="PF Square Sans Pro Light"/>
                        </a:rPr>
                        <a:t>.</a:t>
                      </a:r>
                      <a:br>
                        <a:rPr lang="pl-PL" sz="1600">
                          <a:effectLst/>
                          <a:latin typeface="PF Square Sans Pro Light"/>
                        </a:rPr>
                      </a:br>
                      <a:br>
                        <a:rPr lang="pl-PL" sz="1600">
                          <a:effectLst/>
                          <a:latin typeface="PF Square Sans Pro Light"/>
                        </a:rPr>
                      </a:br>
                      <a:r>
                        <a:rPr lang="pl-PL" sz="1600">
                          <a:effectLst/>
                          <a:latin typeface="PF Square Sans Pro Light"/>
                        </a:rPr>
                        <a:t>- Alfred </a:t>
                      </a:r>
                      <a:r>
                        <a:rPr lang="pl-PL" sz="1600" err="1">
                          <a:effectLst/>
                          <a:latin typeface="PF Square Sans Pro Light"/>
                        </a:rPr>
                        <a:t>wants</a:t>
                      </a:r>
                      <a:r>
                        <a:rPr lang="pl-PL" sz="1600">
                          <a:effectLst/>
                          <a:latin typeface="PF Square Sans Pro Light"/>
                        </a:rPr>
                        <a:t> to </a:t>
                      </a:r>
                      <a:r>
                        <a:rPr lang="pl-PL" sz="1600" err="1">
                          <a:effectLst/>
                          <a:latin typeface="PF Square Sans Pro Light"/>
                        </a:rPr>
                        <a:t>grow</a:t>
                      </a:r>
                      <a:r>
                        <a:rPr lang="pl-PL" sz="1600">
                          <a:effectLst/>
                          <a:latin typeface="PF Square Sans Pro Light"/>
                        </a:rPr>
                        <a:t> and </a:t>
                      </a:r>
                      <a:r>
                        <a:rPr lang="pl-PL" sz="1600" err="1">
                          <a:effectLst/>
                          <a:latin typeface="PF Square Sans Pro Light"/>
                        </a:rPr>
                        <a:t>learn</a:t>
                      </a:r>
                      <a:r>
                        <a:rPr lang="pl-PL" sz="1600">
                          <a:effectLst/>
                          <a:latin typeface="PF Square Sans Pro Light"/>
                        </a:rPr>
                        <a:t> a lot, he </a:t>
                      </a:r>
                      <a:r>
                        <a:rPr lang="pl-PL" sz="1600" err="1">
                          <a:effectLst/>
                          <a:latin typeface="PF Square Sans Pro Light"/>
                        </a:rPr>
                        <a:t>wants</a:t>
                      </a:r>
                      <a:r>
                        <a:rPr lang="pl-PL" sz="1600">
                          <a:effectLst/>
                          <a:latin typeface="PF Square Sans Pro Light"/>
                        </a:rPr>
                        <a:t> be </a:t>
                      </a:r>
                      <a:r>
                        <a:rPr lang="pl-PL" sz="1600" err="1">
                          <a:effectLst/>
                          <a:latin typeface="PF Square Sans Pro Light"/>
                        </a:rPr>
                        <a:t>instrumental</a:t>
                      </a:r>
                      <a:r>
                        <a:rPr lang="pl-PL" sz="1600">
                          <a:effectLst/>
                          <a:latin typeface="PF Square Sans Pro Light"/>
                        </a:rPr>
                        <a:t> in </a:t>
                      </a:r>
                      <a:r>
                        <a:rPr lang="pl-PL" sz="1600" err="1">
                          <a:effectLst/>
                          <a:latin typeface="PF Square Sans Pro Light"/>
                        </a:rPr>
                        <a:t>chiromo</a:t>
                      </a:r>
                      <a:br>
                        <a:rPr lang="pl-PL" sz="1600">
                          <a:effectLst/>
                          <a:latin typeface="PF Square Sans Pro Light"/>
                        </a:rPr>
                      </a:br>
                      <a:r>
                        <a:rPr lang="pl-PL" sz="1600">
                          <a:effectLst/>
                          <a:latin typeface="PF Square Sans Pro Light"/>
                        </a:rPr>
                        <a:t> and </a:t>
                      </a:r>
                      <a:r>
                        <a:rPr lang="pl-PL" sz="1600" err="1">
                          <a:effectLst/>
                          <a:latin typeface="PF Square Sans Pro Light"/>
                        </a:rPr>
                        <a:t>career</a:t>
                      </a:r>
                      <a:r>
                        <a:rPr lang="pl-PL" sz="1600">
                          <a:effectLst/>
                          <a:latin typeface="PF Square Sans Pro Light"/>
                        </a:rPr>
                        <a:t> </a:t>
                      </a:r>
                      <a:r>
                        <a:rPr lang="pl-PL" sz="1600" err="1">
                          <a:effectLst/>
                          <a:latin typeface="PF Square Sans Pro Light"/>
                        </a:rPr>
                        <a:t>growth</a:t>
                      </a:r>
                      <a:r>
                        <a:rPr lang="pl-PL" sz="1600">
                          <a:effectLst/>
                          <a:latin typeface="PF Square Sans Pro Light"/>
                        </a:rPr>
                        <a:t> and to </a:t>
                      </a:r>
                      <a:r>
                        <a:rPr lang="pl-PL" sz="1600" err="1">
                          <a:effectLst/>
                          <a:latin typeface="PF Square Sans Pro Light"/>
                        </a:rPr>
                        <a:t>better</a:t>
                      </a:r>
                      <a:r>
                        <a:rPr lang="pl-PL" sz="1600">
                          <a:effectLst/>
                          <a:latin typeface="PF Square Sans Pro Light"/>
                        </a:rPr>
                        <a:t> </a:t>
                      </a:r>
                      <a:r>
                        <a:rPr lang="pl-PL" sz="1600" err="1">
                          <a:effectLst/>
                          <a:latin typeface="PF Square Sans Pro Light"/>
                        </a:rPr>
                        <a:t>his</a:t>
                      </a:r>
                      <a:r>
                        <a:rPr lang="pl-PL" sz="1600">
                          <a:effectLst/>
                          <a:latin typeface="PF Square Sans Pro Light"/>
                        </a:rPr>
                        <a:t> and </a:t>
                      </a:r>
                      <a:r>
                        <a:rPr lang="pl-PL" sz="1600" err="1">
                          <a:effectLst/>
                          <a:latin typeface="PF Square Sans Pro Light"/>
                        </a:rPr>
                        <a:t>his</a:t>
                      </a:r>
                      <a:r>
                        <a:rPr lang="pl-PL" sz="1600">
                          <a:effectLst/>
                          <a:latin typeface="PF Square Sans Pro Light"/>
                        </a:rPr>
                        <a:t> </a:t>
                      </a:r>
                      <a:r>
                        <a:rPr lang="pl-PL" sz="1600" err="1">
                          <a:effectLst/>
                          <a:latin typeface="PF Square Sans Pro Light"/>
                        </a:rPr>
                        <a:t>family's</a:t>
                      </a:r>
                      <a:r>
                        <a:rPr lang="pl-PL" sz="1600">
                          <a:effectLst/>
                          <a:latin typeface="PF Square Sans Pro Light"/>
                        </a:rPr>
                        <a:t> </a:t>
                      </a:r>
                      <a:r>
                        <a:rPr lang="pl-PL" sz="1600" err="1">
                          <a:effectLst/>
                          <a:latin typeface="PF Square Sans Pro Light"/>
                        </a:rPr>
                        <a:t>standards</a:t>
                      </a:r>
                      <a:r>
                        <a:rPr lang="pl-PL" sz="1600">
                          <a:effectLst/>
                          <a:latin typeface="PF Square Sans Pro Light"/>
                        </a:rPr>
                        <a:t> of </a:t>
                      </a:r>
                      <a:r>
                        <a:rPr lang="pl-PL" sz="1600" err="1">
                          <a:effectLst/>
                          <a:latin typeface="PF Square Sans Pro Light"/>
                        </a:rPr>
                        <a:t>living</a:t>
                      </a:r>
                      <a:r>
                        <a:rPr lang="pl-PL" sz="1600">
                          <a:effectLst/>
                          <a:latin typeface="PF Square Sans Pro Light"/>
                        </a:rPr>
                        <a:t>.</a:t>
                      </a:r>
                      <a:br>
                        <a:rPr lang="pl-PL" sz="1600">
                          <a:effectLst/>
                          <a:latin typeface="PF Square Sans Pro Light"/>
                        </a:rPr>
                      </a:br>
                      <a:br>
                        <a:rPr lang="pl-PL" sz="1600">
                          <a:effectLst/>
                          <a:latin typeface="PF Square Sans Pro Light"/>
                        </a:rPr>
                      </a:br>
                      <a:r>
                        <a:rPr lang="pl-PL" sz="1600">
                          <a:effectLst/>
                          <a:latin typeface="PF Square Sans Pro Light"/>
                        </a:rPr>
                        <a:t>- </a:t>
                      </a:r>
                      <a:r>
                        <a:rPr lang="pl-PL" sz="1600" err="1">
                          <a:effectLst/>
                          <a:latin typeface="PF Square Sans Pro Light"/>
                        </a:rPr>
                        <a:t>Navishka</a:t>
                      </a:r>
                      <a:r>
                        <a:rPr lang="pl-PL" sz="1600">
                          <a:effectLst/>
                          <a:latin typeface="PF Square Sans Pro Light"/>
                        </a:rPr>
                        <a:t> </a:t>
                      </a:r>
                      <a:r>
                        <a:rPr lang="pl-PL" sz="1600" err="1">
                          <a:effectLst/>
                          <a:latin typeface="PF Square Sans Pro Light"/>
                        </a:rPr>
                        <a:t>would</a:t>
                      </a:r>
                      <a:r>
                        <a:rPr lang="pl-PL" sz="1600">
                          <a:effectLst/>
                          <a:latin typeface="PF Square Sans Pro Light"/>
                        </a:rPr>
                        <a:t> </a:t>
                      </a:r>
                      <a:r>
                        <a:rPr lang="pl-PL" sz="1600" err="1">
                          <a:effectLst/>
                          <a:latin typeface="PF Square Sans Pro Light"/>
                        </a:rPr>
                        <a:t>have</a:t>
                      </a:r>
                      <a:r>
                        <a:rPr lang="pl-PL" sz="1600">
                          <a:effectLst/>
                          <a:latin typeface="PF Square Sans Pro Light"/>
                        </a:rPr>
                        <a:t> a lot </a:t>
                      </a:r>
                      <a:r>
                        <a:rPr lang="pl-PL" sz="1600" err="1">
                          <a:effectLst/>
                          <a:latin typeface="PF Square Sans Pro Light"/>
                        </a:rPr>
                        <a:t>more</a:t>
                      </a:r>
                      <a:r>
                        <a:rPr lang="pl-PL" sz="1600">
                          <a:effectLst/>
                          <a:latin typeface="PF Square Sans Pro Light"/>
                        </a:rPr>
                        <a:t> </a:t>
                      </a:r>
                      <a:r>
                        <a:rPr lang="pl-PL" sz="1600" err="1">
                          <a:effectLst/>
                          <a:latin typeface="PF Square Sans Pro Light"/>
                        </a:rPr>
                        <a:t>peace</a:t>
                      </a:r>
                      <a:r>
                        <a:rPr lang="pl-PL" sz="1600">
                          <a:effectLst/>
                          <a:latin typeface="PF Square Sans Pro Light"/>
                        </a:rPr>
                        <a:t> of </a:t>
                      </a:r>
                      <a:r>
                        <a:rPr lang="pl-PL" sz="1600" err="1">
                          <a:effectLst/>
                          <a:latin typeface="PF Square Sans Pro Light"/>
                        </a:rPr>
                        <a:t>mind</a:t>
                      </a:r>
                      <a:r>
                        <a:rPr lang="pl-PL" sz="1600">
                          <a:effectLst/>
                          <a:latin typeface="PF Square Sans Pro Light"/>
                        </a:rPr>
                        <a:t>.</a:t>
                      </a:r>
                      <a:br>
                        <a:rPr lang="en-US"/>
                      </a:br>
                      <a:br>
                        <a:rPr lang="en-US"/>
                      </a:br>
                      <a:r>
                        <a:rPr lang="pl-PL" sz="1600">
                          <a:effectLst/>
                          <a:latin typeface="PF Square Sans Pro Light"/>
                        </a:rPr>
                        <a:t> </a:t>
                      </a:r>
                      <a:br>
                        <a:rPr lang="pl-PL" sz="1600">
                          <a:effectLst/>
                          <a:latin typeface="PF Square Sans Pro Light"/>
                        </a:rPr>
                      </a:br>
                      <a:endParaRPr lang="pl-PL" sz="1600">
                        <a:effectLst/>
                        <a:latin typeface="PF Square Sans Pro Light"/>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1007346"/>
                  </a:ext>
                </a:extLst>
              </a:tr>
              <a:tr h="1214325">
                <a:tc>
                  <a:txBody>
                    <a:bodyPr/>
                    <a:lstStyle/>
                    <a:p>
                      <a:pPr rtl="0" fontAlgn="base">
                        <a:lnSpc>
                          <a:spcPts val="873"/>
                        </a:lnSpc>
                        <a:buNone/>
                      </a:pPr>
                      <a:endParaRPr lang="en-US" sz="1200">
                        <a:effectLst/>
                        <a:latin typeface="Arial"/>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764"/>
                        </a:lnSpc>
                        <a:buNone/>
                      </a:pPr>
                      <a:endParaRPr lang="en-US" sz="1100">
                        <a:effectLst/>
                        <a:latin typeface="Arial" panose="020B0604020202020204" pitchFamily="34" charset="0"/>
                      </a:endParaRPr>
                    </a:p>
                  </a:txBody>
                  <a:tcPr marL="54693" marR="54693" marT="27346" marB="2734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1999051"/>
                  </a:ext>
                </a:extLst>
              </a:tr>
            </a:tbl>
          </a:graphicData>
        </a:graphic>
      </p:graphicFrame>
    </p:spTree>
    <p:extLst>
      <p:ext uri="{BB962C8B-B14F-4D97-AF65-F5344CB8AC3E}">
        <p14:creationId xmlns:p14="http://schemas.microsoft.com/office/powerpoint/2010/main" val="1007168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894168257"/>
              </p:ext>
            </p:extLst>
          </p:nvPr>
        </p:nvGraphicFramePr>
        <p:xfrm>
          <a:off x="60962" y="590994"/>
          <a:ext cx="10009014" cy="6886251"/>
        </p:xfrm>
        <a:graphic>
          <a:graphicData uri="http://schemas.openxmlformats.org/drawingml/2006/table">
            <a:tbl>
              <a:tblPr firstRow="1" bandRow="1">
                <a:tableStyleId>{2D5ABB26-0587-4C30-8999-92F81FD0307C}</a:tableStyleId>
              </a:tblPr>
              <a:tblGrid>
                <a:gridCol w="10009014">
                  <a:extLst>
                    <a:ext uri="{9D8B030D-6E8A-4147-A177-3AD203B41FA5}">
                      <a16:colId xmlns:a16="http://schemas.microsoft.com/office/drawing/2014/main" val="3308902235"/>
                    </a:ext>
                  </a:extLst>
                </a:gridCol>
              </a:tblGrid>
              <a:tr h="37622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531745">
                <a:tc>
                  <a:txBody>
                    <a:bodyPr/>
                    <a:lstStyle/>
                    <a:p>
                      <a:pPr lvl="0" algn="l">
                        <a:lnSpc>
                          <a:spcPct val="100000"/>
                        </a:lnSpc>
                        <a:spcBef>
                          <a:spcPts val="0"/>
                        </a:spcBef>
                        <a:spcAft>
                          <a:spcPts val="0"/>
                        </a:spcAft>
                        <a:buNone/>
                      </a:pPr>
                      <a:r>
                        <a:rPr lang="en-US" sz="1400" b="0" i="0" u="none" strike="noStrike" noProof="0">
                          <a:solidFill>
                            <a:srgbClr val="242424"/>
                          </a:solidFill>
                          <a:latin typeface="Arial"/>
                          <a:cs typeface="Arial"/>
                        </a:rPr>
                        <a:t>In 2030</a:t>
                      </a:r>
                      <a:br>
                        <a:rPr lang="en-US" sz="1400" b="0" i="0" u="none" strike="noStrike" noProof="0">
                          <a:solidFill>
                            <a:srgbClr val="242424"/>
                          </a:solidFill>
                          <a:latin typeface="Arial"/>
                          <a:cs typeface="Arial"/>
                        </a:rPr>
                      </a:br>
                      <a:br>
                        <a:rPr lang="en-US" sz="1400" b="0" i="0" u="none" strike="noStrike" noProof="0">
                          <a:solidFill>
                            <a:srgbClr val="242424"/>
                          </a:solidFill>
                          <a:latin typeface="Arial"/>
                          <a:cs typeface="Arial"/>
                        </a:rPr>
                      </a:br>
                      <a:r>
                        <a:rPr lang="en-US" sz="1400" b="0" i="0" u="none" strike="noStrike" noProof="0">
                          <a:solidFill>
                            <a:srgbClr val="242424"/>
                          </a:solidFill>
                          <a:latin typeface="Arial"/>
                          <a:cs typeface="Arial"/>
                        </a:rPr>
                        <a:t>- </a:t>
                      </a:r>
                      <a:r>
                        <a:rPr lang="en-US" sz="1400" b="0" i="0" u="none" strike="noStrike" noProof="0" err="1">
                          <a:solidFill>
                            <a:srgbClr val="242424"/>
                          </a:solidFill>
                          <a:latin typeface="Arial"/>
                          <a:cs typeface="Arial"/>
                        </a:rPr>
                        <a:t>CalciGrow</a:t>
                      </a:r>
                      <a:r>
                        <a:rPr lang="en-US" sz="1400" b="0" i="0" u="none" strike="noStrike" noProof="0">
                          <a:solidFill>
                            <a:srgbClr val="242424"/>
                          </a:solidFill>
                          <a:latin typeface="Arial"/>
                          <a:cs typeface="Arial"/>
                        </a:rPr>
                        <a:t> sales to reach more than a 1 million individual farmers and we can measure that by selling more than 100,000 tons.</a:t>
                      </a:r>
                      <a:br>
                        <a:rPr lang="en-US" sz="1400" b="0" i="0" u="none" strike="noStrike" noProof="0">
                          <a:solidFill>
                            <a:srgbClr val="242424"/>
                          </a:solidFill>
                          <a:latin typeface="Arial"/>
                          <a:cs typeface="Arial"/>
                        </a:rPr>
                      </a:br>
                      <a:r>
                        <a:rPr lang="en-US" sz="1400" b="0" i="0" u="none" strike="noStrike" noProof="0">
                          <a:solidFill>
                            <a:srgbClr val="242424"/>
                          </a:solidFill>
                          <a:latin typeface="Arial"/>
                          <a:cs typeface="Arial"/>
                        </a:rPr>
                        <a:t>- The office is selling a lot of product online and we have some good data, accounts and </a:t>
                      </a:r>
                      <a:r>
                        <a:rPr lang="en-US" sz="1400" b="0" i="0" u="none" strike="noStrike" noProof="0" err="1">
                          <a:solidFill>
                            <a:srgbClr val="242424"/>
                          </a:solidFill>
                          <a:latin typeface="Arial"/>
                          <a:cs typeface="Arial"/>
                        </a:rPr>
                        <a:t>makreting</a:t>
                      </a:r>
                      <a:r>
                        <a:rPr lang="en-US" sz="1400" b="0" i="0" u="none" strike="noStrike" noProof="0">
                          <a:solidFill>
                            <a:srgbClr val="242424"/>
                          </a:solidFill>
                          <a:latin typeface="Arial"/>
                          <a:cs typeface="Arial"/>
                        </a:rPr>
                        <a:t> team members. And we are using </a:t>
                      </a:r>
                      <a:r>
                        <a:rPr lang="en-US" sz="1400" b="0" i="0" u="none" strike="noStrike" noProof="0" err="1">
                          <a:solidFill>
                            <a:srgbClr val="242424"/>
                          </a:solidFill>
                          <a:latin typeface="Arial"/>
                          <a:cs typeface="Arial"/>
                        </a:rPr>
                        <a:t>artifiical</a:t>
                      </a:r>
                      <a:r>
                        <a:rPr lang="en-US" sz="1400" b="0" i="0" u="none" strike="noStrike" noProof="0">
                          <a:solidFill>
                            <a:srgbClr val="242424"/>
                          </a:solidFill>
                          <a:latin typeface="Arial"/>
                          <a:cs typeface="Arial"/>
                        </a:rPr>
                        <a:t> intelligence to make our work more efficient .</a:t>
                      </a:r>
                      <a:br>
                        <a:rPr lang="en-US" sz="1400" b="0" i="0" u="none" strike="noStrike" noProof="0">
                          <a:solidFill>
                            <a:srgbClr val="242424"/>
                          </a:solidFill>
                          <a:latin typeface="Arial"/>
                          <a:cs typeface="Arial"/>
                        </a:rPr>
                      </a:br>
                      <a:r>
                        <a:rPr lang="en-US" sz="1400" b="0" i="0" u="none" strike="noStrike" noProof="0">
                          <a:solidFill>
                            <a:srgbClr val="242424"/>
                          </a:solidFill>
                          <a:latin typeface="Arial"/>
                          <a:cs typeface="Arial"/>
                        </a:rPr>
                        <a:t>- The whole CFL team is proud to be working for a company that has mutual core values.</a:t>
                      </a:r>
                      <a:br>
                        <a:rPr lang="en-US" sz="1400" b="0" i="0" u="none" strike="noStrike" noProof="0">
                          <a:solidFill>
                            <a:srgbClr val="242424"/>
                          </a:solidFill>
                          <a:latin typeface="Arial"/>
                          <a:cs typeface="Arial"/>
                        </a:rPr>
                      </a:br>
                      <a:r>
                        <a:rPr lang="en-US" sz="1400" b="0" i="0" u="none" strike="noStrike" noProof="0">
                          <a:solidFill>
                            <a:srgbClr val="242424"/>
                          </a:solidFill>
                          <a:latin typeface="Arial"/>
                          <a:cs typeface="Arial"/>
                        </a:rPr>
                        <a:t>- The customers are delighted to see us, they want to share their success with their </a:t>
                      </a:r>
                      <a:r>
                        <a:rPr lang="en-US" sz="1400" b="0" i="0" u="none" strike="noStrike" noProof="0" err="1">
                          <a:solidFill>
                            <a:srgbClr val="242424"/>
                          </a:solidFill>
                          <a:latin typeface="Arial"/>
                          <a:cs typeface="Arial"/>
                        </a:rPr>
                        <a:t>neighbours</a:t>
                      </a:r>
                      <a:r>
                        <a:rPr lang="en-US" sz="1400" b="0" i="0" u="none" strike="noStrike" noProof="0">
                          <a:solidFill>
                            <a:srgbClr val="242424"/>
                          </a:solidFill>
                          <a:latin typeface="Arial"/>
                          <a:cs typeface="Arial"/>
                        </a:rPr>
                        <a:t>. The farmer is happier with </a:t>
                      </a:r>
                      <a:r>
                        <a:rPr lang="en-US" sz="1400" b="0" i="0" u="none" strike="noStrike" noProof="0" err="1">
                          <a:solidFill>
                            <a:srgbClr val="242424"/>
                          </a:solidFill>
                          <a:latin typeface="Arial"/>
                          <a:cs typeface="Arial"/>
                        </a:rPr>
                        <a:t>CalciGrow</a:t>
                      </a:r>
                      <a:r>
                        <a:rPr lang="en-US" sz="1400" b="0" i="0" u="none" strike="noStrike" noProof="0">
                          <a:solidFill>
                            <a:srgbClr val="242424"/>
                          </a:solidFill>
                          <a:latin typeface="Arial"/>
                          <a:cs typeface="Arial"/>
                        </a:rPr>
                        <a:t>.</a:t>
                      </a:r>
                      <a:br>
                        <a:rPr lang="en-US"/>
                      </a:br>
                      <a:r>
                        <a:rPr lang="en-US" sz="1400" b="0" i="0" u="none" strike="noStrike" noProof="0">
                          <a:solidFill>
                            <a:srgbClr val="242424"/>
                          </a:solidFill>
                          <a:latin typeface="Arial"/>
                          <a:cs typeface="Arial"/>
                        </a:rPr>
                        <a:t>- </a:t>
                      </a:r>
                      <a:r>
                        <a:rPr lang="en-US" sz="1400" b="0" i="0" u="none" strike="noStrike" noProof="0" err="1">
                          <a:solidFill>
                            <a:srgbClr val="242424"/>
                          </a:solidFill>
                          <a:latin typeface="Arial"/>
                          <a:cs typeface="Arial"/>
                        </a:rPr>
                        <a:t>CalciGrow</a:t>
                      </a:r>
                      <a:r>
                        <a:rPr lang="en-US" sz="1400" b="0" i="0" u="none" strike="noStrike" noProof="0">
                          <a:solidFill>
                            <a:srgbClr val="242424"/>
                          </a:solidFill>
                          <a:latin typeface="Arial"/>
                          <a:cs typeface="Arial"/>
                        </a:rPr>
                        <a:t> is recognized and known by every farmer in East Africa.</a:t>
                      </a:r>
                      <a:br>
                        <a:rPr lang="en-US" sz="1400" b="0" i="0" u="none" strike="noStrike" noProof="0">
                          <a:solidFill>
                            <a:srgbClr val="242424"/>
                          </a:solidFill>
                          <a:latin typeface="Arial"/>
                          <a:cs typeface="Arial"/>
                        </a:rPr>
                      </a:br>
                      <a:r>
                        <a:rPr lang="en-US" sz="1400" b="0" i="0" u="none" strike="noStrike" noProof="0">
                          <a:solidFill>
                            <a:srgbClr val="242424"/>
                          </a:solidFill>
                          <a:latin typeface="Arial"/>
                          <a:cs typeface="Arial"/>
                        </a:rPr>
                        <a:t>- CFL Kenya is able to attract top talented individuals to work at all levels of the organization.</a:t>
                      </a:r>
                      <a:br>
                        <a:rPr lang="en-US" sz="1400" b="0" i="0" u="none" strike="noStrike" noProof="0">
                          <a:solidFill>
                            <a:srgbClr val="242424"/>
                          </a:solidFill>
                          <a:latin typeface="Arial"/>
                          <a:cs typeface="Arial"/>
                        </a:rPr>
                      </a:br>
                      <a:br>
                        <a:rPr lang="en-US" sz="1400" b="0" i="0" u="none" strike="noStrike" noProof="0">
                          <a:solidFill>
                            <a:srgbClr val="242424"/>
                          </a:solidFill>
                          <a:latin typeface="Arial"/>
                          <a:cs typeface="Arial"/>
                        </a:rPr>
                      </a:br>
                      <a:endParaRPr lang="en-US" sz="1400" b="0" i="0" u="none" strike="noStrike" noProof="0">
                        <a:solidFill>
                          <a:srgbClr val="242424"/>
                        </a:solidFill>
                        <a:latin typeface="Arial"/>
                        <a:cs typeface="Arial"/>
                      </a:endParaRPr>
                    </a:p>
                    <a:p>
                      <a:pPr marL="0" lvl="0" indent="0" algn="l">
                        <a:lnSpc>
                          <a:spcPct val="100000"/>
                        </a:lnSpc>
                        <a:spcBef>
                          <a:spcPts val="0"/>
                        </a:spcBef>
                        <a:spcAft>
                          <a:spcPts val="0"/>
                        </a:spcAft>
                        <a:buNone/>
                      </a:pPr>
                      <a:endParaRPr lang="en-US" sz="1400" b="0" i="0" u="none" strike="noStrike" noProof="0">
                        <a:solidFill>
                          <a:srgbClr val="242424"/>
                        </a:solidFill>
                        <a:latin typeface="Arial"/>
                        <a:cs typeface="Arial"/>
                      </a:endParaRPr>
                    </a:p>
                    <a:p>
                      <a:pPr marL="0" lvl="0" indent="0" algn="l">
                        <a:lnSpc>
                          <a:spcPct val="100000"/>
                        </a:lnSpc>
                        <a:spcBef>
                          <a:spcPts val="0"/>
                        </a:spcBef>
                        <a:spcAft>
                          <a:spcPts val="0"/>
                        </a:spcAft>
                        <a:buFont typeface="Calibri"/>
                        <a:buNone/>
                      </a:pPr>
                      <a:endParaRPr lang="en-US" sz="1400" b="0" i="0" u="none" strike="noStrike" noProof="0">
                        <a:solidFill>
                          <a:srgbClr val="242424"/>
                        </a:solidFill>
                        <a:latin typeface="Arial"/>
                        <a:cs typeface="Arial"/>
                      </a:endParaRPr>
                    </a:p>
                    <a:p>
                      <a:pPr marL="0" lvl="0" indent="0" algn="l">
                        <a:lnSpc>
                          <a:spcPct val="100000"/>
                        </a:lnSpc>
                        <a:spcBef>
                          <a:spcPts val="0"/>
                        </a:spcBef>
                        <a:spcAft>
                          <a:spcPts val="0"/>
                        </a:spcAft>
                        <a:buNone/>
                      </a:pPr>
                      <a:r>
                        <a:rPr lang="en-US" sz="1800" b="0" i="0" u="none" strike="noStrike" noProof="0">
                          <a:solidFill>
                            <a:srgbClr val="000000"/>
                          </a:solidFill>
                          <a:latin typeface="Calibri"/>
                        </a:rPr>
                        <a:t>To do this:</a:t>
                      </a:r>
                      <a:br>
                        <a:rPr lang="en-US" sz="1800" b="0" i="0" u="none" strike="noStrike" noProof="0">
                          <a:solidFill>
                            <a:srgbClr val="000000"/>
                          </a:solidFill>
                          <a:latin typeface="Calibri"/>
                        </a:rPr>
                      </a:br>
                      <a:br>
                        <a:rPr lang="en-US" sz="1800" b="0" i="0" u="none" strike="noStrike" noProof="0">
                          <a:solidFill>
                            <a:srgbClr val="000000"/>
                          </a:solidFill>
                          <a:latin typeface="Calibri"/>
                        </a:rPr>
                      </a:br>
                      <a:r>
                        <a:rPr lang="en-US" sz="1800" b="0" i="0" u="none" strike="noStrike" noProof="0">
                          <a:solidFill>
                            <a:srgbClr val="000000"/>
                          </a:solidFill>
                          <a:latin typeface="Calibri"/>
                        </a:rPr>
                        <a:t>We need to 10x Sales, 10x Production and 5x Capacity at the Factory.</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8427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94015">
                <a:tc>
                  <a:txBody>
                    <a:bodyPr/>
                    <a:lstStyle/>
                    <a:p>
                      <a:pPr lvl="0" algn="l">
                        <a:lnSpc>
                          <a:spcPct val="100000"/>
                        </a:lnSpc>
                        <a:spcBef>
                          <a:spcPts val="0"/>
                        </a:spcBef>
                        <a:spcAft>
                          <a:spcPts val="0"/>
                        </a:spcAft>
                        <a:buNone/>
                      </a:pPr>
                      <a:br>
                        <a:rPr lang="en-US" sz="1200">
                          <a:latin typeface="Arial"/>
                          <a:cs typeface="Arial"/>
                        </a:rPr>
                      </a:br>
                      <a:r>
                        <a:rPr lang="en-US" sz="1200">
                          <a:latin typeface="Arial"/>
                          <a:cs typeface="Arial"/>
                        </a:rPr>
                        <a:t>- By 2030 we have a company of motivated individuals guided by AI and data, manufacturing and selling 100,000 tons of </a:t>
                      </a:r>
                      <a:r>
                        <a:rPr lang="en-US" sz="1200" err="1">
                          <a:latin typeface="Arial"/>
                          <a:cs typeface="Arial"/>
                        </a:rPr>
                        <a:t>CalciGrow</a:t>
                      </a:r>
                      <a:r>
                        <a:rPr lang="en-US" sz="1200">
                          <a:latin typeface="Arial"/>
                          <a:cs typeface="Arial"/>
                        </a:rPr>
                        <a:t> to more than 1 million happy &amp; loyal customers. </a:t>
                      </a:r>
                      <a:endParaRPr lang="en-US" sz="1200">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39997736"/>
              </p:ext>
            </p:extLst>
          </p:nvPr>
        </p:nvGraphicFramePr>
        <p:xfrm>
          <a:off x="256819" y="719276"/>
          <a:ext cx="9776012" cy="6631887"/>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marL="285750" lvl="0" indent="-285750" algn="l">
                        <a:lnSpc>
                          <a:spcPct val="100000"/>
                        </a:lnSpc>
                        <a:spcBef>
                          <a:spcPts val="0"/>
                        </a:spcBef>
                        <a:spcAft>
                          <a:spcPts val="0"/>
                        </a:spcAft>
                        <a:buFont typeface="Arial" panose="020B0604020202020204" pitchFamily="34" charset="0"/>
                        <a:buChar char="•"/>
                      </a:pPr>
                      <a:r>
                        <a:rPr lang="en-US" sz="1400" b="0" i="0" u="none" strike="noStrike" noProof="0">
                          <a:solidFill>
                            <a:srgbClr val="000000"/>
                          </a:solidFill>
                          <a:latin typeface="Arial"/>
                          <a:cs typeface="Arial"/>
                        </a:rPr>
                        <a:t>Achievable</a:t>
                      </a:r>
                    </a:p>
                    <a:p>
                      <a:pPr marL="285750" lvl="0" indent="-285750" algn="l">
                        <a:lnSpc>
                          <a:spcPct val="100000"/>
                        </a:lnSpc>
                        <a:spcBef>
                          <a:spcPts val="0"/>
                        </a:spcBef>
                        <a:spcAft>
                          <a:spcPts val="0"/>
                        </a:spcAft>
                        <a:buFont typeface="Arial" panose="020B0604020202020204" pitchFamily="34" charset="0"/>
                        <a:buChar char="•"/>
                      </a:pPr>
                      <a:r>
                        <a:rPr lang="en-US" sz="1400" b="0" i="0" u="none" strike="noStrike" noProof="0">
                          <a:solidFill>
                            <a:srgbClr val="000000"/>
                          </a:solidFill>
                          <a:latin typeface="Arial"/>
                          <a:cs typeface="Arial"/>
                        </a:rPr>
                        <a:t>Ambitious</a:t>
                      </a:r>
                    </a:p>
                    <a:p>
                      <a:pPr marL="285750" lvl="0" indent="-285750" algn="l">
                        <a:lnSpc>
                          <a:spcPct val="100000"/>
                        </a:lnSpc>
                        <a:spcBef>
                          <a:spcPts val="0"/>
                        </a:spcBef>
                        <a:spcAft>
                          <a:spcPts val="0"/>
                        </a:spcAft>
                        <a:buFont typeface="Arial" panose="020B0604020202020204" pitchFamily="34" charset="0"/>
                        <a:buChar char="•"/>
                      </a:pPr>
                      <a:r>
                        <a:rPr lang="en-US" sz="1400" b="0" i="0" u="none" strike="noStrike" noProof="0">
                          <a:solidFill>
                            <a:srgbClr val="000000"/>
                          </a:solidFill>
                          <a:latin typeface="Arial"/>
                          <a:cs typeface="Arial"/>
                        </a:rPr>
                        <a:t>Valient</a:t>
                      </a:r>
                    </a:p>
                    <a:p>
                      <a:pPr marL="285750" lvl="0" indent="-285750" algn="l">
                        <a:lnSpc>
                          <a:spcPct val="100000"/>
                        </a:lnSpc>
                        <a:spcBef>
                          <a:spcPts val="0"/>
                        </a:spcBef>
                        <a:spcAft>
                          <a:spcPts val="0"/>
                        </a:spcAft>
                        <a:buFont typeface="Arial" panose="020B0604020202020204" pitchFamily="34" charset="0"/>
                        <a:buChar char="•"/>
                      </a:pPr>
                      <a:r>
                        <a:rPr lang="en-US" sz="1400" b="0" i="0" u="none" strike="noStrike" noProof="0">
                          <a:solidFill>
                            <a:srgbClr val="000000"/>
                          </a:solidFill>
                          <a:latin typeface="Arial"/>
                          <a:cs typeface="Arial"/>
                        </a:rPr>
                        <a:t>Specific</a:t>
                      </a:r>
                    </a:p>
                    <a:p>
                      <a:pPr marL="285750" lvl="0" indent="-285750" algn="l">
                        <a:lnSpc>
                          <a:spcPct val="100000"/>
                        </a:lnSpc>
                        <a:spcBef>
                          <a:spcPts val="0"/>
                        </a:spcBef>
                        <a:spcAft>
                          <a:spcPts val="0"/>
                        </a:spcAft>
                        <a:buFont typeface="Arial" panose="020B0604020202020204" pitchFamily="34" charset="0"/>
                        <a:buChar char="•"/>
                      </a:pPr>
                      <a:r>
                        <a:rPr lang="en-US" sz="1400" b="0" i="0" u="none" strike="noStrike" noProof="0">
                          <a:solidFill>
                            <a:srgbClr val="000000"/>
                          </a:solidFill>
                          <a:latin typeface="Arial"/>
                          <a:cs typeface="Arial"/>
                        </a:rPr>
                        <a:t>Measurable</a:t>
                      </a:r>
                      <a:br>
                        <a:rPr lang="en-US" sz="1400" b="0" i="0" u="none" strike="noStrike" noProof="0">
                          <a:solidFill>
                            <a:srgbClr val="000000"/>
                          </a:solidFill>
                          <a:latin typeface="Arial"/>
                          <a:cs typeface="Arial"/>
                        </a:rPr>
                      </a:br>
                      <a:endParaRPr lang="en-US" sz="1400" b="0" i="0" u="none" strike="noStrike" noProof="0">
                        <a:solidFill>
                          <a:srgbClr val="000000"/>
                        </a:solidFill>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1200" b="0" i="0">
                          <a:latin typeface="Arial"/>
                          <a:ea typeface="Riforma LL" panose="020B0504020101020102" pitchFamily="34" charset="77"/>
                          <a:cs typeface="Arial"/>
                        </a:rPr>
                        <a:t>Sales team</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a:latin typeface="Arial"/>
                          <a:ea typeface="Riforma LL" panose="020B0504020101020102" pitchFamily="34" charset="77"/>
                          <a:cs typeface="Arial"/>
                        </a:rPr>
                        <a:t>Agronomists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err="1">
                          <a:latin typeface="Arial"/>
                          <a:ea typeface="Riforma LL" panose="020B0504020101020102" pitchFamily="34" charset="77"/>
                          <a:cs typeface="Arial"/>
                        </a:rPr>
                        <a:t>Agro</a:t>
                      </a:r>
                      <a:r>
                        <a:rPr lang="en-US" sz="1200" b="0" i="0">
                          <a:latin typeface="Arial"/>
                          <a:ea typeface="Riforma LL" panose="020B0504020101020102" pitchFamily="34" charset="77"/>
                          <a:cs typeface="Arial"/>
                        </a:rPr>
                        <a:t>-dealers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a:latin typeface="Arial"/>
                          <a:ea typeface="Riforma LL" panose="020B0504020101020102" pitchFamily="34" charset="77"/>
                          <a:cs typeface="Arial"/>
                        </a:rPr>
                        <a:t>Transporters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a:latin typeface="Arial"/>
                          <a:ea typeface="Riforma LL" panose="020B0504020101020102" pitchFamily="34" charset="77"/>
                          <a:cs typeface="Arial"/>
                        </a:rPr>
                        <a:t>Government officials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a:latin typeface="Arial"/>
                          <a:ea typeface="Riforma LL" panose="020B0504020101020102" pitchFamily="34" charset="77"/>
                          <a:cs typeface="Arial"/>
                        </a:rPr>
                        <a:t>Farmers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285750" marR="0" lvl="0" indent="-285750" algn="l" defTabSz="91376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a:effectLst/>
                <a:latin typeface="Monument Grotesk Mono" panose="02010504030000020004" pitchFamily="2" charset="0"/>
              </a:rPr>
              <a:t>[MODULE:INDIVIDUAL AND COMPANY IDENTITY - SPRINT:DREAM]</a:t>
            </a:r>
            <a:endParaRPr lang="en-BG" sz="90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Slides>
  <Notes>4</Notes>
  <HiddenSlides>0</HiddenSlides>
  <ScaleCrop>false</ScaleCrop>
  <HeadingPairs>
    <vt:vector size="4" baseType="variant">
      <vt:variant>
        <vt:lpstr>Theme</vt:lpstr>
      </vt:variant>
      <vt:variant>
        <vt:i4>3</vt:i4>
      </vt:variant>
      <vt:variant>
        <vt:lpstr>Slide Titles</vt:lpstr>
      </vt:variant>
      <vt:variant>
        <vt:i4>5</vt:i4>
      </vt:variant>
    </vt:vector>
  </HeadingPairs>
  <TitlesOfParts>
    <vt:vector size="8"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1</cp:revision>
  <cp:lastPrinted>2020-02-28T13:07:06Z</cp:lastPrinted>
  <dcterms:created xsi:type="dcterms:W3CDTF">2019-08-22T09:52:59Z</dcterms:created>
  <dcterms:modified xsi:type="dcterms:W3CDTF">2025-03-18T09:18:21Z</dcterms:modified>
</cp:coreProperties>
</file>