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16" r:id="rId1"/>
    <p:sldMasterId id="2147484438" r:id="rId2"/>
    <p:sldMasterId id="2147484444" r:id="rId3"/>
    <p:sldMasterId id="2147484446" r:id="rId4"/>
    <p:sldMasterId id="2147484454" r:id="rId5"/>
    <p:sldMasterId id="2147484461" r:id="rId6"/>
    <p:sldMasterId id="2147484471" r:id="rId7"/>
  </p:sldMasterIdLst>
  <p:notesMasterIdLst>
    <p:notesMasterId r:id="rId10"/>
  </p:notesMasterIdLst>
  <p:handoutMasterIdLst>
    <p:handoutMasterId r:id="rId11"/>
  </p:handoutMasterIdLst>
  <p:sldIdLst>
    <p:sldId id="2420" r:id="rId8"/>
    <p:sldId id="2421" r:id="rId9"/>
  </p:sldIdLst>
  <p:sldSz cx="10688638" cy="7562850"/>
  <p:notesSz cx="6858000" cy="9144000"/>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15:guide id="1" orient="horz" pos="4393" userDrawn="1">
          <p15:clr>
            <a:srgbClr val="A4A3A4"/>
          </p15:clr>
        </p15:guide>
        <p15:guide id="2" pos="231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37F"/>
    <a:srgbClr val="FFC000"/>
    <a:srgbClr val="FFFF03"/>
    <a:srgbClr val="BED7EE"/>
    <a:srgbClr val="C6E0B5"/>
    <a:srgbClr val="E7E6E6"/>
    <a:srgbClr val="FFF469"/>
    <a:srgbClr val="FCC100"/>
    <a:srgbClr val="B2B2B2"/>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CFD530-2163-72A5-F0D0-904CE33D6C8A}" v="98" dt="2025-05-15T10:11:53.5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4393"/>
        <p:guide pos="2311"/>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d8163fcc-b7a2-4879-8dc8-6db2ed262757::" providerId="AD" clId="Web-{50CFD530-2163-72A5-F0D0-904CE33D6C8A}"/>
    <pc:docChg chg="modSld">
      <pc:chgData name="Guest User" userId="S::urn:spo:tenantanon#d8163fcc-b7a2-4879-8dc8-6db2ed262757::" providerId="AD" clId="Web-{50CFD530-2163-72A5-F0D0-904CE33D6C8A}" dt="2025-05-15T10:11:52.455" v="80"/>
      <pc:docMkLst>
        <pc:docMk/>
      </pc:docMkLst>
      <pc:sldChg chg="addSp delSp modSp">
        <pc:chgData name="Guest User" userId="S::urn:spo:tenantanon#d8163fcc-b7a2-4879-8dc8-6db2ed262757::" providerId="AD" clId="Web-{50CFD530-2163-72A5-F0D0-904CE33D6C8A}" dt="2025-05-15T10:11:52.455" v="80"/>
        <pc:sldMkLst>
          <pc:docMk/>
          <pc:sldMk cId="1877047662" sldId="2420"/>
        </pc:sldMkLst>
        <pc:spChg chg="add del mod">
          <ac:chgData name="Guest User" userId="S::urn:spo:tenantanon#d8163fcc-b7a2-4879-8dc8-6db2ed262757::" providerId="AD" clId="Web-{50CFD530-2163-72A5-F0D0-904CE33D6C8A}" dt="2025-05-15T10:06:28.624" v="31"/>
          <ac:spMkLst>
            <pc:docMk/>
            <pc:sldMk cId="1877047662" sldId="2420"/>
            <ac:spMk id="3" creationId="{9E5C47AF-7870-641C-231A-BCA20467FF57}"/>
          </ac:spMkLst>
        </pc:spChg>
        <pc:spChg chg="add mod">
          <ac:chgData name="Guest User" userId="S::urn:spo:tenantanon#d8163fcc-b7a2-4879-8dc8-6db2ed262757::" providerId="AD" clId="Web-{50CFD530-2163-72A5-F0D0-904CE33D6C8A}" dt="2025-05-15T10:08:26.219" v="73"/>
          <ac:spMkLst>
            <pc:docMk/>
            <pc:sldMk cId="1877047662" sldId="2420"/>
            <ac:spMk id="9" creationId="{34D788A7-3F0E-0C7E-0991-11E767BA4C0E}"/>
          </ac:spMkLst>
        </pc:spChg>
        <pc:spChg chg="add del">
          <ac:chgData name="Guest User" userId="S::urn:spo:tenantanon#d8163fcc-b7a2-4879-8dc8-6db2ed262757::" providerId="AD" clId="Web-{50CFD530-2163-72A5-F0D0-904CE33D6C8A}" dt="2025-05-15T10:01:08.512" v="5"/>
          <ac:spMkLst>
            <pc:docMk/>
            <pc:sldMk cId="1877047662" sldId="2420"/>
            <ac:spMk id="10" creationId="{C47C42F6-05DB-003D-30CD-55AFA3687BAC}"/>
          </ac:spMkLst>
        </pc:spChg>
        <pc:spChg chg="add del">
          <ac:chgData name="Guest User" userId="S::urn:spo:tenantanon#d8163fcc-b7a2-4879-8dc8-6db2ed262757::" providerId="AD" clId="Web-{50CFD530-2163-72A5-F0D0-904CE33D6C8A}" dt="2025-05-15T10:04:46.999" v="13"/>
          <ac:spMkLst>
            <pc:docMk/>
            <pc:sldMk cId="1877047662" sldId="2420"/>
            <ac:spMk id="11" creationId="{8463CDA6-D2AE-EB4A-B295-2BB159DC6F13}"/>
          </ac:spMkLst>
        </pc:spChg>
        <pc:spChg chg="add mod">
          <ac:chgData name="Guest User" userId="S::urn:spo:tenantanon#d8163fcc-b7a2-4879-8dc8-6db2ed262757::" providerId="AD" clId="Web-{50CFD530-2163-72A5-F0D0-904CE33D6C8A}" dt="2025-05-15T10:07:37.422" v="49" actId="20577"/>
          <ac:spMkLst>
            <pc:docMk/>
            <pc:sldMk cId="1877047662" sldId="2420"/>
            <ac:spMk id="14" creationId="{3BE72B9F-8321-CEAD-E96B-760E1AABE957}"/>
          </ac:spMkLst>
        </pc:spChg>
        <pc:graphicFrameChg chg="add mod modGraphic">
          <ac:chgData name="Guest User" userId="S::urn:spo:tenantanon#d8163fcc-b7a2-4879-8dc8-6db2ed262757::" providerId="AD" clId="Web-{50CFD530-2163-72A5-F0D0-904CE33D6C8A}" dt="2025-05-15T10:11:52.455" v="80"/>
          <ac:graphicFrameMkLst>
            <pc:docMk/>
            <pc:sldMk cId="1877047662" sldId="2420"/>
            <ac:graphicFrameMk id="16" creationId="{3182C1DB-42BF-03B3-98B6-2F2D1D7B4E26}"/>
          </ac:graphicFrameMkLst>
        </pc:graphicFrameChg>
        <pc:graphicFrameChg chg="add mod modGraphic">
          <ac:chgData name="Guest User" userId="S::urn:spo:tenantanon#d8163fcc-b7a2-4879-8dc8-6db2ed262757::" providerId="AD" clId="Web-{50CFD530-2163-72A5-F0D0-904CE33D6C8A}" dt="2025-05-15T10:09:00.235" v="76"/>
          <ac:graphicFrameMkLst>
            <pc:docMk/>
            <pc:sldMk cId="1877047662" sldId="2420"/>
            <ac:graphicFrameMk id="18" creationId="{06FFBF4C-78AD-7250-16B4-61985C0E735E}"/>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latin typeface="Calibri" panose="020F050202020403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96457D4A-3A70-4343-9758-775435F7A22E}" type="datetimeFigureOut">
              <a:rPr lang="en-US">
                <a:latin typeface="Calibri" panose="020F0502020204030204" pitchFamily="34" charset="0"/>
              </a:rPr>
              <a:pPr>
                <a:defRPr/>
              </a:pPr>
              <a:t>5/15/2025</a:t>
            </a:fld>
            <a:endParaRPr lang="en-US">
              <a:latin typeface="Calibri" panose="020F050202020403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latin typeface="Calibri" panose="020F050202020403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C8683F37-8904-4846-9242-6A858545E9E1}" type="slidenum">
              <a:rPr lang="en-US">
                <a:latin typeface="Calibri" panose="020F0502020204030204" pitchFamily="34" charset="0"/>
              </a:rPr>
              <a:pPr>
                <a:defRPr/>
              </a:pPr>
              <a:t>‹#›</a:t>
            </a:fld>
            <a:endParaRPr lang="en-US">
              <a:latin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alibri" panose="020F0502020204030204" pitchFamily="34" charset="0"/>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alibri" panose="020F0502020204030204" pitchFamily="34" charset="0"/>
              </a:defRPr>
            </a:lvl1pPr>
          </a:lstStyle>
          <a:p>
            <a:pPr>
              <a:defRPr/>
            </a:pPr>
            <a:fld id="{754FBBB8-96E2-494F-B716-7974840A6007}" type="datetimeFigureOut">
              <a:rPr lang="en-US" smtClean="0"/>
              <a:pPr>
                <a:defRPr/>
              </a:pPr>
              <a:t>5/15/2025</a:t>
            </a:fld>
            <a:endParaRPr lang="en-US"/>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alibri" panose="020F0502020204030204" pitchFamily="34"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alibri" panose="020F050202020403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latin typeface="Plaak 3 Trial Regular" panose="02000000000000000000" pitchFamily="2" charset="0"/>
              </a:rPr>
              <a:t>KNOW THYSELF: PRODUCTIVITY INTENTIONS</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90DED-83FF-4840-845D-3B58FA07A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93DAB-79C0-B28D-F00B-890D59875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406E8-1D8F-ACBF-4BB3-CE128A213A37}"/>
              </a:ext>
            </a:extLst>
          </p:cNvPr>
          <p:cNvSpPr>
            <a:spLocks noGrp="1"/>
          </p:cNvSpPr>
          <p:nvPr>
            <p:ph type="body" idx="1"/>
          </p:nvPr>
        </p:nvSpPr>
        <p:spPr/>
        <p:txBody>
          <a:bodyPr/>
          <a:lstStyle/>
          <a:p>
            <a:r>
              <a:rPr lang="en-US" sz="1200">
                <a:latin typeface="Plaak 3 Trial Regular" panose="02000000000000000000" pitchFamily="2" charset="0"/>
              </a:rPr>
              <a:t>KNOW THYSELF: PRODUCTIVITY INTENTIONS</a:t>
            </a:r>
            <a:endParaRPr lang="en-US" b="0"/>
          </a:p>
        </p:txBody>
      </p:sp>
      <p:sp>
        <p:nvSpPr>
          <p:cNvPr id="4" name="Slide Number Placeholder 3">
            <a:extLst>
              <a:ext uri="{FF2B5EF4-FFF2-40B4-BE49-F238E27FC236}">
                <a16:creationId xmlns:a16="http://schemas.microsoft.com/office/drawing/2014/main" id="{4A079A39-7E8F-9606-7FB3-2A788173C0C1}"/>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231809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149D8D-8119-404F-8144-40680EF12F96}"/>
              </a:ext>
            </a:extLst>
          </p:cNvPr>
          <p:cNvSpPr/>
          <p:nvPr userDrawn="1"/>
        </p:nvSpPr>
        <p:spPr>
          <a:xfrm>
            <a:off x="180753" y="545806"/>
            <a:ext cx="3511296" cy="6839712"/>
          </a:xfrm>
          <a:prstGeom prst="rect">
            <a:avLst/>
          </a:prstGeom>
          <a:solidFill>
            <a:srgbClr val="EEED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Calibri" panose="020F0502020204030204" pitchFamily="34" charset="0"/>
            </a:endParaRPr>
          </a:p>
        </p:txBody>
      </p:sp>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351590" y="121150"/>
            <a:ext cx="3446463" cy="401639"/>
          </a:xfrm>
          <a:prstGeom prst="rect">
            <a:avLst/>
          </a:prstGeom>
        </p:spPr>
        <p:txBody>
          <a:bodyPr anchor="b"/>
          <a:lstStyle>
            <a:lvl1pPr>
              <a:defRPr sz="1600" b="0" i="0">
                <a:solidFill>
                  <a:schemeClr val="bg1"/>
                </a:solidFill>
                <a:latin typeface="Calibri" panose="020F050202020403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2E869D3-6F0A-44D2-A6AC-D6B3100715F1}"/>
              </a:ext>
            </a:extLst>
          </p:cNvPr>
          <p:cNvSpPr>
            <a:spLocks noGrp="1"/>
          </p:cNvSpPr>
          <p:nvPr>
            <p:ph idx="1"/>
          </p:nvPr>
        </p:nvSpPr>
        <p:spPr>
          <a:xfrm>
            <a:off x="3862886" y="939884"/>
            <a:ext cx="6474162" cy="6445632"/>
          </a:xfrm>
          <a:prstGeom prst="rect">
            <a:avLst/>
          </a:prstGeom>
        </p:spPr>
        <p:txBody>
          <a:bodyPr/>
          <a:lstStyle>
            <a:lvl1pPr>
              <a:defRPr sz="3200" b="0" i="0">
                <a:latin typeface="Calibri" panose="020F0502020204030204" pitchFamily="34" charset="0"/>
              </a:defRPr>
            </a:lvl1pPr>
            <a:lvl2pPr>
              <a:defRPr sz="2800" b="0" i="0">
                <a:latin typeface="Calibri" panose="020F0502020204030204" pitchFamily="34" charset="0"/>
              </a:defRPr>
            </a:lvl2pPr>
            <a:lvl3pPr>
              <a:defRPr sz="2400" b="0" i="0">
                <a:latin typeface="Calibri" panose="020F0502020204030204" pitchFamily="34" charset="0"/>
              </a:defRPr>
            </a:lvl3pPr>
            <a:lvl4pPr>
              <a:defRPr sz="2000" b="0" i="0">
                <a:latin typeface="Calibri" panose="020F0502020204030204" pitchFamily="34" charset="0"/>
              </a:defRPr>
            </a:lvl4pPr>
            <a:lvl5pPr>
              <a:defRPr sz="2000" b="0" i="0">
                <a:latin typeface="Calibri" panose="020F050202020403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351590" y="939885"/>
            <a:ext cx="3167787" cy="6445631"/>
          </a:xfrm>
          <a:prstGeom prst="rect">
            <a:avLst/>
          </a:prstGeom>
        </p:spPr>
        <p:txBody>
          <a:bodyPr/>
          <a:lstStyle>
            <a:lvl1pPr marL="0" indent="0">
              <a:buNone/>
              <a:defRPr sz="1600" b="0" i="0">
                <a:latin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854623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C908-C6EA-40BC-84E5-8601B3A61A93}"/>
              </a:ext>
            </a:extLst>
          </p:cNvPr>
          <p:cNvSpPr>
            <a:spLocks noGrp="1"/>
          </p:cNvSpPr>
          <p:nvPr>
            <p:ph type="ctrTitle"/>
          </p:nvPr>
        </p:nvSpPr>
        <p:spPr>
          <a:xfrm>
            <a:off x="1336675" y="1238250"/>
            <a:ext cx="8015288" cy="2632075"/>
          </a:xfrm>
          <a:prstGeom prst="rect">
            <a:avLst/>
          </a:prstGeom>
        </p:spPr>
        <p:txBody>
          <a:bodyPr anchor="b"/>
          <a:lstStyle>
            <a:lvl1pPr algn="ctr">
              <a:defRPr sz="6000" b="0" i="0">
                <a:latin typeface="Calibri" panose="020F050202020403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200482F5-F859-4EB4-86D7-6862BD2B3C80}"/>
              </a:ext>
            </a:extLst>
          </p:cNvPr>
          <p:cNvSpPr>
            <a:spLocks noGrp="1"/>
          </p:cNvSpPr>
          <p:nvPr>
            <p:ph type="subTitle" idx="1"/>
          </p:nvPr>
        </p:nvSpPr>
        <p:spPr>
          <a:xfrm>
            <a:off x="1336675" y="3971925"/>
            <a:ext cx="8015288" cy="1825625"/>
          </a:xfrm>
          <a:prstGeom prst="rect">
            <a:avLst/>
          </a:prstGeom>
        </p:spPr>
        <p:txBody>
          <a:bodyPr/>
          <a:lstStyle>
            <a:lvl1pPr marL="0" indent="0" algn="ctr">
              <a:buNone/>
              <a:defRPr sz="2400" b="0" i="0">
                <a:latin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Rectangle 8">
            <a:extLst>
              <a:ext uri="{FF2B5EF4-FFF2-40B4-BE49-F238E27FC236}">
                <a16:creationId xmlns:a16="http://schemas.microsoft.com/office/drawing/2014/main" id="{DF3534BF-1C45-4368-8169-ECE10FF1D610}"/>
              </a:ext>
            </a:extLst>
          </p:cNvPr>
          <p:cNvSpPr/>
          <p:nvPr userDrawn="1"/>
        </p:nvSpPr>
        <p:spPr>
          <a:xfrm>
            <a:off x="10401771" y="545480"/>
            <a:ext cx="109728" cy="1097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Calibri" panose="020F0502020204030204" pitchFamily="34" charset="0"/>
            </a:endParaRPr>
          </a:p>
        </p:txBody>
      </p:sp>
    </p:spTree>
    <p:extLst>
      <p:ext uri="{BB962C8B-B14F-4D97-AF65-F5344CB8AC3E}">
        <p14:creationId xmlns:p14="http://schemas.microsoft.com/office/powerpoint/2010/main" val="2558220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B641-31FC-4D60-A586-84293CC23109}"/>
              </a:ext>
            </a:extLst>
          </p:cNvPr>
          <p:cNvSpPr>
            <a:spLocks noGrp="1"/>
          </p:cNvSpPr>
          <p:nvPr>
            <p:ph type="title"/>
          </p:nvPr>
        </p:nvSpPr>
        <p:spPr>
          <a:xfrm>
            <a:off x="735013" y="403225"/>
            <a:ext cx="9218612" cy="1460500"/>
          </a:xfrm>
          <a:prstGeom prst="rect">
            <a:avLst/>
          </a:prstGeom>
        </p:spPr>
        <p:txBody>
          <a:bodyPr/>
          <a:lstStyle>
            <a:lvl1pPr>
              <a:defRPr b="0" i="0">
                <a:latin typeface="Calibri" panose="020F050202020403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0FC128EA-6F10-4127-AC7D-40567E278071}"/>
              </a:ext>
            </a:extLst>
          </p:cNvPr>
          <p:cNvSpPr>
            <a:spLocks noGrp="1"/>
          </p:cNvSpPr>
          <p:nvPr>
            <p:ph idx="1"/>
          </p:nvPr>
        </p:nvSpPr>
        <p:spPr>
          <a:xfrm>
            <a:off x="735013" y="2012950"/>
            <a:ext cx="9218612" cy="4799013"/>
          </a:xfrm>
          <a:prstGeom prst="rect">
            <a:avLst/>
          </a:prstGeom>
        </p:spPr>
        <p:txBody>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11FC94-B493-43FD-BF9F-5D1B791BE554}"/>
              </a:ext>
            </a:extLst>
          </p:cNvPr>
          <p:cNvSpPr>
            <a:spLocks noGrp="1"/>
          </p:cNvSpPr>
          <p:nvPr>
            <p:ph type="dt" sz="half" idx="10"/>
          </p:nvPr>
        </p:nvSpPr>
        <p:spPr>
          <a:xfrm>
            <a:off x="735013" y="7010400"/>
            <a:ext cx="2405062" cy="401638"/>
          </a:xfrm>
          <a:prstGeom prst="rect">
            <a:avLst/>
          </a:prstGeom>
        </p:spPr>
        <p:txBody>
          <a:bodyPr/>
          <a:lstStyle>
            <a:lvl1pPr>
              <a:defRPr b="0" i="0">
                <a:latin typeface="Calibri" panose="020F0502020204030204" pitchFamily="34" charset="0"/>
              </a:defRPr>
            </a:lvl1pPr>
          </a:lstStyle>
          <a:p>
            <a:fld id="{9863AC28-63C9-46A7-8F3F-BCCD7D6B6895}" type="datetimeFigureOut">
              <a:rPr lang="en-US" smtClean="0"/>
              <a:pPr/>
              <a:t>5/15/2025</a:t>
            </a:fld>
            <a:endParaRPr lang="en-US"/>
          </a:p>
        </p:txBody>
      </p:sp>
      <p:sp>
        <p:nvSpPr>
          <p:cNvPr id="5" name="Footer Placeholder 4">
            <a:extLst>
              <a:ext uri="{FF2B5EF4-FFF2-40B4-BE49-F238E27FC236}">
                <a16:creationId xmlns:a16="http://schemas.microsoft.com/office/drawing/2014/main" id="{D7BA2856-ED67-4B7E-8279-8E6789B05907}"/>
              </a:ext>
            </a:extLst>
          </p:cNvPr>
          <p:cNvSpPr>
            <a:spLocks noGrp="1"/>
          </p:cNvSpPr>
          <p:nvPr>
            <p:ph type="ftr" sz="quarter" idx="11"/>
          </p:nvPr>
        </p:nvSpPr>
        <p:spPr>
          <a:xfrm>
            <a:off x="3540125" y="7010400"/>
            <a:ext cx="3608388" cy="401638"/>
          </a:xfrm>
          <a:prstGeom prst="rect">
            <a:avLst/>
          </a:prstGeom>
        </p:spPr>
        <p:txBody>
          <a:bodyPr/>
          <a:lstStyle>
            <a:lvl1pPr>
              <a:defRPr b="0" i="0">
                <a:latin typeface="Calibri" panose="020F0502020204030204" pitchFamily="34" charset="0"/>
              </a:defRPr>
            </a:lvl1pPr>
          </a:lstStyle>
          <a:p>
            <a:endParaRPr lang="en-US"/>
          </a:p>
        </p:txBody>
      </p:sp>
      <p:sp>
        <p:nvSpPr>
          <p:cNvPr id="6" name="Slide Number Placeholder 5">
            <a:extLst>
              <a:ext uri="{FF2B5EF4-FFF2-40B4-BE49-F238E27FC236}">
                <a16:creationId xmlns:a16="http://schemas.microsoft.com/office/drawing/2014/main" id="{B3614362-6709-4AE9-B1D3-7928B7FB3640}"/>
              </a:ext>
            </a:extLst>
          </p:cNvPr>
          <p:cNvSpPr>
            <a:spLocks noGrp="1"/>
          </p:cNvSpPr>
          <p:nvPr>
            <p:ph type="sldNum" sz="quarter" idx="12"/>
          </p:nvPr>
        </p:nvSpPr>
        <p:spPr>
          <a:xfrm>
            <a:off x="7548563" y="7010400"/>
            <a:ext cx="2405062" cy="401638"/>
          </a:xfrm>
          <a:prstGeom prst="rect">
            <a:avLst/>
          </a:prstGeom>
        </p:spPr>
        <p:txBody>
          <a:bodyPr/>
          <a:lstStyle>
            <a:lvl1pPr>
              <a:defRPr b="0" i="0">
                <a:latin typeface="Calibri" panose="020F0502020204030204" pitchFamily="34" charset="0"/>
              </a:defRPr>
            </a:lvl1pPr>
          </a:lstStyle>
          <a:p>
            <a:fld id="{9995BC35-55FA-4155-ACB1-4444378FC6F3}" type="slidenum">
              <a:rPr lang="en-US" smtClean="0"/>
              <a:pPr/>
              <a:t>‹#›</a:t>
            </a:fld>
            <a:endParaRPr lang="en-US"/>
          </a:p>
        </p:txBody>
      </p:sp>
    </p:spTree>
    <p:extLst>
      <p:ext uri="{BB962C8B-B14F-4D97-AF65-F5344CB8AC3E}">
        <p14:creationId xmlns:p14="http://schemas.microsoft.com/office/powerpoint/2010/main" val="962032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86E5-B4B8-4784-8B0D-2AF7F38B9006}"/>
              </a:ext>
            </a:extLst>
          </p:cNvPr>
          <p:cNvSpPr>
            <a:spLocks noGrp="1"/>
          </p:cNvSpPr>
          <p:nvPr>
            <p:ph type="title"/>
          </p:nvPr>
        </p:nvSpPr>
        <p:spPr>
          <a:xfrm>
            <a:off x="728663" y="1885950"/>
            <a:ext cx="9220200" cy="3144838"/>
          </a:xfrm>
          <a:prstGeom prst="rect">
            <a:avLst/>
          </a:prstGeom>
        </p:spPr>
        <p:txBody>
          <a:bodyPr anchor="b"/>
          <a:lstStyle>
            <a:lvl1pPr>
              <a:defRPr sz="6000" b="0" i="0">
                <a:latin typeface="Calibri" panose="020F050202020403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8B82CEA1-F41B-42B4-8034-9669B18788FC}"/>
              </a:ext>
            </a:extLst>
          </p:cNvPr>
          <p:cNvSpPr>
            <a:spLocks noGrp="1"/>
          </p:cNvSpPr>
          <p:nvPr>
            <p:ph type="body" idx="1"/>
          </p:nvPr>
        </p:nvSpPr>
        <p:spPr>
          <a:xfrm>
            <a:off x="728663" y="5060950"/>
            <a:ext cx="9220200" cy="1654175"/>
          </a:xfrm>
          <a:prstGeom prst="rect">
            <a:avLst/>
          </a:prstGeom>
        </p:spPr>
        <p:txBody>
          <a:bodyPr/>
          <a:lstStyle>
            <a:lvl1pPr marL="0" indent="0">
              <a:buNone/>
              <a:defRPr sz="2400" b="0" i="0">
                <a:solidFill>
                  <a:schemeClr val="tx1">
                    <a:tint val="75000"/>
                  </a:schemeClr>
                </a:solidFill>
                <a:latin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23CFF6-4041-4594-9E37-571FDD8F9BC5}"/>
              </a:ext>
            </a:extLst>
          </p:cNvPr>
          <p:cNvSpPr>
            <a:spLocks noGrp="1"/>
          </p:cNvSpPr>
          <p:nvPr>
            <p:ph type="dt" sz="half" idx="10"/>
          </p:nvPr>
        </p:nvSpPr>
        <p:spPr>
          <a:xfrm>
            <a:off x="735013" y="7010400"/>
            <a:ext cx="2405062" cy="401638"/>
          </a:xfrm>
          <a:prstGeom prst="rect">
            <a:avLst/>
          </a:prstGeom>
        </p:spPr>
        <p:txBody>
          <a:bodyPr/>
          <a:lstStyle>
            <a:lvl1pPr>
              <a:defRPr b="0" i="0">
                <a:latin typeface="Calibri" panose="020F0502020204030204" pitchFamily="34" charset="0"/>
              </a:defRPr>
            </a:lvl1pPr>
          </a:lstStyle>
          <a:p>
            <a:fld id="{9863AC28-63C9-46A7-8F3F-BCCD7D6B6895}" type="datetimeFigureOut">
              <a:rPr lang="en-US" smtClean="0"/>
              <a:pPr/>
              <a:t>5/15/2025</a:t>
            </a:fld>
            <a:endParaRPr lang="en-US"/>
          </a:p>
        </p:txBody>
      </p:sp>
      <p:sp>
        <p:nvSpPr>
          <p:cNvPr id="5" name="Footer Placeholder 4">
            <a:extLst>
              <a:ext uri="{FF2B5EF4-FFF2-40B4-BE49-F238E27FC236}">
                <a16:creationId xmlns:a16="http://schemas.microsoft.com/office/drawing/2014/main" id="{E18B0066-8AAF-4EE5-8E31-6B8D98B34360}"/>
              </a:ext>
            </a:extLst>
          </p:cNvPr>
          <p:cNvSpPr>
            <a:spLocks noGrp="1"/>
          </p:cNvSpPr>
          <p:nvPr>
            <p:ph type="ftr" sz="quarter" idx="11"/>
          </p:nvPr>
        </p:nvSpPr>
        <p:spPr>
          <a:xfrm>
            <a:off x="3540125" y="7010400"/>
            <a:ext cx="3608388" cy="401638"/>
          </a:xfrm>
          <a:prstGeom prst="rect">
            <a:avLst/>
          </a:prstGeom>
        </p:spPr>
        <p:txBody>
          <a:bodyPr/>
          <a:lstStyle>
            <a:lvl1pPr>
              <a:defRPr b="0" i="0">
                <a:latin typeface="Calibri" panose="020F0502020204030204" pitchFamily="34" charset="0"/>
              </a:defRPr>
            </a:lvl1pPr>
          </a:lstStyle>
          <a:p>
            <a:endParaRPr lang="en-US"/>
          </a:p>
        </p:txBody>
      </p:sp>
      <p:sp>
        <p:nvSpPr>
          <p:cNvPr id="6" name="Slide Number Placeholder 5">
            <a:extLst>
              <a:ext uri="{FF2B5EF4-FFF2-40B4-BE49-F238E27FC236}">
                <a16:creationId xmlns:a16="http://schemas.microsoft.com/office/drawing/2014/main" id="{2BB578B1-AA48-45E7-9399-FED42559BD19}"/>
              </a:ext>
            </a:extLst>
          </p:cNvPr>
          <p:cNvSpPr>
            <a:spLocks noGrp="1"/>
          </p:cNvSpPr>
          <p:nvPr>
            <p:ph type="sldNum" sz="quarter" idx="12"/>
          </p:nvPr>
        </p:nvSpPr>
        <p:spPr>
          <a:xfrm>
            <a:off x="7548563" y="7010400"/>
            <a:ext cx="2405062" cy="401638"/>
          </a:xfrm>
          <a:prstGeom prst="rect">
            <a:avLst/>
          </a:prstGeom>
        </p:spPr>
        <p:txBody>
          <a:bodyPr/>
          <a:lstStyle>
            <a:lvl1pPr>
              <a:defRPr b="0" i="0">
                <a:latin typeface="Calibri" panose="020F0502020204030204" pitchFamily="34" charset="0"/>
              </a:defRPr>
            </a:lvl1pPr>
          </a:lstStyle>
          <a:p>
            <a:fld id="{9995BC35-55FA-4155-ACB1-4444378FC6F3}" type="slidenum">
              <a:rPr lang="en-US" smtClean="0"/>
              <a:pPr/>
              <a:t>‹#›</a:t>
            </a:fld>
            <a:endParaRPr lang="en-US"/>
          </a:p>
        </p:txBody>
      </p:sp>
    </p:spTree>
    <p:extLst>
      <p:ext uri="{BB962C8B-B14F-4D97-AF65-F5344CB8AC3E}">
        <p14:creationId xmlns:p14="http://schemas.microsoft.com/office/powerpoint/2010/main" val="1129957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1EE2D-9B15-47C1-9EB0-5E77BB45E6AB}"/>
              </a:ext>
            </a:extLst>
          </p:cNvPr>
          <p:cNvSpPr>
            <a:spLocks noGrp="1"/>
          </p:cNvSpPr>
          <p:nvPr>
            <p:ph type="title"/>
          </p:nvPr>
        </p:nvSpPr>
        <p:spPr>
          <a:xfrm>
            <a:off x="735013" y="403225"/>
            <a:ext cx="9218612" cy="1460500"/>
          </a:xfrm>
          <a:prstGeom prst="rect">
            <a:avLst/>
          </a:prstGeom>
        </p:spPr>
        <p:txBody>
          <a:bodyPr/>
          <a:lstStyle>
            <a:lvl1pPr>
              <a:defRPr b="0" i="0">
                <a:latin typeface="Calibri" panose="020F050202020403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A391FD81-9B3A-47E5-80B8-A6801D01428B}"/>
              </a:ext>
            </a:extLst>
          </p:cNvPr>
          <p:cNvSpPr>
            <a:spLocks noGrp="1"/>
          </p:cNvSpPr>
          <p:nvPr>
            <p:ph sz="half" idx="1"/>
          </p:nvPr>
        </p:nvSpPr>
        <p:spPr>
          <a:xfrm>
            <a:off x="735013" y="2012950"/>
            <a:ext cx="4532312" cy="4799013"/>
          </a:xfrm>
          <a:prstGeom prst="rect">
            <a:avLst/>
          </a:prstGeom>
        </p:spPr>
        <p:txBody>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6F2160-B179-4E87-8430-5B7283F7BC44}"/>
              </a:ext>
            </a:extLst>
          </p:cNvPr>
          <p:cNvSpPr>
            <a:spLocks noGrp="1"/>
          </p:cNvSpPr>
          <p:nvPr>
            <p:ph sz="half" idx="2"/>
          </p:nvPr>
        </p:nvSpPr>
        <p:spPr>
          <a:xfrm>
            <a:off x="5419725" y="2012950"/>
            <a:ext cx="4533900" cy="4799013"/>
          </a:xfrm>
          <a:prstGeom prst="rect">
            <a:avLst/>
          </a:prstGeom>
        </p:spPr>
        <p:txBody>
          <a:bodyPr/>
          <a:lstStyle>
            <a:lvl1pPr>
              <a:defRPr b="0" i="0">
                <a:latin typeface="Calibri" panose="020F0502020204030204" pitchFamily="34" charset="0"/>
              </a:defRPr>
            </a:lvl1pPr>
            <a:lvl2pPr>
              <a:defRPr b="0" i="0">
                <a:latin typeface="Calibri" panose="020F0502020204030204" pitchFamily="34" charset="0"/>
              </a:defRPr>
            </a:lvl2pPr>
            <a:lvl3pPr>
              <a:defRPr b="0" i="0">
                <a:latin typeface="Calibri" panose="020F0502020204030204" pitchFamily="34" charset="0"/>
              </a:defRPr>
            </a:lvl3pPr>
            <a:lvl4pPr>
              <a:defRPr b="0" i="0">
                <a:latin typeface="Calibri" panose="020F0502020204030204" pitchFamily="34" charset="0"/>
              </a:defRPr>
            </a:lvl4pPr>
            <a:lvl5pPr>
              <a:defRPr b="0" i="0">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361295-A1C3-4C52-9270-6A501BECB5E0}"/>
              </a:ext>
            </a:extLst>
          </p:cNvPr>
          <p:cNvSpPr>
            <a:spLocks noGrp="1"/>
          </p:cNvSpPr>
          <p:nvPr>
            <p:ph type="dt" sz="half" idx="10"/>
          </p:nvPr>
        </p:nvSpPr>
        <p:spPr>
          <a:xfrm>
            <a:off x="735013" y="7010400"/>
            <a:ext cx="2405062" cy="401638"/>
          </a:xfrm>
          <a:prstGeom prst="rect">
            <a:avLst/>
          </a:prstGeom>
        </p:spPr>
        <p:txBody>
          <a:bodyPr/>
          <a:lstStyle>
            <a:lvl1pPr>
              <a:defRPr b="0" i="0">
                <a:latin typeface="Calibri" panose="020F0502020204030204" pitchFamily="34" charset="0"/>
              </a:defRPr>
            </a:lvl1pPr>
          </a:lstStyle>
          <a:p>
            <a:fld id="{9863AC28-63C9-46A7-8F3F-BCCD7D6B6895}" type="datetimeFigureOut">
              <a:rPr lang="en-US" smtClean="0"/>
              <a:pPr/>
              <a:t>5/15/2025</a:t>
            </a:fld>
            <a:endParaRPr lang="en-US"/>
          </a:p>
        </p:txBody>
      </p:sp>
      <p:sp>
        <p:nvSpPr>
          <p:cNvPr id="6" name="Footer Placeholder 5">
            <a:extLst>
              <a:ext uri="{FF2B5EF4-FFF2-40B4-BE49-F238E27FC236}">
                <a16:creationId xmlns:a16="http://schemas.microsoft.com/office/drawing/2014/main" id="{2D330D10-DEED-4CD4-8B49-39C47A485C73}"/>
              </a:ext>
            </a:extLst>
          </p:cNvPr>
          <p:cNvSpPr>
            <a:spLocks noGrp="1"/>
          </p:cNvSpPr>
          <p:nvPr>
            <p:ph type="ftr" sz="quarter" idx="11"/>
          </p:nvPr>
        </p:nvSpPr>
        <p:spPr>
          <a:xfrm>
            <a:off x="3540125" y="7010400"/>
            <a:ext cx="3608388" cy="401638"/>
          </a:xfrm>
          <a:prstGeom prst="rect">
            <a:avLst/>
          </a:prstGeom>
        </p:spPr>
        <p:txBody>
          <a:bodyPr/>
          <a:lstStyle>
            <a:lvl1pPr>
              <a:defRPr b="0" i="0">
                <a:latin typeface="Calibri" panose="020F0502020204030204" pitchFamily="34" charset="0"/>
              </a:defRPr>
            </a:lvl1pPr>
          </a:lstStyle>
          <a:p>
            <a:endParaRPr lang="en-US"/>
          </a:p>
        </p:txBody>
      </p:sp>
      <p:sp>
        <p:nvSpPr>
          <p:cNvPr id="7" name="Slide Number Placeholder 6">
            <a:extLst>
              <a:ext uri="{FF2B5EF4-FFF2-40B4-BE49-F238E27FC236}">
                <a16:creationId xmlns:a16="http://schemas.microsoft.com/office/drawing/2014/main" id="{4D83B19E-5879-4D95-A082-E18A8BDB3E7F}"/>
              </a:ext>
            </a:extLst>
          </p:cNvPr>
          <p:cNvSpPr>
            <a:spLocks noGrp="1"/>
          </p:cNvSpPr>
          <p:nvPr>
            <p:ph type="sldNum" sz="quarter" idx="12"/>
          </p:nvPr>
        </p:nvSpPr>
        <p:spPr>
          <a:xfrm>
            <a:off x="7548563" y="7010400"/>
            <a:ext cx="2405062" cy="401638"/>
          </a:xfrm>
          <a:prstGeom prst="rect">
            <a:avLst/>
          </a:prstGeom>
        </p:spPr>
        <p:txBody>
          <a:bodyPr/>
          <a:lstStyle>
            <a:lvl1pPr>
              <a:defRPr b="0" i="0">
                <a:latin typeface="Calibri" panose="020F0502020204030204" pitchFamily="34" charset="0"/>
              </a:defRPr>
            </a:lvl1pPr>
          </a:lstStyle>
          <a:p>
            <a:fld id="{9995BC35-55FA-4155-ACB1-4444378FC6F3}" type="slidenum">
              <a:rPr lang="en-US" smtClean="0"/>
              <a:pPr/>
              <a:t>‹#›</a:t>
            </a:fld>
            <a:endParaRPr lang="en-US"/>
          </a:p>
        </p:txBody>
      </p:sp>
    </p:spTree>
    <p:extLst>
      <p:ext uri="{BB962C8B-B14F-4D97-AF65-F5344CB8AC3E}">
        <p14:creationId xmlns:p14="http://schemas.microsoft.com/office/powerpoint/2010/main" val="766905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448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043194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18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5233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3684726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0" i="0">
                <a:latin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3569064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0" i="0">
                <a:latin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1767502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3125973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5312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4204172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239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1156665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813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334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0020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2309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9568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9891954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0" i="0">
                <a:latin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9961915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b="0" i="0">
                <a:solidFill>
                  <a:schemeClr val="tx1">
                    <a:tint val="75000"/>
                  </a:schemeClr>
                </a:solidFill>
                <a:latin typeface="Calibri" panose="020F0502020204030204" pitchFamily="34" charset="0"/>
              </a:defRPr>
            </a:lvl1pPr>
          </a:lstStyle>
          <a:p>
            <a:endParaRPr lang="en-BG"/>
          </a:p>
        </p:txBody>
      </p:sp>
      <p:sp>
        <p:nvSpPr>
          <p:cNvPr id="3" name="Holder 3"/>
          <p:cNvSpPr>
            <a:spLocks noGrp="1"/>
          </p:cNvSpPr>
          <p:nvPr>
            <p:ph type="dt" sz="half" idx="6"/>
          </p:nvPr>
        </p:nvSpPr>
        <p:spPr/>
        <p:txBody>
          <a:bodyPr lIns="0" tIns="0" rIns="0" bIns="0"/>
          <a:lstStyle>
            <a:lvl1pPr algn="l">
              <a:defRPr b="0" i="0">
                <a:solidFill>
                  <a:schemeClr val="tx1">
                    <a:tint val="75000"/>
                  </a:schemeClr>
                </a:solidFill>
                <a:latin typeface="Calibri" panose="020F0502020204030204" pitchFamily="34" charset="0"/>
              </a:defRPr>
            </a:lvl1pPr>
          </a:lstStyle>
          <a:p>
            <a:fld id="{1D8BD707-D9CF-40AE-B4C6-C98DA3205C09}" type="datetimeFigureOut">
              <a:rPr lang="en-US" smtClean="0"/>
              <a:pPr/>
              <a:t>5/15/2025</a:t>
            </a:fld>
            <a:endParaRPr lang="en-US"/>
          </a:p>
        </p:txBody>
      </p:sp>
      <p:sp>
        <p:nvSpPr>
          <p:cNvPr id="4" name="Holder 4"/>
          <p:cNvSpPr>
            <a:spLocks noGrp="1"/>
          </p:cNvSpPr>
          <p:nvPr>
            <p:ph type="sldNum" sz="quarter" idx="7"/>
          </p:nvPr>
        </p:nvSpPr>
        <p:spPr/>
        <p:txBody>
          <a:bodyPr lIns="0" tIns="0" rIns="0" bIns="0"/>
          <a:lstStyle>
            <a:lvl1pPr algn="r">
              <a:defRPr b="0" i="0">
                <a:solidFill>
                  <a:schemeClr val="tx1">
                    <a:tint val="75000"/>
                  </a:schemeClr>
                </a:solidFill>
                <a:latin typeface="Calibri" panose="020F0502020204030204" pitchFamily="34" charset="0"/>
              </a:defRPr>
            </a:lvl1pPr>
          </a:lstStyle>
          <a:p>
            <a:fld id="{B6F15528-21DE-4FAA-801E-634DDDAF4B2B}" type="slidenum">
              <a:rPr lang="en-BG" smtClean="0"/>
              <a:pPr/>
              <a:t>‹#›</a:t>
            </a:fld>
            <a:endParaRPr lang="en-BG"/>
          </a:p>
        </p:txBody>
      </p:sp>
    </p:spTree>
    <p:extLst>
      <p:ext uri="{BB962C8B-B14F-4D97-AF65-F5344CB8AC3E}">
        <p14:creationId xmlns:p14="http://schemas.microsoft.com/office/powerpoint/2010/main" val="3604920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A765B-155F-4A59-85FC-D68CEFE9EFB7}"/>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a:t>CLICK TO EDIT MASTER TITLE STYLE</a:t>
            </a:r>
          </a:p>
        </p:txBody>
      </p:sp>
      <p:sp>
        <p:nvSpPr>
          <p:cNvPr id="4" name="Text Placeholder 3">
            <a:extLst>
              <a:ext uri="{FF2B5EF4-FFF2-40B4-BE49-F238E27FC236}">
                <a16:creationId xmlns:a16="http://schemas.microsoft.com/office/drawing/2014/main" id="{059FE574-5FEF-4482-A3C0-B12D812E831F}"/>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Text Placeholder 6">
            <a:extLst>
              <a:ext uri="{FF2B5EF4-FFF2-40B4-BE49-F238E27FC236}">
                <a16:creationId xmlns:a16="http://schemas.microsoft.com/office/drawing/2014/main" id="{923954D2-DE86-485A-82C4-0A97CB7FC4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2" name="Text Placeholder 6">
            <a:extLst>
              <a:ext uri="{FF2B5EF4-FFF2-40B4-BE49-F238E27FC236}">
                <a16:creationId xmlns:a16="http://schemas.microsoft.com/office/drawing/2014/main" id="{A658E159-4F12-4E61-B298-A2E12DD7BA48}"/>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2702354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7C66F39-4FDC-4901-ACC3-5728E52A8E89}"/>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2689696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3C1B3C4-C681-4106-ACA7-A636C51E7DE8}"/>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a:t>CLICK TO EDIT MASTER TITLE STYLE</a:t>
            </a:r>
          </a:p>
        </p:txBody>
      </p:sp>
      <p:sp>
        <p:nvSpPr>
          <p:cNvPr id="8" name="Text Placeholder 3">
            <a:extLst>
              <a:ext uri="{FF2B5EF4-FFF2-40B4-BE49-F238E27FC236}">
                <a16:creationId xmlns:a16="http://schemas.microsoft.com/office/drawing/2014/main" id="{E7C96BC2-E0CF-437D-8550-C869D3AF0FB3}"/>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ext Placeholder 6">
            <a:extLst>
              <a:ext uri="{FF2B5EF4-FFF2-40B4-BE49-F238E27FC236}">
                <a16:creationId xmlns:a16="http://schemas.microsoft.com/office/drawing/2014/main" id="{9C281297-A77A-4B6D-9A5B-9672D00DE96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2" name="Text Placeholder 6">
            <a:extLst>
              <a:ext uri="{FF2B5EF4-FFF2-40B4-BE49-F238E27FC236}">
                <a16:creationId xmlns:a16="http://schemas.microsoft.com/office/drawing/2014/main" id="{75CE5C54-5AB2-4A74-8B67-5492731C7B14}"/>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1046706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520F4F0-901B-40CD-B4D6-D2302FE6E5CE}"/>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755D76-41F0-4513-A3F8-AE83A0D00BEA}"/>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FE6A13B6-71DD-4743-8DC5-4A8D996BA8BA}"/>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3">
            <a:extLst>
              <a:ext uri="{FF2B5EF4-FFF2-40B4-BE49-F238E27FC236}">
                <a16:creationId xmlns:a16="http://schemas.microsoft.com/office/drawing/2014/main" id="{F335ADFE-970A-413E-A34F-0930136ADCB1}"/>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Text Placeholder 3">
            <a:extLst>
              <a:ext uri="{FF2B5EF4-FFF2-40B4-BE49-F238E27FC236}">
                <a16:creationId xmlns:a16="http://schemas.microsoft.com/office/drawing/2014/main" id="{442C00F2-19A4-4704-9FA7-D5F0897A43E8}"/>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78729DC3-464B-493F-8F16-F6A8EFD33A49}"/>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a:t>CLICK TO EDIT MASTER TITLE STYLE</a:t>
            </a:r>
          </a:p>
        </p:txBody>
      </p:sp>
      <p:sp>
        <p:nvSpPr>
          <p:cNvPr id="14" name="Text Placeholder 6">
            <a:extLst>
              <a:ext uri="{FF2B5EF4-FFF2-40B4-BE49-F238E27FC236}">
                <a16:creationId xmlns:a16="http://schemas.microsoft.com/office/drawing/2014/main" id="{D63369D3-6899-4683-B5E5-4F4C1D42046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5" name="Text Placeholder 6">
            <a:extLst>
              <a:ext uri="{FF2B5EF4-FFF2-40B4-BE49-F238E27FC236}">
                <a16:creationId xmlns:a16="http://schemas.microsoft.com/office/drawing/2014/main" id="{CD645791-DA6C-435E-A126-F330C842CEC0}"/>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4005556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CEBC85E5-A623-4936-A4D2-601B65ED0CD2}"/>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8E3F24E8-0B25-4B45-8DBB-00E105360B37}"/>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a:t>CLICK TO EDIT MASTER TITLE STYLE</a:t>
            </a:r>
          </a:p>
        </p:txBody>
      </p:sp>
      <p:sp>
        <p:nvSpPr>
          <p:cNvPr id="12" name="Text Placeholder 6">
            <a:extLst>
              <a:ext uri="{FF2B5EF4-FFF2-40B4-BE49-F238E27FC236}">
                <a16:creationId xmlns:a16="http://schemas.microsoft.com/office/drawing/2014/main" id="{12572854-73CF-4220-B5F8-1A983553551D}"/>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3" name="Text Placeholder 6">
            <a:extLst>
              <a:ext uri="{FF2B5EF4-FFF2-40B4-BE49-F238E27FC236}">
                <a16:creationId xmlns:a16="http://schemas.microsoft.com/office/drawing/2014/main" id="{8F1CF014-F305-43CE-8FAE-D03DFA92E200}"/>
              </a:ext>
            </a:extLst>
          </p:cNvPr>
          <p:cNvSpPr>
            <a:spLocks noGrp="1"/>
          </p:cNvSpPr>
          <p:nvPr>
            <p:ph type="body" sz="quarter" idx="11"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2132559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541CE07-0789-4BF7-8874-E3CF0B19AB18}"/>
              </a:ext>
            </a:extLst>
          </p:cNvPr>
          <p:cNvCxnSpPr>
            <a:cxnSpLocks/>
          </p:cNvCxnSpPr>
          <p:nvPr userDrawn="1"/>
        </p:nvCxnSpPr>
        <p:spPr>
          <a:xfrm flipV="1">
            <a:off x="6851650"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3DFFE40-6F6E-4AC4-A7DE-1653172C5A1D}"/>
              </a:ext>
            </a:extLst>
          </p:cNvPr>
          <p:cNvCxnSpPr>
            <a:cxnSpLocks/>
          </p:cNvCxnSpPr>
          <p:nvPr userDrawn="1"/>
        </p:nvCxnSpPr>
        <p:spPr>
          <a:xfrm flipV="1">
            <a:off x="3489325" y="561975"/>
            <a:ext cx="0" cy="7000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4959649E-49B5-45E1-B47D-D98CABFFA113}"/>
              </a:ext>
            </a:extLst>
          </p:cNvPr>
          <p:cNvSpPr>
            <a:spLocks noGrp="1"/>
          </p:cNvSpPr>
          <p:nvPr>
            <p:ph type="body" sz="half" idx="2"/>
          </p:nvPr>
        </p:nvSpPr>
        <p:spPr>
          <a:xfrm>
            <a:off x="177800" y="936244"/>
            <a:ext cx="3255963"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Text Placeholder 3">
            <a:extLst>
              <a:ext uri="{FF2B5EF4-FFF2-40B4-BE49-F238E27FC236}">
                <a16:creationId xmlns:a16="http://schemas.microsoft.com/office/drawing/2014/main" id="{BF135383-3194-424E-B03E-9AA70F150D9D}"/>
              </a:ext>
            </a:extLst>
          </p:cNvPr>
          <p:cNvSpPr>
            <a:spLocks noGrp="1"/>
          </p:cNvSpPr>
          <p:nvPr>
            <p:ph type="body" sz="half" idx="11"/>
          </p:nvPr>
        </p:nvSpPr>
        <p:spPr>
          <a:xfrm>
            <a:off x="3541713" y="936244"/>
            <a:ext cx="3257550"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Text Placeholder 3">
            <a:extLst>
              <a:ext uri="{FF2B5EF4-FFF2-40B4-BE49-F238E27FC236}">
                <a16:creationId xmlns:a16="http://schemas.microsoft.com/office/drawing/2014/main" id="{25D04BB9-0A68-4EC5-B711-4BF1A7743811}"/>
              </a:ext>
            </a:extLst>
          </p:cNvPr>
          <p:cNvSpPr>
            <a:spLocks noGrp="1"/>
          </p:cNvSpPr>
          <p:nvPr>
            <p:ph type="body" sz="half" idx="12"/>
          </p:nvPr>
        </p:nvSpPr>
        <p:spPr>
          <a:xfrm>
            <a:off x="6905625" y="936244"/>
            <a:ext cx="3167787" cy="6445631"/>
          </a:xfrm>
          <a:prstGeom prst="rect">
            <a:avLst/>
          </a:prstGeom>
        </p:spPr>
        <p:txBody>
          <a:bodyPr/>
          <a:lstStyle>
            <a:lvl1pPr marL="0" indent="0">
              <a:buNone/>
              <a:defRPr sz="1600" b="0" i="0">
                <a:latin typeface="Calibri" panose="020F0502020204030204" pitchFamily="34" charset="0"/>
                <a:ea typeface="Riforma LL" panose="020B0504020101020102"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Title 1">
            <a:extLst>
              <a:ext uri="{FF2B5EF4-FFF2-40B4-BE49-F238E27FC236}">
                <a16:creationId xmlns:a16="http://schemas.microsoft.com/office/drawing/2014/main" id="{C0516865-DA93-493B-9B85-304E94925AEC}"/>
              </a:ext>
            </a:extLst>
          </p:cNvPr>
          <p:cNvSpPr>
            <a:spLocks noGrp="1"/>
          </p:cNvSpPr>
          <p:nvPr>
            <p:ph type="title" hasCustomPrompt="1"/>
          </p:nvPr>
        </p:nvSpPr>
        <p:spPr>
          <a:xfrm>
            <a:off x="89039" y="211685"/>
            <a:ext cx="10059896" cy="401639"/>
          </a:xfrm>
          <a:prstGeom prst="rect">
            <a:avLst/>
          </a:prstGeom>
        </p:spPr>
        <p:txBody>
          <a:bodyPr anchor="b"/>
          <a:lstStyle>
            <a:lvl1pPr>
              <a:defRPr sz="2600" b="0" i="0">
                <a:solidFill>
                  <a:schemeClr val="tx1"/>
                </a:solidFill>
                <a:latin typeface="Calibri" panose="020F050202020403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362323D2-B2F0-4A2F-AB7B-A214172272C3}"/>
              </a:ext>
            </a:extLst>
          </p:cNvPr>
          <p:cNvSpPr>
            <a:spLocks noGrp="1"/>
          </p:cNvSpPr>
          <p:nvPr>
            <p:ph type="body" sz="quarter" idx="10" hasCustomPrompt="1"/>
          </p:nvPr>
        </p:nvSpPr>
        <p:spPr>
          <a:xfrm rot="16200000">
            <a:off x="8789265" y="5669829"/>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16D1ABAB-FACA-4162-9761-5AEA98E4F638}"/>
              </a:ext>
            </a:extLst>
          </p:cNvPr>
          <p:cNvSpPr>
            <a:spLocks noGrp="1"/>
          </p:cNvSpPr>
          <p:nvPr>
            <p:ph type="body" sz="quarter" idx="13" hasCustomPrompt="1"/>
          </p:nvPr>
        </p:nvSpPr>
        <p:spPr>
          <a:xfrm rot="16200000">
            <a:off x="8789265" y="2167803"/>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3922703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2277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21698386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1005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8511900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6451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Tree>
    <p:extLst>
      <p:ext uri="{BB962C8B-B14F-4D97-AF65-F5344CB8AC3E}">
        <p14:creationId xmlns:p14="http://schemas.microsoft.com/office/powerpoint/2010/main" val="884509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Calibri" panose="020F0502020204030204" pitchFamily="34" charset="0"/>
                <a:ea typeface="Riforma LL" panose="020B0504020101020102" pitchFamily="34" charset="0"/>
                <a:cs typeface="Calibri" panose="020F050202020403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0" i="0">
                <a:solidFill>
                  <a:schemeClr val="tx1"/>
                </a:solidFill>
                <a:latin typeface="Calibri" panose="020F050202020403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Calibri" panose="020F050202020403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00105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1684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7" Type="http://schemas.openxmlformats.org/officeDocument/2006/relationships/theme" Target="../theme/theme5.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291937"/>
      </p:ext>
    </p:extLst>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592015"/>
      </p:ext>
    </p:extLst>
  </p:cSld>
  <p:clrMap bg1="lt1" tx1="dk1" bg2="lt2" tx2="dk2" accent1="accent1" accent2="accent2" accent3="accent3" accent4="accent4" accent5="accent5" accent6="accent6" hlink="hlink" folHlink="folHlink"/>
  <p:sldLayoutIdLst>
    <p:sldLayoutId id="2147484439" r:id="rId1"/>
    <p:sldLayoutId id="2147484440" r:id="rId2"/>
    <p:sldLayoutId id="2147484441" r:id="rId3"/>
    <p:sldLayoutId id="2147484442" r:id="rId4"/>
    <p:sldLayoutId id="214748444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4220359801"/>
      </p:ext>
    </p:extLst>
  </p:cSld>
  <p:clrMap bg1="lt1" tx1="dk1" bg2="lt2" tx2="dk2" accent1="accent1" accent2="accent2" accent3="accent3" accent4="accent4" accent5="accent5" accent6="accent6" hlink="hlink" folHlink="folHlink"/>
  <p:sldLayoutIdLst>
    <p:sldLayoutId id="2147484445"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74742577"/>
      </p:ext>
    </p:extLst>
  </p:cSld>
  <p:clrMap bg1="lt1" tx1="dk1" bg2="lt2" tx2="dk2" accent1="accent1" accent2="accent2" accent3="accent3" accent4="accent4" accent5="accent5" accent6="accent6" hlink="hlink" folHlink="folHlink"/>
  <p:sldLayoutIdLst>
    <p:sldLayoutId id="2147484447" r:id="rId1"/>
    <p:sldLayoutId id="2147484448" r:id="rId2"/>
    <p:sldLayoutId id="2147484449" r:id="rId3"/>
    <p:sldLayoutId id="2147484450" r:id="rId4"/>
    <p:sldLayoutId id="2147484451" r:id="rId5"/>
    <p:sldLayoutId id="2147484452" r:id="rId6"/>
    <p:sldLayoutId id="2147484453"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601616"/>
      </p:ext>
    </p:extLst>
  </p:cSld>
  <p:clrMap bg1="lt1" tx1="dk1" bg2="lt2" tx2="dk2" accent1="accent1" accent2="accent2" accent3="accent3" accent4="accent4" accent5="accent5" accent6="accent6" hlink="hlink" folHlink="folHlink"/>
  <p:sldLayoutIdLst>
    <p:sldLayoutId id="2147484455" r:id="rId1"/>
    <p:sldLayoutId id="2147484456" r:id="rId2"/>
    <p:sldLayoutId id="2147484457" r:id="rId3"/>
    <p:sldLayoutId id="2147484458" r:id="rId4"/>
    <p:sldLayoutId id="2147484459" r:id="rId5"/>
    <p:sldLayoutId id="214748446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0"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0"/>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996532631"/>
      </p:ext>
    </p:extLst>
  </p:cSld>
  <p:clrMap bg1="lt1" tx1="dk1" bg2="lt2" tx2="dk2" accent1="accent1" accent2="accent2" accent3="accent3" accent4="accent4" accent5="accent5" accent6="accent6" hlink="hlink" folHlink="folHlink"/>
  <p:sldLayoutIdLst>
    <p:sldLayoutId id="2147484462" r:id="rId1"/>
    <p:sldLayoutId id="2147484463" r:id="rId2"/>
    <p:sldLayoutId id="2147484464" r:id="rId3"/>
    <p:sldLayoutId id="2147484465" r:id="rId4"/>
    <p:sldLayoutId id="2147484466" r:id="rId5"/>
    <p:sldLayoutId id="2147484467" r:id="rId6"/>
    <p:sldLayoutId id="2147484468"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01">
          <p15:clr>
            <a:srgbClr val="F26B43"/>
          </p15:clr>
        </p15:guide>
        <p15:guide id="2" pos="574">
          <p15:clr>
            <a:srgbClr val="F26B43"/>
          </p15:clr>
        </p15:guide>
        <p15:guide id="3" pos="6621">
          <p15:clr>
            <a:srgbClr val="F26B43"/>
          </p15:clr>
        </p15:guide>
        <p15:guide id="4" pos="112">
          <p15:clr>
            <a:srgbClr val="F26B43"/>
          </p15:clr>
        </p15:guide>
        <p15:guide id="5" pos="641">
          <p15:clr>
            <a:srgbClr val="F26B43"/>
          </p15:clr>
        </p15:guide>
        <p15:guide id="6" pos="1103">
          <p15:clr>
            <a:srgbClr val="F26B43"/>
          </p15:clr>
        </p15:guide>
        <p15:guide id="7" pos="1172">
          <p15:clr>
            <a:srgbClr val="F26B43"/>
          </p15:clr>
        </p15:guide>
        <p15:guide id="8" pos="1634">
          <p15:clr>
            <a:srgbClr val="F26B43"/>
          </p15:clr>
        </p15:guide>
        <p15:guide id="9" pos="1701">
          <p15:clr>
            <a:srgbClr val="F26B43"/>
          </p15:clr>
        </p15:guide>
        <p15:guide id="10" pos="2163">
          <p15:clr>
            <a:srgbClr val="F26B43"/>
          </p15:clr>
        </p15:guide>
        <p15:guide id="11" pos="2231">
          <p15:clr>
            <a:srgbClr val="F26B43"/>
          </p15:clr>
        </p15:guide>
        <p15:guide id="12" pos="2762">
          <p15:clr>
            <a:srgbClr val="F26B43"/>
          </p15:clr>
        </p15:guide>
        <p15:guide id="13" pos="2694">
          <p15:clr>
            <a:srgbClr val="F26B43"/>
          </p15:clr>
        </p15:guide>
        <p15:guide id="14" pos="3225">
          <p15:clr>
            <a:srgbClr val="F26B43"/>
          </p15:clr>
        </p15:guide>
        <p15:guide id="15" pos="3291">
          <p15:clr>
            <a:srgbClr val="F26B43"/>
          </p15:clr>
        </p15:guide>
        <p15:guide id="16" pos="3752">
          <p15:clr>
            <a:srgbClr val="F26B43"/>
          </p15:clr>
        </p15:guide>
        <p15:guide id="17" pos="3820">
          <p15:clr>
            <a:srgbClr val="F26B43"/>
          </p15:clr>
        </p15:guide>
        <p15:guide id="18" pos="4283">
          <p15:clr>
            <a:srgbClr val="F26B43"/>
          </p15:clr>
        </p15:guide>
        <p15:guide id="19" pos="4350">
          <p15:clr>
            <a:srgbClr val="F26B43"/>
          </p15:clr>
        </p15:guide>
        <p15:guide id="20" pos="4812">
          <p15:clr>
            <a:srgbClr val="F26B43"/>
          </p15:clr>
        </p15:guide>
        <p15:guide id="21" pos="4886">
          <p15:clr>
            <a:srgbClr val="F26B43"/>
          </p15:clr>
        </p15:guide>
        <p15:guide id="22" pos="5349">
          <p15:clr>
            <a:srgbClr val="F26B43"/>
          </p15:clr>
        </p15:guide>
        <p15:guide id="23" pos="5417">
          <p15:clr>
            <a:srgbClr val="F26B43"/>
          </p15:clr>
        </p15:guide>
        <p15:guide id="24" pos="5880">
          <p15:clr>
            <a:srgbClr val="F26B43"/>
          </p15:clr>
        </p15:guide>
        <p15:guide id="25" pos="5946">
          <p15:clr>
            <a:srgbClr val="F26B43"/>
          </p15:clr>
        </p15:guide>
        <p15:guide id="26" pos="2198">
          <p15:clr>
            <a:srgbClr val="F26B43"/>
          </p15:clr>
        </p15:guide>
        <p15:guide id="27" pos="4316">
          <p15:clr>
            <a:srgbClr val="F26B43"/>
          </p15:clr>
        </p15:guide>
        <p15:guide id="28" orient="horz" pos="2480">
          <p15:clr>
            <a:srgbClr val="F26B43"/>
          </p15:clr>
        </p15:guide>
        <p15:guide id="30" orient="horz" pos="114">
          <p15:clr>
            <a:srgbClr val="F26B43"/>
          </p15:clr>
        </p15:guide>
        <p15:guide id="31" orient="horz" pos="465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1927804014"/>
      </p:ext>
    </p:extLst>
  </p:cSld>
  <p:clrMap bg1="lt1" tx1="dk1" bg2="lt2" tx2="dk2" accent1="accent1" accent2="accent2" accent3="accent3" accent4="accent4" accent5="accent5" accent6="accent6" hlink="hlink" folHlink="folHlink"/>
  <p:sldLayoutIdLst>
    <p:sldLayoutId id="2147484472" r:id="rId1"/>
    <p:sldLayoutId id="2147484473" r:id="rId2"/>
    <p:sldLayoutId id="2147484474" r:id="rId3"/>
    <p:sldLayoutId id="2147484475" r:id="rId4"/>
    <p:sldLayoutId id="2147484476" r:id="rId5"/>
    <p:sldLayoutId id="2147484477" r:id="rId6"/>
    <p:sldLayoutId id="2147484478"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p15:clr>
            <a:srgbClr val="F26B43"/>
          </p15:clr>
        </p15:guide>
        <p15:guide id="35" orient="horz" pos="250">
          <p15:clr>
            <a:srgbClr val="F26B43"/>
          </p15:clr>
        </p15:guide>
        <p15:guide id="36" orient="horz" pos="3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ded Corner 3">
            <a:extLst>
              <a:ext uri="{FF2B5EF4-FFF2-40B4-BE49-F238E27FC236}">
                <a16:creationId xmlns:a16="http://schemas.microsoft.com/office/drawing/2014/main" id="{ED3CBC77-7314-CE42-84B9-2EF286DF08D6}"/>
              </a:ext>
            </a:extLst>
          </p:cNvPr>
          <p:cNvSpPr/>
          <p:nvPr/>
        </p:nvSpPr>
        <p:spPr>
          <a:xfrm>
            <a:off x="8885524" y="3189213"/>
            <a:ext cx="1061349" cy="768461"/>
          </a:xfrm>
          <a:prstGeom prst="foldedCorner">
            <a:avLst/>
          </a:prstGeom>
          <a:solidFill>
            <a:schemeClr val="accent6">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a:solidFill>
                  <a:schemeClr val="tx1"/>
                </a:solidFill>
              </a:rPr>
              <a:t>Profit contributors </a:t>
            </a:r>
          </a:p>
        </p:txBody>
      </p:sp>
      <p:sp>
        <p:nvSpPr>
          <p:cNvPr id="5" name="Folded Corner 4">
            <a:extLst>
              <a:ext uri="{FF2B5EF4-FFF2-40B4-BE49-F238E27FC236}">
                <a16:creationId xmlns:a16="http://schemas.microsoft.com/office/drawing/2014/main" id="{9F9EE07F-8E41-8143-844E-5FC550CB3151}"/>
              </a:ext>
            </a:extLst>
          </p:cNvPr>
          <p:cNvSpPr/>
          <p:nvPr/>
        </p:nvSpPr>
        <p:spPr>
          <a:xfrm>
            <a:off x="8885524" y="2256457"/>
            <a:ext cx="1048649" cy="768462"/>
          </a:xfrm>
          <a:prstGeom prst="foldedCorner">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a:solidFill>
                  <a:schemeClr val="tx1"/>
                </a:solidFill>
                <a:latin typeface="+mn-lt"/>
              </a:rPr>
              <a:t>Story</a:t>
            </a:r>
          </a:p>
          <a:p>
            <a:pPr algn="ctr"/>
            <a:r>
              <a:rPr lang="en-GB" sz="1200">
                <a:solidFill>
                  <a:schemeClr val="tx1"/>
                </a:solidFill>
                <a:latin typeface="+mn-lt"/>
              </a:rPr>
              <a:t>tellers</a:t>
            </a:r>
            <a:r>
              <a:rPr lang="en-GB" sz="1200" baseline="0">
                <a:solidFill>
                  <a:schemeClr val="tx1"/>
                </a:solidFill>
                <a:latin typeface="+mn-lt"/>
              </a:rPr>
              <a:t> </a:t>
            </a:r>
            <a:endParaRPr lang="en-GB" sz="1200">
              <a:solidFill>
                <a:schemeClr val="tx1"/>
              </a:solidFill>
              <a:latin typeface="+mn-lt"/>
            </a:endParaRPr>
          </a:p>
        </p:txBody>
      </p:sp>
      <p:sp>
        <p:nvSpPr>
          <p:cNvPr id="6" name="Folded Corner 5">
            <a:extLst>
              <a:ext uri="{FF2B5EF4-FFF2-40B4-BE49-F238E27FC236}">
                <a16:creationId xmlns:a16="http://schemas.microsoft.com/office/drawing/2014/main" id="{3AD712E6-B8DC-9941-A69D-75BCE9CCBE06}"/>
              </a:ext>
            </a:extLst>
          </p:cNvPr>
          <p:cNvSpPr/>
          <p:nvPr/>
        </p:nvSpPr>
        <p:spPr>
          <a:xfrm>
            <a:off x="8885524" y="4107462"/>
            <a:ext cx="1061349" cy="768461"/>
          </a:xfrm>
          <a:prstGeom prst="foldedCorner">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a:solidFill>
                  <a:schemeClr val="tx1"/>
                </a:solidFill>
              </a:rPr>
              <a:t>Revenue </a:t>
            </a:r>
            <a:r>
              <a:rPr lang="en-GB" sz="1200">
                <a:solidFill>
                  <a:schemeClr val="tx1"/>
                </a:solidFill>
                <a:latin typeface="+mn-lt"/>
                <a:ea typeface="+mn-ea"/>
                <a:cs typeface="+mn-cs"/>
              </a:rPr>
              <a:t>contributors</a:t>
            </a:r>
            <a:r>
              <a:rPr lang="en-GB" sz="1200" baseline="0">
                <a:solidFill>
                  <a:schemeClr val="tx1"/>
                </a:solidFill>
              </a:rPr>
              <a:t> </a:t>
            </a:r>
            <a:endParaRPr lang="en-GB" sz="1200">
              <a:solidFill>
                <a:schemeClr val="tx1"/>
              </a:solidFill>
            </a:endParaRPr>
          </a:p>
        </p:txBody>
      </p:sp>
      <p:cxnSp>
        <p:nvCxnSpPr>
          <p:cNvPr id="7" name="Straight Arrow Connector 6">
            <a:extLst>
              <a:ext uri="{FF2B5EF4-FFF2-40B4-BE49-F238E27FC236}">
                <a16:creationId xmlns:a16="http://schemas.microsoft.com/office/drawing/2014/main" id="{BC0BDD3A-0287-F94E-B836-454C925E9791}"/>
              </a:ext>
              <a:ext uri="{147F2762-F138-4A5C-976F-8EAC2B608ADB}">
                <a16:predDERef xmlns:a16="http://schemas.microsoft.com/office/drawing/2014/main" pred="{1E360F39-24D6-4B1D-B5C3-70404F73126D}"/>
              </a:ext>
            </a:extLst>
          </p:cNvPr>
          <p:cNvCxnSpPr>
            <a:cxnSpLocks/>
          </p:cNvCxnSpPr>
          <p:nvPr/>
        </p:nvCxnSpPr>
        <p:spPr>
          <a:xfrm flipV="1">
            <a:off x="741765" y="7307067"/>
            <a:ext cx="7742782" cy="9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8F291A8-CAF1-264A-B99A-266EE780B8A5}"/>
              </a:ext>
            </a:extLst>
          </p:cNvPr>
          <p:cNvCxnSpPr>
            <a:cxnSpLocks/>
          </p:cNvCxnSpPr>
          <p:nvPr/>
        </p:nvCxnSpPr>
        <p:spPr>
          <a:xfrm flipV="1">
            <a:off x="741765" y="2256457"/>
            <a:ext cx="0" cy="50694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6F3CCCC3-8974-6097-8B81-75B29707EEB0}"/>
              </a:ext>
            </a:extLst>
          </p:cNvPr>
          <p:cNvSpPr/>
          <p:nvPr/>
        </p:nvSpPr>
        <p:spPr>
          <a:xfrm rot="16200000">
            <a:off x="-628556" y="4223113"/>
            <a:ext cx="2148641"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latin typeface="Aptos" panose="020B0004020202020204" pitchFamily="34" charset="0"/>
              </a:rPr>
              <a:t>S</a:t>
            </a:r>
            <a:r>
              <a:rPr lang="en-BG">
                <a:solidFill>
                  <a:schemeClr val="tx1"/>
                </a:solidFill>
                <a:latin typeface="Aptos" panose="020B0004020202020204" pitchFamily="34" charset="0"/>
              </a:rPr>
              <a:t>ales volume</a:t>
            </a:r>
          </a:p>
        </p:txBody>
      </p:sp>
      <p:sp>
        <p:nvSpPr>
          <p:cNvPr id="13" name="Rectangle 12">
            <a:extLst>
              <a:ext uri="{FF2B5EF4-FFF2-40B4-BE49-F238E27FC236}">
                <a16:creationId xmlns:a16="http://schemas.microsoft.com/office/drawing/2014/main" id="{6C26A590-9A74-FC2A-CB36-6F58B58479D5}"/>
              </a:ext>
            </a:extLst>
          </p:cNvPr>
          <p:cNvSpPr/>
          <p:nvPr/>
        </p:nvSpPr>
        <p:spPr>
          <a:xfrm>
            <a:off x="7552189" y="6969445"/>
            <a:ext cx="2666669"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ptos" panose="020B0004020202020204" pitchFamily="34" charset="0"/>
              </a:rPr>
              <a:t>Price</a:t>
            </a:r>
            <a:endParaRPr lang="en-BG">
              <a:solidFill>
                <a:schemeClr val="tx1"/>
              </a:solidFill>
              <a:latin typeface="Aptos" panose="020B0004020202020204" pitchFamily="34" charset="0"/>
            </a:endParaRPr>
          </a:p>
        </p:txBody>
      </p:sp>
      <p:pic>
        <p:nvPicPr>
          <p:cNvPr id="28" name="Picture 27">
            <a:extLst>
              <a:ext uri="{FF2B5EF4-FFF2-40B4-BE49-F238E27FC236}">
                <a16:creationId xmlns:a16="http://schemas.microsoft.com/office/drawing/2014/main" id="{958BDE88-E1AE-2752-E422-7F9646C69D27}"/>
              </a:ext>
            </a:extLst>
          </p:cNvPr>
          <p:cNvPicPr>
            <a:picLocks noChangeAspect="1"/>
          </p:cNvPicPr>
          <p:nvPr/>
        </p:nvPicPr>
        <p:blipFill>
          <a:blip r:embed="rId3"/>
          <a:stretch>
            <a:fillRect/>
          </a:stretch>
        </p:blipFill>
        <p:spPr>
          <a:xfrm>
            <a:off x="-53333" y="-135690"/>
            <a:ext cx="6604000" cy="977900"/>
          </a:xfrm>
          <a:prstGeom prst="rect">
            <a:avLst/>
          </a:prstGeom>
        </p:spPr>
      </p:pic>
      <p:sp>
        <p:nvSpPr>
          <p:cNvPr id="2" name="Rectangular Callout 1">
            <a:extLst>
              <a:ext uri="{FF2B5EF4-FFF2-40B4-BE49-F238E27FC236}">
                <a16:creationId xmlns:a16="http://schemas.microsoft.com/office/drawing/2014/main" id="{3281B60E-9787-E047-8456-60EC4AC565ED}"/>
              </a:ext>
            </a:extLst>
          </p:cNvPr>
          <p:cNvSpPr/>
          <p:nvPr/>
        </p:nvSpPr>
        <p:spPr>
          <a:xfrm>
            <a:off x="234994" y="640304"/>
            <a:ext cx="9810706" cy="1428478"/>
          </a:xfrm>
          <a:prstGeom prst="wedgeRectCallou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GB" sz="1200" b="1" i="0" u="sng">
                <a:solidFill>
                  <a:schemeClr val="tx1"/>
                </a:solidFill>
              </a:rPr>
              <a:t>Instructions</a:t>
            </a:r>
            <a:endParaRPr lang="en-GB" sz="1000">
              <a:solidFill>
                <a:schemeClr val="tx1"/>
              </a:solidFill>
            </a:endParaRPr>
          </a:p>
          <a:p>
            <a:r>
              <a:rPr lang="en-GB" sz="1000" b="1" i="0" u="none" strike="noStrike">
                <a:solidFill>
                  <a:schemeClr val="tx1"/>
                </a:solidFill>
                <a:effectLst/>
                <a:latin typeface="+mn-lt"/>
                <a:ea typeface="+mn-ea"/>
                <a:cs typeface="+mn-cs"/>
              </a:rPr>
              <a:t>Map the Competitor Landscape</a:t>
            </a:r>
            <a:r>
              <a:rPr lang="en-GB" sz="1000" b="0" i="0" u="none" strike="noStrike">
                <a:solidFill>
                  <a:schemeClr val="tx1"/>
                </a:solidFill>
                <a:effectLst/>
                <a:latin typeface="+mn-lt"/>
                <a:ea typeface="+mn-ea"/>
                <a:cs typeface="+mn-cs"/>
              </a:rPr>
              <a:t>: List out competitor </a:t>
            </a:r>
            <a:r>
              <a:rPr lang="en-GB" sz="1000" b="0" i="0" u="none" strike="noStrike">
                <a:solidFill>
                  <a:srgbClr val="FF0000"/>
                </a:solidFill>
                <a:effectLst/>
                <a:latin typeface="+mn-lt"/>
                <a:ea typeface="+mn-ea"/>
                <a:cs typeface="+mn-cs"/>
              </a:rPr>
              <a:t>products</a:t>
            </a:r>
            <a:r>
              <a:rPr lang="en-GB" sz="1000" b="0" i="0" u="none" strike="noStrike">
                <a:solidFill>
                  <a:schemeClr val="tx1"/>
                </a:solidFill>
                <a:effectLst/>
                <a:latin typeface="+mn-lt"/>
                <a:ea typeface="+mn-ea"/>
                <a:cs typeface="+mn-cs"/>
              </a:rPr>
              <a:t> or services on the chart based on their sales volume and price points. This helps to understand the competitive pricing landscape and where there may be gaps or opportunities in the market.</a:t>
            </a:r>
          </a:p>
          <a:p>
            <a:pPr marL="0" marR="0" lvl="0" indent="0" algn="l" defTabSz="914400" eaLnBrk="1" fontAlgn="auto" latinLnBrk="0" hangingPunct="1">
              <a:lnSpc>
                <a:spcPct val="100000"/>
              </a:lnSpc>
              <a:spcBef>
                <a:spcPts val="0"/>
              </a:spcBef>
              <a:spcAft>
                <a:spcPts val="0"/>
              </a:spcAft>
              <a:buClrTx/>
              <a:buSzTx/>
              <a:buFontTx/>
              <a:buNone/>
              <a:tabLst/>
              <a:defRPr/>
            </a:pPr>
            <a:r>
              <a:rPr lang="en-GB" sz="1000" b="1" i="0" u="none" strike="noStrike">
                <a:solidFill>
                  <a:schemeClr val="tx1"/>
                </a:solidFill>
                <a:effectLst/>
                <a:latin typeface="+mn-lt"/>
                <a:ea typeface="+mn-ea"/>
                <a:cs typeface="+mn-cs"/>
              </a:rPr>
              <a:t>Position Your Products</a:t>
            </a:r>
            <a:r>
              <a:rPr lang="en-GB" sz="1000" b="0" i="0" u="none" strike="noStrike">
                <a:solidFill>
                  <a:schemeClr val="tx1"/>
                </a:solidFill>
                <a:effectLst/>
                <a:latin typeface="+mn-lt"/>
                <a:ea typeface="+mn-ea"/>
                <a:cs typeface="+mn-cs"/>
              </a:rPr>
              <a:t>: </a:t>
            </a:r>
            <a:r>
              <a:rPr lang="en-GB" sz="1000">
                <a:solidFill>
                  <a:schemeClr val="tx1"/>
                </a:solidFill>
              </a:rPr>
              <a:t>Decide where you want to position your products in the matrix.</a:t>
            </a:r>
            <a:r>
              <a:rPr lang="en-GB" sz="1000" baseline="0">
                <a:solidFill>
                  <a:schemeClr val="tx1"/>
                </a:solidFill>
              </a:rPr>
              <a:t> Use the </a:t>
            </a:r>
            <a:r>
              <a:rPr lang="en-GB" sz="1000" baseline="0" err="1">
                <a:solidFill>
                  <a:schemeClr val="tx1"/>
                </a:solidFill>
              </a:rPr>
              <a:t>color</a:t>
            </a:r>
            <a:r>
              <a:rPr lang="en-GB" sz="1000" baseline="0">
                <a:solidFill>
                  <a:schemeClr val="tx1"/>
                </a:solidFill>
              </a:rPr>
              <a:t> identification system.</a:t>
            </a:r>
          </a:p>
          <a:p>
            <a:pPr marL="0" marR="0" lvl="0" indent="0" algn="l" defTabSz="914400" eaLnBrk="1" fontAlgn="auto" latinLnBrk="0" hangingPunct="1">
              <a:lnSpc>
                <a:spcPct val="100000"/>
              </a:lnSpc>
              <a:spcBef>
                <a:spcPts val="0"/>
              </a:spcBef>
              <a:spcAft>
                <a:spcPts val="0"/>
              </a:spcAft>
              <a:buClrTx/>
              <a:buSzTx/>
              <a:buFontTx/>
              <a:buNone/>
              <a:tabLst/>
              <a:defRPr/>
            </a:pPr>
            <a:r>
              <a:rPr lang="en-GB" sz="1000" b="0" i="0" u="none" strike="noStrike">
                <a:solidFill>
                  <a:schemeClr val="tx1"/>
                </a:solidFill>
                <a:effectLst/>
                <a:latin typeface="+mn-lt"/>
                <a:ea typeface="+mn-ea"/>
                <a:cs typeface="+mn-cs"/>
              </a:rPr>
              <a:t>Place your products/services on the chart. This visual placement helps decide how you want to strategically price and sell your products:</a:t>
            </a:r>
          </a:p>
          <a:p>
            <a:pPr lvl="1"/>
            <a:r>
              <a:rPr lang="en-GB" sz="1000" b="0" i="0" u="none" strike="noStrike">
                <a:solidFill>
                  <a:schemeClr val="tx1"/>
                </a:solidFill>
                <a:effectLst/>
                <a:latin typeface="+mn-lt"/>
                <a:ea typeface="+mn-ea"/>
                <a:cs typeface="+mn-cs"/>
              </a:rPr>
              <a:t>- Place products you want to use for market penetration or volume sales towards the lower price end.</a:t>
            </a:r>
          </a:p>
          <a:p>
            <a:pPr lvl="1"/>
            <a:r>
              <a:rPr lang="en-GB" sz="1000" b="0" i="0" u="none" strike="noStrike">
                <a:solidFill>
                  <a:schemeClr val="tx1"/>
                </a:solidFill>
                <a:effectLst/>
                <a:latin typeface="+mn-lt"/>
                <a:ea typeface="+mn-ea"/>
                <a:cs typeface="+mn-cs"/>
              </a:rPr>
              <a:t>- Products that define your brand or have a unique story might be placed in the middle, potentially at a mid-range price point.</a:t>
            </a:r>
          </a:p>
          <a:p>
            <a:pPr lvl="1"/>
            <a:r>
              <a:rPr lang="en-GB" sz="1000" b="0" i="0" u="none" strike="noStrike">
                <a:solidFill>
                  <a:schemeClr val="tx1"/>
                </a:solidFill>
                <a:effectLst/>
                <a:latin typeface="+mn-lt"/>
                <a:ea typeface="+mn-ea"/>
                <a:cs typeface="+mn-cs"/>
              </a:rPr>
              <a:t>- Premium products with high margins would be placed towards the higher price end.</a:t>
            </a:r>
          </a:p>
          <a:p>
            <a:pPr algn="l"/>
            <a:br>
              <a:rPr lang="en-GB" sz="1000">
                <a:solidFill>
                  <a:schemeClr val="tx1"/>
                </a:solidFill>
              </a:rPr>
            </a:br>
            <a:endParaRPr lang="en-GB" sz="1000">
              <a:solidFill>
                <a:schemeClr val="tx1"/>
              </a:solidFill>
            </a:endParaRPr>
          </a:p>
        </p:txBody>
      </p:sp>
      <p:sp>
        <p:nvSpPr>
          <p:cNvPr id="9" name="Rectangle 8">
            <a:extLst>
              <a:ext uri="{FF2B5EF4-FFF2-40B4-BE49-F238E27FC236}">
                <a16:creationId xmlns:a16="http://schemas.microsoft.com/office/drawing/2014/main" id="{34D788A7-3F0E-0C7E-0991-11E767BA4C0E}"/>
              </a:ext>
            </a:extLst>
          </p:cNvPr>
          <p:cNvSpPr/>
          <p:nvPr/>
        </p:nvSpPr>
        <p:spPr>
          <a:xfrm>
            <a:off x="1154009" y="2635486"/>
            <a:ext cx="2096164" cy="694094"/>
          </a:xfrm>
          <a:prstGeom prst="rect">
            <a:avLst/>
          </a:prstGeom>
          <a:solidFill>
            <a:schemeClr val="accent4">
              <a:lumMod val="40000"/>
              <a:lumOff val="60000"/>
            </a:schemeClr>
          </a:solidFill>
          <a:ln>
            <a:solidFill>
              <a:srgbClr val="FEF37F"/>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t>Shell &amp; Core Office Solution</a:t>
            </a:r>
          </a:p>
        </p:txBody>
      </p:sp>
      <p:sp>
        <p:nvSpPr>
          <p:cNvPr id="14" name="TextBox 13">
            <a:extLst>
              <a:ext uri="{FF2B5EF4-FFF2-40B4-BE49-F238E27FC236}">
                <a16:creationId xmlns:a16="http://schemas.microsoft.com/office/drawing/2014/main" id="{3BE72B9F-8321-CEAD-E96B-760E1AABE957}"/>
              </a:ext>
            </a:extLst>
          </p:cNvPr>
          <p:cNvSpPr txBox="1"/>
          <p:nvPr/>
        </p:nvSpPr>
        <p:spPr>
          <a:xfrm>
            <a:off x="6940941" y="6330138"/>
            <a:ext cx="1874054" cy="369332"/>
          </a:xfrm>
          <a:prstGeom prst="rect">
            <a:avLst/>
          </a:prstGeom>
          <a:solidFill>
            <a:schemeClr val="accent1">
              <a:lumMod val="60000"/>
              <a:lumOff val="40000"/>
            </a:schemeClr>
          </a:solidFill>
          <a:ln>
            <a:solidFill>
              <a:schemeClr val="accent1">
                <a:lumMod val="40000"/>
                <a:lumOff val="6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PF Square Sans Pro Light"/>
              </a:rPr>
              <a:t>Service Office</a:t>
            </a:r>
            <a:endParaRPr lang="en-US"/>
          </a:p>
        </p:txBody>
      </p:sp>
      <p:graphicFrame>
        <p:nvGraphicFramePr>
          <p:cNvPr id="16" name="Table 15">
            <a:extLst>
              <a:ext uri="{FF2B5EF4-FFF2-40B4-BE49-F238E27FC236}">
                <a16:creationId xmlns:a16="http://schemas.microsoft.com/office/drawing/2014/main" id="{3182C1DB-42BF-03B3-98B6-2F2D1D7B4E26}"/>
              </a:ext>
            </a:extLst>
          </p:cNvPr>
          <p:cNvGraphicFramePr>
            <a:graphicFrameLocks noGrp="1"/>
          </p:cNvGraphicFramePr>
          <p:nvPr>
            <p:extLst>
              <p:ext uri="{D42A27DB-BD31-4B8C-83A1-F6EECF244321}">
                <p14:modId xmlns:p14="http://schemas.microsoft.com/office/powerpoint/2010/main" val="3520249470"/>
              </p:ext>
            </p:extLst>
          </p:nvPr>
        </p:nvGraphicFramePr>
        <p:xfrm>
          <a:off x="4446720" y="4374690"/>
          <a:ext cx="2258843" cy="639445"/>
        </p:xfrm>
        <a:graphic>
          <a:graphicData uri="http://schemas.openxmlformats.org/drawingml/2006/table">
            <a:tbl>
              <a:tblPr bandRow="1">
                <a:tableStyleId>{5C22544A-7EE6-4342-B048-85BDC9FD1C3A}</a:tableStyleId>
              </a:tblPr>
              <a:tblGrid>
                <a:gridCol w="2258843">
                  <a:extLst>
                    <a:ext uri="{9D8B030D-6E8A-4147-A177-3AD203B41FA5}">
                      <a16:colId xmlns:a16="http://schemas.microsoft.com/office/drawing/2014/main" val="867259460"/>
                    </a:ext>
                  </a:extLst>
                </a:gridCol>
              </a:tblGrid>
              <a:tr h="420630">
                <a:tc>
                  <a:txBody>
                    <a:bodyPr/>
                    <a:lstStyle/>
                    <a:p>
                      <a:r>
                        <a:rPr lang="en-US">
                          <a:effectLst/>
                        </a:rPr>
                        <a:t>Fitted office </a:t>
                      </a:r>
                      <a:endParaRPr lang="en-US"/>
                    </a:p>
                    <a:p>
                      <a:pPr lvl="0">
                        <a:buNone/>
                      </a:pPr>
                      <a:r>
                        <a:rPr lang="en-US">
                          <a:effectLst/>
                        </a:rPr>
                        <a:t>solution</a:t>
                      </a:r>
                    </a:p>
                  </a:txBody>
                  <a:tcPr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1145861466"/>
                  </a:ext>
                </a:extLst>
              </a:tr>
            </a:tbl>
          </a:graphicData>
        </a:graphic>
      </p:graphicFrame>
      <p:graphicFrame>
        <p:nvGraphicFramePr>
          <p:cNvPr id="18" name="Table 17">
            <a:extLst>
              <a:ext uri="{FF2B5EF4-FFF2-40B4-BE49-F238E27FC236}">
                <a16:creationId xmlns:a16="http://schemas.microsoft.com/office/drawing/2014/main" id="{06FFBF4C-78AD-7250-16B4-61985C0E735E}"/>
              </a:ext>
            </a:extLst>
          </p:cNvPr>
          <p:cNvGraphicFramePr>
            <a:graphicFrameLocks noGrp="1"/>
          </p:cNvGraphicFramePr>
          <p:nvPr>
            <p:extLst>
              <p:ext uri="{D42A27DB-BD31-4B8C-83A1-F6EECF244321}">
                <p14:modId xmlns:p14="http://schemas.microsoft.com/office/powerpoint/2010/main" val="1547998524"/>
              </p:ext>
            </p:extLst>
          </p:nvPr>
        </p:nvGraphicFramePr>
        <p:xfrm>
          <a:off x="4353719" y="3267075"/>
          <a:ext cx="2397673" cy="639445"/>
        </p:xfrm>
        <a:graphic>
          <a:graphicData uri="http://schemas.openxmlformats.org/drawingml/2006/table">
            <a:tbl>
              <a:tblPr bandRow="1">
                <a:tableStyleId>{5C22544A-7EE6-4342-B048-85BDC9FD1C3A}</a:tableStyleId>
              </a:tblPr>
              <a:tblGrid>
                <a:gridCol w="2397673">
                  <a:extLst>
                    <a:ext uri="{9D8B030D-6E8A-4147-A177-3AD203B41FA5}">
                      <a16:colId xmlns:a16="http://schemas.microsoft.com/office/drawing/2014/main" val="1675123431"/>
                    </a:ext>
                  </a:extLst>
                </a:gridCol>
              </a:tblGrid>
              <a:tr h="459079">
                <a:tc>
                  <a:txBody>
                    <a:bodyPr/>
                    <a:lstStyle/>
                    <a:p>
                      <a:r>
                        <a:rPr lang="en-US">
                          <a:effectLst/>
                        </a:rPr>
                        <a:t>Premium &amp; furnished office solution</a:t>
                      </a:r>
                    </a:p>
                  </a:txBody>
                  <a:tcPr anchor="ctr">
                    <a:lnL>
                      <a:noFill/>
                    </a:lnL>
                    <a:lnR>
                      <a:noFill/>
                    </a:lnR>
                    <a:lnT>
                      <a:noFill/>
                    </a:lnT>
                    <a:lnB>
                      <a:noFill/>
                    </a:lnB>
                    <a:solidFill>
                      <a:schemeClr val="accent6">
                        <a:lumMod val="40000"/>
                        <a:lumOff val="60000"/>
                      </a:schemeClr>
                    </a:solidFill>
                  </a:tcPr>
                </a:tc>
                <a:extLst>
                  <a:ext uri="{0D108BD9-81ED-4DB2-BD59-A6C34878D82A}">
                    <a16:rowId xmlns:a16="http://schemas.microsoft.com/office/drawing/2014/main" val="1251653675"/>
                  </a:ext>
                </a:extLst>
              </a:tr>
            </a:tbl>
          </a:graphicData>
        </a:graphic>
      </p:graphicFrame>
    </p:spTree>
    <p:extLst>
      <p:ext uri="{BB962C8B-B14F-4D97-AF65-F5344CB8AC3E}">
        <p14:creationId xmlns:p14="http://schemas.microsoft.com/office/powerpoint/2010/main" val="1877047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7BE8F-B419-97C8-C257-2FD8339D1F35}"/>
            </a:ext>
          </a:extLst>
        </p:cNvPr>
        <p:cNvGrpSpPr/>
        <p:nvPr/>
      </p:nvGrpSpPr>
      <p:grpSpPr>
        <a:xfrm>
          <a:off x="0" y="0"/>
          <a:ext cx="0" cy="0"/>
          <a:chOff x="0" y="0"/>
          <a:chExt cx="0" cy="0"/>
        </a:xfrm>
      </p:grpSpPr>
      <p:sp>
        <p:nvSpPr>
          <p:cNvPr id="4" name="Folded Corner 3">
            <a:extLst>
              <a:ext uri="{FF2B5EF4-FFF2-40B4-BE49-F238E27FC236}">
                <a16:creationId xmlns:a16="http://schemas.microsoft.com/office/drawing/2014/main" id="{F406B6AC-0B5D-628A-A263-729DBFA8726D}"/>
              </a:ext>
            </a:extLst>
          </p:cNvPr>
          <p:cNvSpPr/>
          <p:nvPr/>
        </p:nvSpPr>
        <p:spPr>
          <a:xfrm>
            <a:off x="8685035" y="1695711"/>
            <a:ext cx="1061349" cy="768461"/>
          </a:xfrm>
          <a:prstGeom prst="foldedCorner">
            <a:avLst/>
          </a:prstGeom>
          <a:solidFill>
            <a:schemeClr val="accent6">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a:solidFill>
                  <a:schemeClr val="tx1"/>
                </a:solidFill>
              </a:rPr>
              <a:t>Profit contributors </a:t>
            </a:r>
          </a:p>
        </p:txBody>
      </p:sp>
      <p:sp>
        <p:nvSpPr>
          <p:cNvPr id="5" name="Folded Corner 4">
            <a:extLst>
              <a:ext uri="{FF2B5EF4-FFF2-40B4-BE49-F238E27FC236}">
                <a16:creationId xmlns:a16="http://schemas.microsoft.com/office/drawing/2014/main" id="{52387AAF-D833-A83D-6DFC-50BF548F6636}"/>
              </a:ext>
            </a:extLst>
          </p:cNvPr>
          <p:cNvSpPr/>
          <p:nvPr/>
        </p:nvSpPr>
        <p:spPr>
          <a:xfrm>
            <a:off x="8685035" y="864643"/>
            <a:ext cx="1048649" cy="768462"/>
          </a:xfrm>
          <a:prstGeom prst="foldedCorner">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a:solidFill>
                  <a:schemeClr val="tx1"/>
                </a:solidFill>
                <a:latin typeface="+mn-lt"/>
              </a:rPr>
              <a:t>Story</a:t>
            </a:r>
          </a:p>
          <a:p>
            <a:pPr algn="ctr"/>
            <a:r>
              <a:rPr lang="en-GB" sz="1200">
                <a:solidFill>
                  <a:schemeClr val="tx1"/>
                </a:solidFill>
                <a:latin typeface="+mn-lt"/>
              </a:rPr>
              <a:t>tellers</a:t>
            </a:r>
            <a:r>
              <a:rPr lang="en-GB" sz="1200" baseline="0">
                <a:solidFill>
                  <a:schemeClr val="tx1"/>
                </a:solidFill>
                <a:latin typeface="+mn-lt"/>
              </a:rPr>
              <a:t> </a:t>
            </a:r>
            <a:endParaRPr lang="en-GB" sz="1200">
              <a:solidFill>
                <a:schemeClr val="tx1"/>
              </a:solidFill>
              <a:latin typeface="+mn-lt"/>
            </a:endParaRPr>
          </a:p>
        </p:txBody>
      </p:sp>
      <p:sp>
        <p:nvSpPr>
          <p:cNvPr id="6" name="Folded Corner 5">
            <a:extLst>
              <a:ext uri="{FF2B5EF4-FFF2-40B4-BE49-F238E27FC236}">
                <a16:creationId xmlns:a16="http://schemas.microsoft.com/office/drawing/2014/main" id="{3B0415C8-46C0-9227-489A-0556DD8907A3}"/>
              </a:ext>
            </a:extLst>
          </p:cNvPr>
          <p:cNvSpPr/>
          <p:nvPr/>
        </p:nvSpPr>
        <p:spPr>
          <a:xfrm>
            <a:off x="8685035" y="2546550"/>
            <a:ext cx="1061349" cy="768461"/>
          </a:xfrm>
          <a:prstGeom prst="foldedCorner">
            <a:avLst/>
          </a:prstGeom>
          <a:solidFill>
            <a:schemeClr val="accent5">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GB" sz="1200">
                <a:solidFill>
                  <a:schemeClr val="tx1"/>
                </a:solidFill>
              </a:rPr>
              <a:t>Revenue </a:t>
            </a:r>
            <a:r>
              <a:rPr lang="en-GB" sz="1200">
                <a:solidFill>
                  <a:schemeClr val="tx1"/>
                </a:solidFill>
                <a:latin typeface="+mn-lt"/>
                <a:ea typeface="+mn-ea"/>
                <a:cs typeface="+mn-cs"/>
              </a:rPr>
              <a:t>contributors</a:t>
            </a:r>
            <a:r>
              <a:rPr lang="en-GB" sz="1200" baseline="0">
                <a:solidFill>
                  <a:schemeClr val="tx1"/>
                </a:solidFill>
              </a:rPr>
              <a:t> </a:t>
            </a:r>
            <a:endParaRPr lang="en-GB" sz="1200">
              <a:solidFill>
                <a:schemeClr val="tx1"/>
              </a:solidFill>
            </a:endParaRPr>
          </a:p>
        </p:txBody>
      </p:sp>
      <p:cxnSp>
        <p:nvCxnSpPr>
          <p:cNvPr id="7" name="Straight Arrow Connector 6">
            <a:extLst>
              <a:ext uri="{FF2B5EF4-FFF2-40B4-BE49-F238E27FC236}">
                <a16:creationId xmlns:a16="http://schemas.microsoft.com/office/drawing/2014/main" id="{B344DC7C-8738-BD18-A8E7-3502CCF2C1E2}"/>
              </a:ext>
              <a:ext uri="{147F2762-F138-4A5C-976F-8EAC2B608ADB}">
                <a16:predDERef xmlns:a16="http://schemas.microsoft.com/office/drawing/2014/main" pred="{1E360F39-24D6-4B1D-B5C3-70404F73126D}"/>
              </a:ext>
            </a:extLst>
          </p:cNvPr>
          <p:cNvCxnSpPr>
            <a:cxnSpLocks/>
          </p:cNvCxnSpPr>
          <p:nvPr/>
        </p:nvCxnSpPr>
        <p:spPr>
          <a:xfrm flipV="1">
            <a:off x="1472928" y="6764752"/>
            <a:ext cx="7742782" cy="98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10BCF00-1E3C-669C-6A19-8B0F167B7909}"/>
              </a:ext>
            </a:extLst>
          </p:cNvPr>
          <p:cNvCxnSpPr/>
          <p:nvPr/>
        </p:nvCxnSpPr>
        <p:spPr>
          <a:xfrm flipV="1">
            <a:off x="1472928" y="778715"/>
            <a:ext cx="3175" cy="60054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C2C8020-DAC8-C5DC-0176-229CFB006E52}"/>
              </a:ext>
            </a:extLst>
          </p:cNvPr>
          <p:cNvSpPr/>
          <p:nvPr/>
        </p:nvSpPr>
        <p:spPr>
          <a:xfrm rot="16200000">
            <a:off x="-47157" y="3485423"/>
            <a:ext cx="2148641"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latin typeface="Aptos" panose="020B0004020202020204" pitchFamily="34" charset="0"/>
              </a:rPr>
              <a:t>S</a:t>
            </a:r>
            <a:r>
              <a:rPr lang="en-BG">
                <a:solidFill>
                  <a:schemeClr val="tx1"/>
                </a:solidFill>
                <a:latin typeface="Aptos" panose="020B0004020202020204" pitchFamily="34" charset="0"/>
              </a:rPr>
              <a:t>ales volume</a:t>
            </a:r>
          </a:p>
        </p:txBody>
      </p:sp>
      <p:sp>
        <p:nvSpPr>
          <p:cNvPr id="13" name="Rectangle 12">
            <a:extLst>
              <a:ext uri="{FF2B5EF4-FFF2-40B4-BE49-F238E27FC236}">
                <a16:creationId xmlns:a16="http://schemas.microsoft.com/office/drawing/2014/main" id="{5F7F18EA-A68D-8244-FBA8-3E419981341E}"/>
              </a:ext>
            </a:extLst>
          </p:cNvPr>
          <p:cNvSpPr/>
          <p:nvPr/>
        </p:nvSpPr>
        <p:spPr>
          <a:xfrm>
            <a:off x="3982693" y="6784134"/>
            <a:ext cx="2148641" cy="5920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Aptos" panose="020B0004020202020204" pitchFamily="34" charset="0"/>
              </a:rPr>
              <a:t>Price</a:t>
            </a:r>
            <a:endParaRPr lang="en-BG">
              <a:solidFill>
                <a:schemeClr val="tx1"/>
              </a:solidFill>
              <a:latin typeface="Aptos" panose="020B0004020202020204" pitchFamily="34" charset="0"/>
            </a:endParaRPr>
          </a:p>
        </p:txBody>
      </p:sp>
      <p:sp>
        <p:nvSpPr>
          <p:cNvPr id="15" name="TextBox 14">
            <a:extLst>
              <a:ext uri="{FF2B5EF4-FFF2-40B4-BE49-F238E27FC236}">
                <a16:creationId xmlns:a16="http://schemas.microsoft.com/office/drawing/2014/main" id="{280550B9-A2BA-9B63-51CB-BAEEE95AB78C}"/>
              </a:ext>
            </a:extLst>
          </p:cNvPr>
          <p:cNvSpPr txBox="1"/>
          <p:nvPr/>
        </p:nvSpPr>
        <p:spPr>
          <a:xfrm>
            <a:off x="2789989" y="1582614"/>
            <a:ext cx="917356" cy="600164"/>
          </a:xfrm>
          <a:prstGeom prst="rect">
            <a:avLst/>
          </a:prstGeom>
          <a:noFill/>
        </p:spPr>
        <p:txBody>
          <a:bodyPr wrap="square">
            <a:spAutoFit/>
          </a:bodyPr>
          <a:lstStyle/>
          <a:p>
            <a:pPr algn="ctr" fontAlgn="ctr"/>
            <a:r>
              <a:rPr lang="en-GB" sz="1100" u="none" strike="noStrike">
                <a:effectLst/>
                <a:latin typeface="Aptos" panose="020B0004020202020204" pitchFamily="34" charset="0"/>
              </a:rPr>
              <a:t>Our Hotel - Presidential Penthouse</a:t>
            </a:r>
            <a:endParaRPr lang="en-GB" sz="1100" b="0" i="0" u="none" strike="noStrike">
              <a:solidFill>
                <a:srgbClr val="000000"/>
              </a:solidFill>
              <a:effectLst/>
              <a:latin typeface="Aptos" panose="020B0004020202020204" pitchFamily="34" charset="0"/>
            </a:endParaRPr>
          </a:p>
        </p:txBody>
      </p:sp>
      <p:sp>
        <p:nvSpPr>
          <p:cNvPr id="16" name="TextBox 15">
            <a:extLst>
              <a:ext uri="{FF2B5EF4-FFF2-40B4-BE49-F238E27FC236}">
                <a16:creationId xmlns:a16="http://schemas.microsoft.com/office/drawing/2014/main" id="{F0FED276-69E6-0933-04FA-6A5E67F41076}"/>
              </a:ext>
            </a:extLst>
          </p:cNvPr>
          <p:cNvSpPr txBox="1"/>
          <p:nvPr/>
        </p:nvSpPr>
        <p:spPr>
          <a:xfrm>
            <a:off x="3674015" y="2871488"/>
            <a:ext cx="917356" cy="600164"/>
          </a:xfrm>
          <a:prstGeom prst="rect">
            <a:avLst/>
          </a:prstGeom>
          <a:noFill/>
        </p:spPr>
        <p:txBody>
          <a:bodyPr wrap="square">
            <a:spAutoFit/>
          </a:bodyPr>
          <a:lstStyle/>
          <a:p>
            <a:pPr algn="ctr" fontAlgn="ctr"/>
            <a:r>
              <a:rPr lang="en-GB" sz="1100" u="none" strike="noStrike">
                <a:effectLst/>
                <a:latin typeface="Aptos" panose="020B0004020202020204" pitchFamily="34" charset="0"/>
              </a:rPr>
              <a:t>Competitor A - Luxury Suite</a:t>
            </a:r>
            <a:endParaRPr lang="en-GB" sz="1100" b="0" i="0" u="none" strike="noStrike">
              <a:solidFill>
                <a:srgbClr val="000000"/>
              </a:solidFill>
              <a:effectLst/>
              <a:latin typeface="Aptos" panose="020B0004020202020204" pitchFamily="34" charset="0"/>
            </a:endParaRPr>
          </a:p>
        </p:txBody>
      </p:sp>
      <p:sp>
        <p:nvSpPr>
          <p:cNvPr id="17" name="TextBox 16">
            <a:extLst>
              <a:ext uri="{FF2B5EF4-FFF2-40B4-BE49-F238E27FC236}">
                <a16:creationId xmlns:a16="http://schemas.microsoft.com/office/drawing/2014/main" id="{AE2CEBC8-3938-DFCF-CE55-DC26F9A98392}"/>
              </a:ext>
            </a:extLst>
          </p:cNvPr>
          <p:cNvSpPr txBox="1"/>
          <p:nvPr/>
        </p:nvSpPr>
        <p:spPr>
          <a:xfrm>
            <a:off x="3043000" y="2255802"/>
            <a:ext cx="917356" cy="600164"/>
          </a:xfrm>
          <a:prstGeom prst="rect">
            <a:avLst/>
          </a:prstGeom>
          <a:noFill/>
        </p:spPr>
        <p:txBody>
          <a:bodyPr wrap="square">
            <a:spAutoFit/>
          </a:bodyPr>
          <a:lstStyle/>
          <a:p>
            <a:pPr algn="ctr" fontAlgn="ctr"/>
            <a:r>
              <a:rPr lang="en-GB" sz="1100" u="none" strike="noStrike">
                <a:effectLst/>
                <a:latin typeface="Aptos" panose="020B0004020202020204" pitchFamily="34" charset="0"/>
              </a:rPr>
              <a:t>Competitor B- Luxury Suite</a:t>
            </a:r>
            <a:endParaRPr lang="en-GB" sz="1100" b="0" i="0" u="none" strike="noStrike">
              <a:solidFill>
                <a:srgbClr val="000000"/>
              </a:solidFill>
              <a:effectLst/>
              <a:latin typeface="Aptos" panose="020B0004020202020204" pitchFamily="34" charset="0"/>
            </a:endParaRPr>
          </a:p>
        </p:txBody>
      </p:sp>
      <p:sp>
        <p:nvSpPr>
          <p:cNvPr id="19" name="TextBox 18">
            <a:extLst>
              <a:ext uri="{FF2B5EF4-FFF2-40B4-BE49-F238E27FC236}">
                <a16:creationId xmlns:a16="http://schemas.microsoft.com/office/drawing/2014/main" id="{D034F7AE-880B-435E-6A55-B8B2DA560E6C}"/>
              </a:ext>
            </a:extLst>
          </p:cNvPr>
          <p:cNvSpPr txBox="1"/>
          <p:nvPr/>
        </p:nvSpPr>
        <p:spPr>
          <a:xfrm>
            <a:off x="5121300" y="3481341"/>
            <a:ext cx="917356" cy="600164"/>
          </a:xfrm>
          <a:prstGeom prst="rect">
            <a:avLst/>
          </a:prstGeom>
          <a:noFill/>
        </p:spPr>
        <p:txBody>
          <a:bodyPr wrap="square">
            <a:spAutoFit/>
          </a:bodyPr>
          <a:lstStyle/>
          <a:p>
            <a:pPr algn="ctr" fontAlgn="ctr"/>
            <a:r>
              <a:rPr lang="en-GB" sz="1100" u="none" strike="noStrike">
                <a:effectLst/>
                <a:latin typeface="Aptos" panose="020B0004020202020204" pitchFamily="34" charset="0"/>
              </a:rPr>
              <a:t>Our Hotel - Heritage Suite</a:t>
            </a:r>
            <a:endParaRPr lang="en-GB" sz="1100" b="0" i="0" u="none" strike="noStrike">
              <a:solidFill>
                <a:srgbClr val="000000"/>
              </a:solidFill>
              <a:effectLst/>
              <a:latin typeface="Aptos" panose="020B0004020202020204" pitchFamily="34" charset="0"/>
            </a:endParaRPr>
          </a:p>
        </p:txBody>
      </p:sp>
      <p:sp>
        <p:nvSpPr>
          <p:cNvPr id="20" name="TextBox 19">
            <a:extLst>
              <a:ext uri="{FF2B5EF4-FFF2-40B4-BE49-F238E27FC236}">
                <a16:creationId xmlns:a16="http://schemas.microsoft.com/office/drawing/2014/main" id="{0AAAE498-D986-D5D8-3490-F41CD8917758}"/>
              </a:ext>
            </a:extLst>
          </p:cNvPr>
          <p:cNvSpPr txBox="1"/>
          <p:nvPr/>
        </p:nvSpPr>
        <p:spPr>
          <a:xfrm>
            <a:off x="5579978" y="4479419"/>
            <a:ext cx="1203719" cy="430887"/>
          </a:xfrm>
          <a:prstGeom prst="rect">
            <a:avLst/>
          </a:prstGeom>
          <a:noFill/>
        </p:spPr>
        <p:txBody>
          <a:bodyPr wrap="square">
            <a:spAutoFit/>
          </a:bodyPr>
          <a:lstStyle/>
          <a:p>
            <a:pPr algn="ctr" fontAlgn="ctr"/>
            <a:r>
              <a:rPr lang="en-GB" sz="1100" u="none" strike="noStrike">
                <a:effectLst/>
              </a:rPr>
              <a:t>Competitor A - Standard Room</a:t>
            </a:r>
            <a:endParaRPr lang="en-GB" sz="1100" b="0" i="0" u="none" strike="noStrike">
              <a:solidFill>
                <a:srgbClr val="000000"/>
              </a:solidFill>
              <a:effectLst/>
              <a:latin typeface="Calibri" panose="020F0502020204030204" pitchFamily="34" charset="0"/>
            </a:endParaRPr>
          </a:p>
        </p:txBody>
      </p:sp>
      <p:sp>
        <p:nvSpPr>
          <p:cNvPr id="21" name="TextBox 20">
            <a:extLst>
              <a:ext uri="{FF2B5EF4-FFF2-40B4-BE49-F238E27FC236}">
                <a16:creationId xmlns:a16="http://schemas.microsoft.com/office/drawing/2014/main" id="{47A244BA-DE60-8382-2148-5A375A89D918}"/>
              </a:ext>
            </a:extLst>
          </p:cNvPr>
          <p:cNvSpPr txBox="1"/>
          <p:nvPr/>
        </p:nvSpPr>
        <p:spPr>
          <a:xfrm>
            <a:off x="4455153" y="5038710"/>
            <a:ext cx="1203719" cy="430887"/>
          </a:xfrm>
          <a:prstGeom prst="rect">
            <a:avLst/>
          </a:prstGeom>
          <a:noFill/>
        </p:spPr>
        <p:txBody>
          <a:bodyPr wrap="square">
            <a:spAutoFit/>
          </a:bodyPr>
          <a:lstStyle/>
          <a:p>
            <a:pPr algn="ctr" fontAlgn="ctr"/>
            <a:r>
              <a:rPr lang="en-GB" sz="1100" u="none" strike="noStrike">
                <a:effectLst/>
              </a:rPr>
              <a:t>Competitor B - Budget Room</a:t>
            </a:r>
            <a:endParaRPr lang="en-GB" sz="1100" b="0" i="0" u="none" strike="noStrike">
              <a:solidFill>
                <a:srgbClr val="000000"/>
              </a:solidFill>
              <a:effectLst/>
              <a:latin typeface="Calibri" panose="020F0502020204030204" pitchFamily="34" charset="0"/>
            </a:endParaRPr>
          </a:p>
        </p:txBody>
      </p:sp>
      <p:sp>
        <p:nvSpPr>
          <p:cNvPr id="22" name="TextBox 21">
            <a:extLst>
              <a:ext uri="{FF2B5EF4-FFF2-40B4-BE49-F238E27FC236}">
                <a16:creationId xmlns:a16="http://schemas.microsoft.com/office/drawing/2014/main" id="{F66CB7EB-311C-D8AD-964E-B85C15E0DE71}"/>
              </a:ext>
            </a:extLst>
          </p:cNvPr>
          <p:cNvSpPr txBox="1"/>
          <p:nvPr/>
        </p:nvSpPr>
        <p:spPr>
          <a:xfrm>
            <a:off x="6688017" y="5978312"/>
            <a:ext cx="1635243" cy="430887"/>
          </a:xfrm>
          <a:prstGeom prst="rect">
            <a:avLst/>
          </a:prstGeom>
          <a:noFill/>
        </p:spPr>
        <p:txBody>
          <a:bodyPr wrap="square">
            <a:spAutoFit/>
          </a:bodyPr>
          <a:lstStyle/>
          <a:p>
            <a:pPr algn="ctr" fontAlgn="ctr"/>
            <a:r>
              <a:rPr lang="en-GB" sz="1100" u="none" strike="noStrike">
                <a:effectLst/>
              </a:rPr>
              <a:t>Our Hotel - Standard City Room</a:t>
            </a:r>
            <a:endParaRPr lang="en-GB" sz="1100" b="0" i="0" u="none" strike="noStrike">
              <a:solidFill>
                <a:srgbClr val="000000"/>
              </a:solidFill>
              <a:effectLst/>
              <a:latin typeface="Calibri" panose="020F0502020204030204" pitchFamily="34" charset="0"/>
            </a:endParaRPr>
          </a:p>
        </p:txBody>
      </p:sp>
      <p:sp>
        <p:nvSpPr>
          <p:cNvPr id="23" name="TextBox 22">
            <a:extLst>
              <a:ext uri="{FF2B5EF4-FFF2-40B4-BE49-F238E27FC236}">
                <a16:creationId xmlns:a16="http://schemas.microsoft.com/office/drawing/2014/main" id="{D1EF0E38-DF3B-3C08-8DD4-B4FD5D2F6DCB}"/>
              </a:ext>
            </a:extLst>
          </p:cNvPr>
          <p:cNvSpPr txBox="1"/>
          <p:nvPr/>
        </p:nvSpPr>
        <p:spPr>
          <a:xfrm>
            <a:off x="6232174" y="5484819"/>
            <a:ext cx="1620844" cy="430887"/>
          </a:xfrm>
          <a:prstGeom prst="rect">
            <a:avLst/>
          </a:prstGeom>
          <a:noFill/>
        </p:spPr>
        <p:txBody>
          <a:bodyPr wrap="square">
            <a:spAutoFit/>
          </a:bodyPr>
          <a:lstStyle/>
          <a:p>
            <a:pPr algn="ctr" fontAlgn="ctr"/>
            <a:r>
              <a:rPr lang="en-GB" sz="1100" u="none" strike="noStrike">
                <a:effectLst/>
              </a:rPr>
              <a:t>Competitor A - Budget Room</a:t>
            </a:r>
            <a:endParaRPr lang="en-GB" sz="1100" b="0" i="0" u="none" strike="noStrike">
              <a:solidFill>
                <a:srgbClr val="000000"/>
              </a:solidFill>
              <a:effectLst/>
              <a:latin typeface="Calibri" panose="020F0502020204030204" pitchFamily="34" charset="0"/>
            </a:endParaRPr>
          </a:p>
        </p:txBody>
      </p:sp>
      <p:sp>
        <p:nvSpPr>
          <p:cNvPr id="24" name="Rectangle 23">
            <a:extLst>
              <a:ext uri="{FF2B5EF4-FFF2-40B4-BE49-F238E27FC236}">
                <a16:creationId xmlns:a16="http://schemas.microsoft.com/office/drawing/2014/main" id="{1776FB76-56CB-3B0F-B359-F40A555D73B8}"/>
              </a:ext>
            </a:extLst>
          </p:cNvPr>
          <p:cNvSpPr/>
          <p:nvPr/>
        </p:nvSpPr>
        <p:spPr>
          <a:xfrm>
            <a:off x="4997443" y="3407050"/>
            <a:ext cx="1165069" cy="748745"/>
          </a:xfrm>
          <a:prstGeom prst="rect">
            <a:avLst/>
          </a:prstGeom>
          <a:noFill/>
          <a:ln w="57150">
            <a:solidFill>
              <a:srgbClr val="C6E0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a:p>
        </p:txBody>
      </p:sp>
      <p:sp>
        <p:nvSpPr>
          <p:cNvPr id="25" name="Rectangle 24">
            <a:extLst>
              <a:ext uri="{FF2B5EF4-FFF2-40B4-BE49-F238E27FC236}">
                <a16:creationId xmlns:a16="http://schemas.microsoft.com/office/drawing/2014/main" id="{601645F5-A8EB-D3E5-3EB6-2A5401DD8490}"/>
              </a:ext>
            </a:extLst>
          </p:cNvPr>
          <p:cNvSpPr/>
          <p:nvPr/>
        </p:nvSpPr>
        <p:spPr>
          <a:xfrm>
            <a:off x="2689069" y="1470545"/>
            <a:ext cx="1165069" cy="748745"/>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a:p>
        </p:txBody>
      </p:sp>
      <p:sp>
        <p:nvSpPr>
          <p:cNvPr id="26" name="Rectangle 25">
            <a:extLst>
              <a:ext uri="{FF2B5EF4-FFF2-40B4-BE49-F238E27FC236}">
                <a16:creationId xmlns:a16="http://schemas.microsoft.com/office/drawing/2014/main" id="{1621EA5C-BA92-FE82-A853-561B958BA79F}"/>
              </a:ext>
            </a:extLst>
          </p:cNvPr>
          <p:cNvSpPr/>
          <p:nvPr/>
        </p:nvSpPr>
        <p:spPr>
          <a:xfrm>
            <a:off x="6578593" y="5974204"/>
            <a:ext cx="1951045" cy="516015"/>
          </a:xfrm>
          <a:prstGeom prst="rect">
            <a:avLst/>
          </a:prstGeom>
          <a:noFill/>
          <a:ln w="57150">
            <a:solidFill>
              <a:srgbClr val="BED7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G"/>
          </a:p>
        </p:txBody>
      </p:sp>
      <p:pic>
        <p:nvPicPr>
          <p:cNvPr id="27" name="Picture 26">
            <a:extLst>
              <a:ext uri="{FF2B5EF4-FFF2-40B4-BE49-F238E27FC236}">
                <a16:creationId xmlns:a16="http://schemas.microsoft.com/office/drawing/2014/main" id="{2D0FFA6A-AD5C-30F8-982A-1B7D95D32507}"/>
              </a:ext>
            </a:extLst>
          </p:cNvPr>
          <p:cNvPicPr>
            <a:picLocks noChangeAspect="1"/>
          </p:cNvPicPr>
          <p:nvPr/>
        </p:nvPicPr>
        <p:blipFill>
          <a:blip r:embed="rId3"/>
          <a:stretch>
            <a:fillRect/>
          </a:stretch>
        </p:blipFill>
        <p:spPr>
          <a:xfrm>
            <a:off x="-78631" y="-110280"/>
            <a:ext cx="6310805" cy="934485"/>
          </a:xfrm>
          <a:prstGeom prst="rect">
            <a:avLst/>
          </a:prstGeom>
        </p:spPr>
      </p:pic>
    </p:spTree>
    <p:extLst>
      <p:ext uri="{BB962C8B-B14F-4D97-AF65-F5344CB8AC3E}">
        <p14:creationId xmlns:p14="http://schemas.microsoft.com/office/powerpoint/2010/main" val="482955455"/>
      </p:ext>
    </p:extLst>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Slides>
  <Notes>2</Notes>
  <HiddenSlides>0</HiddenSlides>
  <ScaleCrop>false</ScaleCrop>
  <HeadingPairs>
    <vt:vector size="4" baseType="variant">
      <vt:variant>
        <vt:lpstr>Theme</vt:lpstr>
      </vt:variant>
      <vt:variant>
        <vt:i4>7</vt:i4>
      </vt:variant>
      <vt:variant>
        <vt:lpstr>Slide Titles</vt:lpstr>
      </vt:variant>
      <vt:variant>
        <vt:i4>2</vt:i4>
      </vt:variant>
    </vt:vector>
  </HeadingPairs>
  <TitlesOfParts>
    <vt:vector size="9" baseType="lpstr">
      <vt:lpstr>1_Custom Design</vt:lpstr>
      <vt:lpstr>SOLIDS</vt:lpstr>
      <vt:lpstr>5_Custom Design</vt:lpstr>
      <vt:lpstr>4_Custom Design</vt:lpstr>
      <vt:lpstr>1_SOLIDS</vt:lpstr>
      <vt:lpstr>3_Custom Design</vt:lpstr>
      <vt:lpstr>6_Custom Design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ana-maria</dc:creator>
  <cp:revision>1</cp:revision>
  <dcterms:created xsi:type="dcterms:W3CDTF">2020-10-06T20:30:34Z</dcterms:created>
  <dcterms:modified xsi:type="dcterms:W3CDTF">2025-05-15T10:12:38Z</dcterms:modified>
</cp:coreProperties>
</file>