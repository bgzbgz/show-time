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6"/>
  </p:notesMasterIdLst>
  <p:handoutMasterIdLst>
    <p:handoutMasterId r:id="rId7"/>
  </p:handoutMasterIdLst>
  <p:sldIdLst>
    <p:sldId id="2579" r:id="rId4"/>
    <p:sldId id="2581" r:id="rId5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F09C65-1E61-E92A-6A67-DC196BA7CE72}" v="3" dt="2024-11-25T12:28:15.6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ść" userId="S::urn:spo:anon#baaeed7e217b4139a5d3b4f88fa1f5ae6cf5c8200dce964c2c6372778873db14::" providerId="AD" clId="Web-{3FF09C65-1E61-E92A-6A67-DC196BA7CE72}"/>
    <pc:docChg chg="modSld">
      <pc:chgData name="Gość" userId="S::urn:spo:anon#baaeed7e217b4139a5d3b4f88fa1f5ae6cf5c8200dce964c2c6372778873db14::" providerId="AD" clId="Web-{3FF09C65-1E61-E92A-6A67-DC196BA7CE72}" dt="2024-11-25T12:28:10.577" v="0"/>
      <pc:docMkLst>
        <pc:docMk/>
      </pc:docMkLst>
      <pc:sldChg chg="modSp">
        <pc:chgData name="Gość" userId="S::urn:spo:anon#baaeed7e217b4139a5d3b4f88fa1f5ae6cf5c8200dce964c2c6372778873db14::" providerId="AD" clId="Web-{3FF09C65-1E61-E92A-6A67-DC196BA7CE72}" dt="2024-11-25T12:28:10.577" v="0"/>
        <pc:sldMkLst>
          <pc:docMk/>
          <pc:sldMk cId="2480704689" sldId="2579"/>
        </pc:sldMkLst>
        <pc:graphicFrameChg chg="modGraphic">
          <ac:chgData name="Gość" userId="S::urn:spo:anon#baaeed7e217b4139a5d3b4f88fa1f5ae6cf5c8200dce964c2c6372778873db14::" providerId="AD" clId="Web-{3FF09C65-1E61-E92A-6A67-DC196BA7CE72}" dt="2024-11-25T12:28:10.577" v="0"/>
          <ac:graphicFrameMkLst>
            <pc:docMk/>
            <pc:sldMk cId="2480704689" sldId="2579"/>
            <ac:graphicFrameMk id="5" creationId="{6299D935-5D86-5BBC-DFB2-D1461E84A089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11/25/2024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11/25/2024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952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E6F29-4927-0D44-5E24-31F8237DF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409E8B-9412-1791-36F3-FC1661621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66B0D-9C77-5388-A91C-544D89E44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AFF0C-2A9F-EE93-F420-6909A3AF5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6988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DFBFA71-9CEE-3D3D-FFB1-2D8D93C40C4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04"/>
          <a:stretch/>
        </p:blipFill>
        <p:spPr>
          <a:xfrm>
            <a:off x="27159" y="2782"/>
            <a:ext cx="4079965" cy="53721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9D935-5D86-5BBC-DFB2-D1461E84A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97895"/>
              </p:ext>
            </p:extLst>
          </p:nvPr>
        </p:nvGraphicFramePr>
        <p:xfrm>
          <a:off x="202238" y="3754055"/>
          <a:ext cx="9707740" cy="33834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 addressing "No" responses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277304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46165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75306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38621-3CD4-CC58-8D03-0981D8DB759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76642-D343-493C-F922-4F49C5932654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CF449-72C9-DE95-7C92-C80F86FE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991605"/>
              </p:ext>
            </p:extLst>
          </p:nvPr>
        </p:nvGraphicFramePr>
        <p:xfrm>
          <a:off x="202238" y="691156"/>
          <a:ext cx="9707740" cy="2736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7778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479962">
                  <a:extLst>
                    <a:ext uri="{9D8B030D-6E8A-4147-A177-3AD203B41FA5}">
                      <a16:colId xmlns:a16="http://schemas.microsoft.com/office/drawing/2014/main" val="404766347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Checklist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YES/NO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Team members set clear, measurable goals for themselves.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Responsibilities and expectations are communicated clearly.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Team members regularly provide updates on their progress.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There is a system in place to track and review performance regularly.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Team members ask for help when they encounter obstacles.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Successes and failures are openly discussed and learned from.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There is a clear consequence management process for missed commitments.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704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64292-6A96-E09B-B9FC-174EDCC11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A358563-4FFB-8C08-A55B-943D0329F2F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" y="-23003"/>
            <a:ext cx="3659095" cy="675244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76A60D-2486-EA23-D169-22E945DD8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913076"/>
              </p:ext>
            </p:extLst>
          </p:nvPr>
        </p:nvGraphicFramePr>
        <p:xfrm>
          <a:off x="202238" y="3754055"/>
          <a:ext cx="9707740" cy="34493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 addressing "No" responses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8612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75391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B9E59A4-589B-6C04-BA7D-543E636274A1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46776F-3A1F-022B-FE17-F21CFA03270A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2223FC9-4780-B5A1-F90B-1CDC3BD31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141717"/>
              </p:ext>
            </p:extLst>
          </p:nvPr>
        </p:nvGraphicFramePr>
        <p:xfrm>
          <a:off x="202238" y="691156"/>
          <a:ext cx="9707740" cy="2736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7778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479962">
                  <a:extLst>
                    <a:ext uri="{9D8B030D-6E8A-4147-A177-3AD203B41FA5}">
                      <a16:colId xmlns:a16="http://schemas.microsoft.com/office/drawing/2014/main" val="404766347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Checklist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YES/NO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All goals support the company’s mission.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Team goals are cross-checked for strategic fit.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There is regular cross-department goal alignment.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Goal and priority-setting are standardised across the company.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Incentives are directly linked to priorities, effort, and attitude.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Communication is clear and frequent about goals and priorities.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Leaders are using the Fast Track goal-setting method across the company.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26662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2</Slides>
  <Notes>2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4_Custom Design</vt:lpstr>
      <vt:lpstr>5_Custom Design</vt:lpstr>
      <vt:lpstr>SOLIDS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revision>1</cp:revision>
  <cp:lastPrinted>2020-02-28T13:07:06Z</cp:lastPrinted>
  <dcterms:created xsi:type="dcterms:W3CDTF">2019-08-22T09:52:59Z</dcterms:created>
  <dcterms:modified xsi:type="dcterms:W3CDTF">2024-11-25T12:28:26Z</dcterms:modified>
</cp:coreProperties>
</file>