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0" autoAdjust="0"/>
    <p:restoredTop sz="84218" autoAdjust="0"/>
  </p:normalViewPr>
  <p:slideViewPr>
    <p:cSldViewPr snapToGrid="0">
      <p:cViewPr>
        <p:scale>
          <a:sx n="141" d="100"/>
          <a:sy n="141" d="100"/>
        </p:scale>
        <p:origin x="1128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11/8/24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11/8/24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F29-4927-0D44-5E24-31F8237D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09E8B-9412-1791-36F3-FC16616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6B0D-9C77-5388-A91C-544D89E44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AFF0C-2A9F-EE93-F420-6909A3AF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8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BFA71-9CEE-3D3D-FFB1-2D8D93C4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4"/>
          <a:stretch/>
        </p:blipFill>
        <p:spPr>
          <a:xfrm>
            <a:off x="27159" y="2782"/>
            <a:ext cx="4079965" cy="5372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9720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6165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5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991605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 members set clear, measurable goals for themselves.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Responsibilities and expectations are communicated clearly.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regularly provide updates on their progress.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system in place to track and review performance regularly.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ask for help when they encounter obstacles.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Successes and failures are openly discussed and learned from.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clear consequence management process for missed commitments.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4292-6A96-E09B-B9FC-174EDC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58563-4FFB-8C08-A55B-943D0329F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" y="-23003"/>
            <a:ext cx="3659095" cy="6752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6A60D-2486-EA23-D169-22E945DD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3076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2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5391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9E59A4-589B-6C04-BA7D-543E636274A1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6776F-3A1F-022B-FE17-F21CFA03270A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23FC9-4780-B5A1-F90B-1CDC3BD31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141717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All goals support the company’s mission.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goals are cross-checked for strategic fit.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regular cross-department goal alignment.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Goal and priority-setting are standardised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Incentives are directly linked to priorities, effort, and attitude.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Communication is clear and frequent about goals and priorities.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Leaders are using the Fast Track goal-setting method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10885</TotalTime>
  <Words>163</Words>
  <Application>Microsoft Macintosh PowerPoint</Application>
  <PresentationFormat>Custom</PresentationFormat>
  <Paragraphs>26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773</cp:revision>
  <cp:lastPrinted>2020-02-28T13:07:06Z</cp:lastPrinted>
  <dcterms:created xsi:type="dcterms:W3CDTF">2019-08-22T09:52:59Z</dcterms:created>
  <dcterms:modified xsi:type="dcterms:W3CDTF">2024-11-08T06:55:45Z</dcterms:modified>
</cp:coreProperties>
</file>