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1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F65972-556D-18B6-4FD9-6B8B7079C6EE}" v="3" dt="2025-05-06T08:49:38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0" autoAdjust="0"/>
    <p:restoredTop sz="84218" autoAdjust="0"/>
  </p:normalViewPr>
  <p:slideViewPr>
    <p:cSldViewPr snapToGrid="0">
      <p:cViewPr>
        <p:scale>
          <a:sx n="141" d="100"/>
          <a:sy n="141" d="100"/>
        </p:scale>
        <p:origin x="1128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Karantagli" userId="S::elena@fasttrack-europe.com::4244063e-a01d-4737-9f82-5eb599706e2e" providerId="AD" clId="Web-{F6F65972-556D-18B6-4FD9-6B8B7079C6EE}"/>
    <pc:docChg chg="modSld">
      <pc:chgData name="Elena Karantagli" userId="S::elena@fasttrack-europe.com::4244063e-a01d-4737-9f82-5eb599706e2e" providerId="AD" clId="Web-{F6F65972-556D-18B6-4FD9-6B8B7079C6EE}" dt="2025-05-06T08:49:38.307" v="2" actId="1076"/>
      <pc:docMkLst>
        <pc:docMk/>
      </pc:docMkLst>
      <pc:sldChg chg="modSp">
        <pc:chgData name="Elena Karantagli" userId="S::elena@fasttrack-europe.com::4244063e-a01d-4737-9f82-5eb599706e2e" providerId="AD" clId="Web-{F6F65972-556D-18B6-4FD9-6B8B7079C6EE}" dt="2025-05-06T08:49:38.307" v="2" actId="1076"/>
        <pc:sldMkLst>
          <pc:docMk/>
          <pc:sldMk cId="2480704689" sldId="2579"/>
        </pc:sldMkLst>
        <pc:graphicFrameChg chg="mod modGraphic">
          <ac:chgData name="Elena Karantagli" userId="S::elena@fasttrack-europe.com::4244063e-a01d-4737-9f82-5eb599706e2e" providerId="AD" clId="Web-{F6F65972-556D-18B6-4FD9-6B8B7079C6EE}" dt="2025-05-06T08:49:38.307" v="2" actId="1076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5/6/2025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5/6/2025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6F29-4927-0D44-5E24-31F8237D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09E8B-9412-1791-36F3-FC166162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6B0D-9C77-5388-A91C-544D89E44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AFF0C-2A9F-EE93-F420-6909A3AF5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98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DFBFA71-9CEE-3D3D-FFB1-2D8D93C40C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04"/>
          <a:stretch/>
        </p:blipFill>
        <p:spPr>
          <a:xfrm>
            <a:off x="27159" y="2782"/>
            <a:ext cx="4079965" cy="53721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9720"/>
              </p:ext>
            </p:extLst>
          </p:nvPr>
        </p:nvGraphicFramePr>
        <p:xfrm>
          <a:off x="202238" y="3754055"/>
          <a:ext cx="9707740" cy="3449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6165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530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53058"/>
              </p:ext>
            </p:extLst>
          </p:nvPr>
        </p:nvGraphicFramePr>
        <p:xfrm>
          <a:off x="128281" y="815376"/>
          <a:ext cx="9480768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2137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2078631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Team members set clear, measurable goals for themselves.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Responsibilities and expectations are communicated clearly.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regularly provide updates on their progress.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system in place to track and review performance regularly.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ask for help when they encounter obstacles.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Successes and failures are openly discussed and learned from.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clear consequence management process for missed commitments.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4292-6A96-E09B-B9FC-174EDCC1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A358563-4FFB-8C08-A55B-943D0329F2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" y="-23003"/>
            <a:ext cx="3659095" cy="6752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76A60D-2486-EA23-D169-22E945DD8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13076"/>
              </p:ext>
            </p:extLst>
          </p:nvPr>
        </p:nvGraphicFramePr>
        <p:xfrm>
          <a:off x="202238" y="3754055"/>
          <a:ext cx="9707740" cy="3449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8612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5391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9E59A4-589B-6C04-BA7D-543E636274A1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46776F-3A1F-022B-FE17-F21CFA03270A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223FC9-4780-B5A1-F90B-1CDC3BD31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141717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  <a:endParaRPr lang="en-US" sz="1600" b="0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All goals support the company’s mission.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goals are cross-checked for strategic fit.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regular cross-department goal alignment.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Goal and priority-setting are standardised across the company.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Incentives are directly linked to priorities, effort, and attitude.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Communication is clear and frequent about goals and priorities.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Leaders are using the Fast Track goal-setting method across the company.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66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10885</TotalTime>
  <Words>163</Words>
  <Application>Microsoft Office PowerPoint</Application>
  <PresentationFormat>Custom</PresentationFormat>
  <Paragraphs>26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776</cp:revision>
  <cp:lastPrinted>2020-02-28T13:07:06Z</cp:lastPrinted>
  <dcterms:created xsi:type="dcterms:W3CDTF">2019-08-22T09:52:59Z</dcterms:created>
  <dcterms:modified xsi:type="dcterms:W3CDTF">2025-05-06T08:49:39Z</dcterms:modified>
</cp:coreProperties>
</file>