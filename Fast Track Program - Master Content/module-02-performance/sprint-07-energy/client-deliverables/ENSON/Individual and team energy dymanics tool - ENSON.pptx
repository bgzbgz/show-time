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4" autoAdjust="0"/>
    <p:restoredTop sz="84231" autoAdjust="0"/>
  </p:normalViewPr>
  <p:slideViewPr>
    <p:cSldViewPr snapToGrid="0">
      <p:cViewPr>
        <p:scale>
          <a:sx n="141" d="100"/>
          <a:sy n="141" d="100"/>
        </p:scale>
        <p:origin x="3552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10/24/24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10/24/24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29B02DC-9DE9-F79A-C137-D099A22870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49371" cy="5313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10873</TotalTime>
  <Words>14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PF Square Sans Pro Light</vt:lpstr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768</cp:revision>
  <cp:lastPrinted>2020-02-28T13:07:06Z</cp:lastPrinted>
  <dcterms:created xsi:type="dcterms:W3CDTF">2019-08-22T09:52:59Z</dcterms:created>
  <dcterms:modified xsi:type="dcterms:W3CDTF">2024-10-24T13:11:42Z</dcterms:modified>
</cp:coreProperties>
</file>