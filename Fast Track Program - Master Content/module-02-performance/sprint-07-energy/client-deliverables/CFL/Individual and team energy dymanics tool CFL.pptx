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52EA5-995E-8110-D542-416A7840BD62}" v="14" dt="2025-04-29T11:47:51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4" autoAdjust="0"/>
    <p:restoredTop sz="84231" autoAdjust="0"/>
  </p:normalViewPr>
  <p:slideViewPr>
    <p:cSldViewPr snapToGrid="0">
      <p:cViewPr>
        <p:scale>
          <a:sx n="141" d="100"/>
          <a:sy n="141" d="100"/>
        </p:scale>
        <p:origin x="3552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d8163fcc-b7a2-4879-8dc8-6db2ed262757::" providerId="AD" clId="Web-{7BE52EA5-995E-8110-D542-416A7840BD62}"/>
    <pc:docChg chg="modSld">
      <pc:chgData name="Guest User" userId="S::urn:spo:tenantanon#d8163fcc-b7a2-4879-8dc8-6db2ed262757::" providerId="AD" clId="Web-{7BE52EA5-995E-8110-D542-416A7840BD62}" dt="2025-04-29T11:47:51.143" v="11"/>
      <pc:docMkLst>
        <pc:docMk/>
      </pc:docMkLst>
      <pc:sldChg chg="modSp">
        <pc:chgData name="Guest User" userId="S::urn:spo:tenantanon#d8163fcc-b7a2-4879-8dc8-6db2ed262757::" providerId="AD" clId="Web-{7BE52EA5-995E-8110-D542-416A7840BD62}" dt="2025-04-29T11:47:51.143" v="11"/>
        <pc:sldMkLst>
          <pc:docMk/>
          <pc:sldMk cId="2480704689" sldId="2579"/>
        </pc:sldMkLst>
        <pc:graphicFrameChg chg="mod modGraphic">
          <ac:chgData name="Guest User" userId="S::urn:spo:tenantanon#d8163fcc-b7a2-4879-8dc8-6db2ed262757::" providerId="AD" clId="Web-{7BE52EA5-995E-8110-D542-416A7840BD62}" dt="2025-04-29T11:47:51.143" v="11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tenantanon#d8163fcc-b7a2-4879-8dc8-6db2ed262757::" providerId="AD" clId="Web-{7BE52EA5-995E-8110-D542-416A7840BD62}" dt="2025-04-29T11:47:38.893" v="1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Guest User" userId="S::urn:spo:anon#96a7784550834c85752c1a348cacfaeb17494aa6caf96fbf08e3587fa2f39e68::" providerId="AD" clId="Web-{B6720914-C201-FFDB-CF91-0EDD329DDA03}"/>
    <pc:docChg chg="modSld">
      <pc:chgData name="Guest User" userId="S::urn:spo:anon#96a7784550834c85752c1a348cacfaeb17494aa6caf96fbf08e3587fa2f39e68::" providerId="AD" clId="Web-{B6720914-C201-FFDB-CF91-0EDD329DDA03}" dt="2025-04-27T12:44:49.688" v="15"/>
      <pc:docMkLst>
        <pc:docMk/>
      </pc:docMkLst>
      <pc:sldChg chg="modSp">
        <pc:chgData name="Guest User" userId="S::urn:spo:anon#96a7784550834c85752c1a348cacfaeb17494aa6caf96fbf08e3587fa2f39e68::" providerId="AD" clId="Web-{B6720914-C201-FFDB-CF91-0EDD329DDA03}" dt="2025-04-27T12:44:49.688" v="15"/>
        <pc:sldMkLst>
          <pc:docMk/>
          <pc:sldMk cId="2480704689" sldId="2579"/>
        </pc:sldMkLst>
        <pc:graphicFrameChg chg="mod modGraphic">
          <ac:chgData name="Guest User" userId="S::urn:spo:anon#96a7784550834c85752c1a348cacfaeb17494aa6caf96fbf08e3587fa2f39e68::" providerId="AD" clId="Web-{B6720914-C201-FFDB-CF91-0EDD329DDA03}" dt="2025-04-27T12:44:49.688" v="15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4/29/2025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29B02DC-9DE9-F79A-C137-D099A22870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49371" cy="5313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546070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78295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10873</TotalTime>
  <Words>14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775</cp:revision>
  <cp:lastPrinted>2020-02-28T13:07:06Z</cp:lastPrinted>
  <dcterms:created xsi:type="dcterms:W3CDTF">2019-08-22T09:52:59Z</dcterms:created>
  <dcterms:modified xsi:type="dcterms:W3CDTF">2025-04-29T16:29:38Z</dcterms:modified>
</cp:coreProperties>
</file>