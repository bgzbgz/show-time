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5"/>
  </p:notesMasterIdLst>
  <p:handoutMasterIdLst>
    <p:handoutMasterId r:id="rId6"/>
  </p:handoutMasterIdLst>
  <p:sldIdLst>
    <p:sldId id="2579" r:id="rId4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E99D25-35BA-1917-24E1-822938E6BB74}" v="1" dt="2025-05-13T12:51:49.4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84247" autoAdjust="0"/>
  </p:normalViewPr>
  <p:slideViewPr>
    <p:cSldViewPr snapToGrid="0">
      <p:cViewPr>
        <p:scale>
          <a:sx n="154" d="100"/>
          <a:sy n="154" d="100"/>
        </p:scale>
        <p:origin x="704" y="1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ena Karantagli" userId="S::elena@fasttrack-europe.com::4244063e-a01d-4737-9f82-5eb599706e2e" providerId="AD" clId="Web-{D9DF446C-F93A-CCE3-A9D1-BE95CC2F49A9}"/>
    <pc:docChg chg="delSld modSld">
      <pc:chgData name="Elena Karantagli" userId="S::elena@fasttrack-europe.com::4244063e-a01d-4737-9f82-5eb599706e2e" providerId="AD" clId="Web-{D9DF446C-F93A-CCE3-A9D1-BE95CC2F49A9}" dt="2025-04-25T10:21:21.196" v="4"/>
      <pc:docMkLst>
        <pc:docMk/>
      </pc:docMkLst>
      <pc:sldChg chg="addSp delSp modSp del">
        <pc:chgData name="Elena Karantagli" userId="S::elena@fasttrack-europe.com::4244063e-a01d-4737-9f82-5eb599706e2e" providerId="AD" clId="Web-{D9DF446C-F93A-CCE3-A9D1-BE95CC2F49A9}" dt="2025-04-25T10:21:21.196" v="4"/>
        <pc:sldMkLst>
          <pc:docMk/>
          <pc:sldMk cId="3672773253" sldId="2580"/>
        </pc:sldMkLst>
        <pc:spChg chg="add del mod">
          <ac:chgData name="Elena Karantagli" userId="S::elena@fasttrack-europe.com::4244063e-a01d-4737-9f82-5eb599706e2e" providerId="AD" clId="Web-{D9DF446C-F93A-CCE3-A9D1-BE95CC2F49A9}" dt="2025-04-25T10:21:05.445" v="3"/>
          <ac:spMkLst>
            <pc:docMk/>
            <pc:sldMk cId="3672773253" sldId="2580"/>
            <ac:spMk id="3" creationId="{B0C9B930-B60E-81AC-A2F8-A0EFE4D8C036}"/>
          </ac:spMkLst>
        </pc:spChg>
        <pc:spChg chg="del mod">
          <ac:chgData name="Elena Karantagli" userId="S::elena@fasttrack-europe.com::4244063e-a01d-4737-9f82-5eb599706e2e" providerId="AD" clId="Web-{D9DF446C-F93A-CCE3-A9D1-BE95CC2F49A9}" dt="2025-04-25T10:20:56.414" v="1"/>
          <ac:spMkLst>
            <pc:docMk/>
            <pc:sldMk cId="3672773253" sldId="2580"/>
            <ac:spMk id="5" creationId="{96B9C02F-72EF-AEC2-118E-6458357948F6}"/>
          </ac:spMkLst>
        </pc:spChg>
      </pc:sldChg>
    </pc:docChg>
  </pc:docChgLst>
  <pc:docChgLst>
    <pc:chgData name="Utilisateur invité" userId="S::urn:spo:tenantanon#d8163fcc-b7a2-4879-8dc8-6db2ed262757::" providerId="AD" clId="Web-{81E99D25-35BA-1917-24E1-822938E6BB74}"/>
    <pc:docChg chg="modSld">
      <pc:chgData name="Utilisateur invité" userId="S::urn:spo:tenantanon#d8163fcc-b7a2-4879-8dc8-6db2ed262757::" providerId="AD" clId="Web-{81E99D25-35BA-1917-24E1-822938E6BB74}" dt="2025-05-13T12:51:49.495" v="0"/>
      <pc:docMkLst>
        <pc:docMk/>
      </pc:docMkLst>
      <pc:sldChg chg="modSp">
        <pc:chgData name="Utilisateur invité" userId="S::urn:spo:tenantanon#d8163fcc-b7a2-4879-8dc8-6db2ed262757::" providerId="AD" clId="Web-{81E99D25-35BA-1917-24E1-822938E6BB74}" dt="2025-05-13T12:51:49.495" v="0"/>
        <pc:sldMkLst>
          <pc:docMk/>
          <pc:sldMk cId="2480704689" sldId="2579"/>
        </pc:sldMkLst>
        <pc:graphicFrameChg chg="modGraphic">
          <ac:chgData name="Utilisateur invité" userId="S::urn:spo:tenantanon#d8163fcc-b7a2-4879-8dc8-6db2ed262757::" providerId="AD" clId="Web-{81E99D25-35BA-1917-24E1-822938E6BB74}" dt="2025-05-13T12:51:49.495" v="0"/>
          <ac:graphicFrameMkLst>
            <pc:docMk/>
            <pc:sldMk cId="2480704689" sldId="2579"/>
            <ac:graphicFrameMk id="3" creationId="{4E7CF449-72C9-DE95-7C92-C80F86FE9E32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5/13/2025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‹N°›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5/13/2025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95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99D935-5D86-5BBC-DFB2-D1461E84A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126683"/>
              </p:ext>
            </p:extLst>
          </p:nvPr>
        </p:nvGraphicFramePr>
        <p:xfrm>
          <a:off x="202238" y="4540950"/>
          <a:ext cx="9707740" cy="2763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0716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1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638621-3CD4-CC58-8D03-0981D8DB759F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76642-D343-493C-F922-4F49C5932654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CF449-72C9-DE95-7C92-C80F86FE9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865727"/>
              </p:ext>
            </p:extLst>
          </p:nvPr>
        </p:nvGraphicFramePr>
        <p:xfrm>
          <a:off x="202238" y="691156"/>
          <a:ext cx="9707740" cy="36383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07740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Main conclusions from the individual analyses and team discussion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79473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420472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41280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10261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926AB7C-F747-7D73-C10D-47FAB6A953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43" b="11619"/>
          <a:stretch/>
        </p:blipFill>
        <p:spPr>
          <a:xfrm>
            <a:off x="71116" y="58188"/>
            <a:ext cx="7535028" cy="48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704689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10874</TotalTime>
  <Words>21</Words>
  <Application>Microsoft Office PowerPoint</Application>
  <PresentationFormat>Personnalisé</PresentationFormat>
  <Paragraphs>6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3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4_Custom Design</vt:lpstr>
      <vt:lpstr>5_Custom Design</vt:lpstr>
      <vt:lpstr>SOLIDS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774</cp:revision>
  <cp:lastPrinted>2020-02-28T13:07:06Z</cp:lastPrinted>
  <dcterms:created xsi:type="dcterms:W3CDTF">2019-08-22T09:52:59Z</dcterms:created>
  <dcterms:modified xsi:type="dcterms:W3CDTF">2025-05-13T12:51:49Z</dcterms:modified>
</cp:coreProperties>
</file>