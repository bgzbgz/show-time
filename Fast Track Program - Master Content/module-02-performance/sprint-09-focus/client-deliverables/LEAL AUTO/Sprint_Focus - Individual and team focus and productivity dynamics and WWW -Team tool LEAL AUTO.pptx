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579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233B"/>
    <a:srgbClr val="FFF469"/>
    <a:srgbClr val="717272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72B720-9B3D-5521-4B67-CBAD1EBD05BC}" v="231" dt="2025-05-15T17:48:08.0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84247" autoAdjust="0"/>
  </p:normalViewPr>
  <p:slideViewPr>
    <p:cSldViewPr snapToGrid="0">
      <p:cViewPr>
        <p:scale>
          <a:sx n="154" d="100"/>
          <a:sy n="154" d="100"/>
        </p:scale>
        <p:origin x="704" y="1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d8163fcc-b7a2-4879-8dc8-6db2ed262757::" providerId="AD" clId="Web-{2272B720-9B3D-5521-4B67-CBAD1EBD05BC}"/>
    <pc:docChg chg="modSld">
      <pc:chgData name="Guest User" userId="S::urn:spo:tenantanon#d8163fcc-b7a2-4879-8dc8-6db2ed262757::" providerId="AD" clId="Web-{2272B720-9B3D-5521-4B67-CBAD1EBD05BC}" dt="2025-05-15T17:48:06.319" v="199"/>
      <pc:docMkLst>
        <pc:docMk/>
      </pc:docMkLst>
      <pc:sldChg chg="addSp delSp modSp">
        <pc:chgData name="Guest User" userId="S::urn:spo:tenantanon#d8163fcc-b7a2-4879-8dc8-6db2ed262757::" providerId="AD" clId="Web-{2272B720-9B3D-5521-4B67-CBAD1EBD05BC}" dt="2025-05-15T17:48:06.319" v="199"/>
        <pc:sldMkLst>
          <pc:docMk/>
          <pc:sldMk cId="2480704689" sldId="2579"/>
        </pc:sldMkLst>
        <pc:graphicFrameChg chg="mod modGraphic">
          <ac:chgData name="Guest User" userId="S::urn:spo:tenantanon#d8163fcc-b7a2-4879-8dc8-6db2ed262757::" providerId="AD" clId="Web-{2272B720-9B3D-5521-4B67-CBAD1EBD05BC}" dt="2025-05-15T15:09:49.299" v="14"/>
          <ac:graphicFrameMkLst>
            <pc:docMk/>
            <pc:sldMk cId="2480704689" sldId="2579"/>
            <ac:graphicFrameMk id="3" creationId="{4E7CF449-72C9-DE95-7C92-C80F86FE9E32}"/>
          </ac:graphicFrameMkLst>
        </pc:graphicFrameChg>
        <pc:graphicFrameChg chg="add del mod">
          <ac:chgData name="Guest User" userId="S::urn:spo:tenantanon#d8163fcc-b7a2-4879-8dc8-6db2ed262757::" providerId="AD" clId="Web-{2272B720-9B3D-5521-4B67-CBAD1EBD05BC}" dt="2025-05-15T15:09:53.908" v="15"/>
          <ac:graphicFrameMkLst>
            <pc:docMk/>
            <pc:sldMk cId="2480704689" sldId="2579"/>
            <ac:graphicFrameMk id="4" creationId="{29795492-A52A-4ACB-E2E8-807C1EF5342D}"/>
          </ac:graphicFrameMkLst>
        </pc:graphicFrameChg>
        <pc:graphicFrameChg chg="mod modGraphic">
          <ac:chgData name="Guest User" userId="S::urn:spo:tenantanon#d8163fcc-b7a2-4879-8dc8-6db2ed262757::" providerId="AD" clId="Web-{2272B720-9B3D-5521-4B67-CBAD1EBD05BC}" dt="2025-05-15T17:48:06.319" v="199"/>
          <ac:graphicFrameMkLst>
            <pc:docMk/>
            <pc:sldMk cId="2480704689" sldId="2579"/>
            <ac:graphicFrameMk id="5" creationId="{6299D935-5D86-5BBC-DFB2-D1461E84A089}"/>
          </ac:graphicFrameMkLst>
        </pc:graphicFrameChg>
      </pc:sldChg>
    </pc:docChg>
  </pc:docChgLst>
  <pc:docChgLst>
    <pc:chgData name="Elena Karantagli" userId="S::elena@fasttrack-europe.com::4244063e-a01d-4737-9f82-5eb599706e2e" providerId="AD" clId="Web-{D9DF446C-F93A-CCE3-A9D1-BE95CC2F49A9}"/>
    <pc:docChg chg="delSld modSld">
      <pc:chgData name="Elena Karantagli" userId="S::elena@fasttrack-europe.com::4244063e-a01d-4737-9f82-5eb599706e2e" providerId="AD" clId="Web-{D9DF446C-F93A-CCE3-A9D1-BE95CC2F49A9}" dt="2025-04-25T10:21:21.196" v="4"/>
      <pc:docMkLst>
        <pc:docMk/>
      </pc:docMkLst>
      <pc:sldChg chg="addSp delSp modSp del">
        <pc:chgData name="Elena Karantagli" userId="S::elena@fasttrack-europe.com::4244063e-a01d-4737-9f82-5eb599706e2e" providerId="AD" clId="Web-{D9DF446C-F93A-CCE3-A9D1-BE95CC2F49A9}" dt="2025-04-25T10:21:21.196" v="4"/>
        <pc:sldMkLst>
          <pc:docMk/>
          <pc:sldMk cId="3672773253" sldId="2580"/>
        </pc:sldMkLst>
        <pc:spChg chg="add del mod">
          <ac:chgData name="Elena Karantagli" userId="S::elena@fasttrack-europe.com::4244063e-a01d-4737-9f82-5eb599706e2e" providerId="AD" clId="Web-{D9DF446C-F93A-CCE3-A9D1-BE95CC2F49A9}" dt="2025-04-25T10:21:05.445" v="3"/>
          <ac:spMkLst>
            <pc:docMk/>
            <pc:sldMk cId="3672773253" sldId="2580"/>
            <ac:spMk id="3" creationId="{B0C9B930-B60E-81AC-A2F8-A0EFE4D8C036}"/>
          </ac:spMkLst>
        </pc:spChg>
        <pc:spChg chg="del mod">
          <ac:chgData name="Elena Karantagli" userId="S::elena@fasttrack-europe.com::4244063e-a01d-4737-9f82-5eb599706e2e" providerId="AD" clId="Web-{D9DF446C-F93A-CCE3-A9D1-BE95CC2F49A9}" dt="2025-04-25T10:20:56.414" v="1"/>
          <ac:spMkLst>
            <pc:docMk/>
            <pc:sldMk cId="3672773253" sldId="2580"/>
            <ac:spMk id="5" creationId="{96B9C02F-72EF-AEC2-118E-6458357948F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5/15/2025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5/15/2025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907957"/>
              </p:ext>
            </p:extLst>
          </p:nvPr>
        </p:nvGraphicFramePr>
        <p:xfrm>
          <a:off x="202238" y="4414327"/>
          <a:ext cx="9707740" cy="29911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Use of AI to classify important emails. (Copilot)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rgbClr val="3D233B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Irfaan</a:t>
                      </a:r>
                      <a:endParaRPr lang="en-GB" sz="1200" b="0" i="0" u="none" strike="noStrike" dirty="0" err="1">
                        <a:solidFill>
                          <a:srgbClr val="3D233B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rgbClr val="3D233B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June 2025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Cool and not cool behaviours for sending email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rgbClr val="3D233B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Irvin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rgbClr val="3D233B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June 2025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 meeting guideline will be prepared by HR to set guidelines for meetings. 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Nominate a moderator during meeting.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rgbClr val="3D233B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Irvin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rgbClr val="3D233B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May 2025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Each member will set his golden hour and block his agenda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rgbClr val="3D233B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Irfaan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rgbClr val="3D233B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May 2025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Communication on abuse of personal phone policy during working hours. (marketing campaign about workplace discipline)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rgbClr val="3D233B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Florian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rgbClr val="3D233B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June 2025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rgbClr val="3D233B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rgbClr val="3D233B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887706"/>
              </p:ext>
            </p:extLst>
          </p:nvPr>
        </p:nvGraphicFramePr>
        <p:xfrm>
          <a:off x="202238" y="691156"/>
          <a:ext cx="9707740" cy="357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7740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Main conclusions from the individual analyses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Treatment of emails – Too many emails disruptions which do not necessarily requires intervention/Attention.</a:t>
                      </a:r>
                      <a:endParaRPr lang="en-GB" sz="1200" b="1" i="0" u="none" strike="noStrike" noProof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Meetings lacks consistency and people tend to deviate from objectives. 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Implement a morning focus ritual 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Golden hour to be implemented for manager as per their needs. 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Employees are distracted by their phone using social media. 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926AB7C-F747-7D73-C10D-47FAB6A953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43" b="11619"/>
          <a:stretch/>
        </p:blipFill>
        <p:spPr>
          <a:xfrm>
            <a:off x="71116" y="58188"/>
            <a:ext cx="7535028" cy="48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10874</TotalTime>
  <Words>21</Words>
  <Application>Microsoft Office PowerPoint</Application>
  <PresentationFormat>Custom</PresentationFormat>
  <Paragraphs>6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806</cp:revision>
  <cp:lastPrinted>2020-02-28T13:07:06Z</cp:lastPrinted>
  <dcterms:created xsi:type="dcterms:W3CDTF">2019-08-22T09:52:59Z</dcterms:created>
  <dcterms:modified xsi:type="dcterms:W3CDTF">2025-05-15T17:48:10Z</dcterms:modified>
</cp:coreProperties>
</file>