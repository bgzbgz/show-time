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579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DBE111-82B8-0FBC-6208-AB1380FF9F31}" v="1" dt="2025-04-03T13:23:51.0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84247" autoAdjust="0"/>
  </p:normalViewPr>
  <p:slideViewPr>
    <p:cSldViewPr snapToGrid="0">
      <p:cViewPr>
        <p:scale>
          <a:sx n="154" d="100"/>
          <a:sy n="154" d="100"/>
        </p:scale>
        <p:origin x="704" y="1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ena Karantagli" userId="S::elena@fasttrack-europe.com::4244063e-a01d-4737-9f82-5eb599706e2e" providerId="AD" clId="Web-{59DBE111-82B8-0FBC-6208-AB1380FF9F31}"/>
    <pc:docChg chg="delSld">
      <pc:chgData name="Elena Karantagli" userId="S::elena@fasttrack-europe.com::4244063e-a01d-4737-9f82-5eb599706e2e" providerId="AD" clId="Web-{59DBE111-82B8-0FBC-6208-AB1380FF9F31}" dt="2025-04-03T13:23:51.065" v="0"/>
      <pc:docMkLst>
        <pc:docMk/>
      </pc:docMkLst>
      <pc:sldChg chg="del">
        <pc:chgData name="Elena Karantagli" userId="S::elena@fasttrack-europe.com::4244063e-a01d-4737-9f82-5eb599706e2e" providerId="AD" clId="Web-{59DBE111-82B8-0FBC-6208-AB1380FF9F31}" dt="2025-04-03T13:23:51.065" v="0"/>
        <pc:sldMkLst>
          <pc:docMk/>
          <pc:sldMk cId="3672773253" sldId="258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4/3/2025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4/3/2025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126683"/>
              </p:ext>
            </p:extLst>
          </p:nvPr>
        </p:nvGraphicFramePr>
        <p:xfrm>
          <a:off x="202238" y="4540950"/>
          <a:ext cx="9707740" cy="2763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317310"/>
              </p:ext>
            </p:extLst>
          </p:nvPr>
        </p:nvGraphicFramePr>
        <p:xfrm>
          <a:off x="202238" y="691156"/>
          <a:ext cx="9707740" cy="357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7740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analyses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926AB7C-F747-7D73-C10D-47FAB6A953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43" b="11619"/>
          <a:stretch/>
        </p:blipFill>
        <p:spPr>
          <a:xfrm>
            <a:off x="71116" y="58188"/>
            <a:ext cx="7535028" cy="48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10874</TotalTime>
  <Words>21</Words>
  <Application>Microsoft Office PowerPoint</Application>
  <PresentationFormat>Custom</PresentationFormat>
  <Paragraphs>6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770</cp:revision>
  <cp:lastPrinted>2020-02-28T13:07:06Z</cp:lastPrinted>
  <dcterms:created xsi:type="dcterms:W3CDTF">2019-08-22T09:52:59Z</dcterms:created>
  <dcterms:modified xsi:type="dcterms:W3CDTF">2025-04-03T13:23:51Z</dcterms:modified>
</cp:coreProperties>
</file>