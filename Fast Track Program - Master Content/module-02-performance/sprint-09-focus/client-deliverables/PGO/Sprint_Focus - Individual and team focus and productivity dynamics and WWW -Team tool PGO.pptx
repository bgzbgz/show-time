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6"/>
  </p:notesMasterIdLst>
  <p:handoutMasterIdLst>
    <p:handoutMasterId r:id="rId7"/>
  </p:handoutMasterIdLst>
  <p:sldIdLst>
    <p:sldId id="2579" r:id="rId4"/>
    <p:sldId id="2580" r:id="rId5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CB9816-3EBA-FC88-AE0D-E3862A8275E8}" v="2" dt="2025-07-04T10:33:49.8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76" autoAdjust="0"/>
    <p:restoredTop sz="84247" autoAdjust="0"/>
  </p:normalViewPr>
  <p:slideViewPr>
    <p:cSldViewPr snapToGrid="0">
      <p:cViewPr>
        <p:scale>
          <a:sx n="154" d="100"/>
          <a:sy n="154" d="100"/>
        </p:scale>
        <p:origin x="704" y="1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2226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6/11/relationships/changesInfo" Target="changesInfos/changesInfo1.xml"/><Relationship Id="rId3" Type="http://schemas.openxmlformats.org/officeDocument/2006/relationships/slideMaster" Target="slideMasters/slideMaster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2.xml"/><Relationship Id="rId1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il Karasanov" userId="S::vasil@fasttrack-europe.com::9820e8e7-1f0c-411b-84da-06353bc0e57b" providerId="AD" clId="Web-{B0CB9816-3EBA-FC88-AE0D-E3862A8275E8}"/>
    <pc:docChg chg="modSld">
      <pc:chgData name="Vasil Karasanov" userId="S::vasil@fasttrack-europe.com::9820e8e7-1f0c-411b-84da-06353bc0e57b" providerId="AD" clId="Web-{B0CB9816-3EBA-FC88-AE0D-E3862A8275E8}" dt="2025-07-04T10:33:49.839" v="1" actId="1076"/>
      <pc:docMkLst>
        <pc:docMk/>
      </pc:docMkLst>
      <pc:sldChg chg="modSp">
        <pc:chgData name="Vasil Karasanov" userId="S::vasil@fasttrack-europe.com::9820e8e7-1f0c-411b-84da-06353bc0e57b" providerId="AD" clId="Web-{B0CB9816-3EBA-FC88-AE0D-E3862A8275E8}" dt="2025-07-04T10:33:49.839" v="1" actId="1076"/>
        <pc:sldMkLst>
          <pc:docMk/>
          <pc:sldMk cId="3672773253" sldId="2580"/>
        </pc:sldMkLst>
        <pc:picChg chg="mod">
          <ac:chgData name="Vasil Karasanov" userId="S::vasil@fasttrack-europe.com::9820e8e7-1f0c-411b-84da-06353bc0e57b" providerId="AD" clId="Web-{B0CB9816-3EBA-FC88-AE0D-E3862A8275E8}" dt="2025-07-04T10:33:49.839" v="1" actId="1076"/>
          <ac:picMkLst>
            <pc:docMk/>
            <pc:sldMk cId="3672773253" sldId="2580"/>
            <ac:picMk id="14" creationId="{CEF0B5FF-9776-086E-A39D-C3B59CEBD31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7/4/2025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7/4/2025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952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99D935-5D86-5BBC-DFB2-D1461E84A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1126683"/>
              </p:ext>
            </p:extLst>
          </p:nvPr>
        </p:nvGraphicFramePr>
        <p:xfrm>
          <a:off x="202238" y="4540950"/>
          <a:ext cx="9707740" cy="27630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70716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  <a:gridCol w="1585913">
                  <a:extLst>
                    <a:ext uri="{9D8B030D-6E8A-4147-A177-3AD203B41FA5}">
                      <a16:colId xmlns:a16="http://schemas.microsoft.com/office/drawing/2014/main" val="3691210030"/>
                    </a:ext>
                  </a:extLst>
                </a:gridCol>
                <a:gridCol w="1351111">
                  <a:extLst>
                    <a:ext uri="{9D8B030D-6E8A-4147-A177-3AD203B41FA5}">
                      <a16:colId xmlns:a16="http://schemas.microsoft.com/office/drawing/2014/main" val="14683607"/>
                    </a:ext>
                  </a:extLst>
                </a:gridCol>
              </a:tblGrid>
              <a:tr h="360974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Improvement ideas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Who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When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43152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C638621-3CD4-CC58-8D03-0981D8DB759F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1493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8A76642-D343-493C-F922-4F49C5932654}"/>
              </a:ext>
            </a:extLst>
          </p:cNvPr>
          <p:cNvCxnSpPr>
            <a:cxnSpLocks/>
          </p:cNvCxnSpPr>
          <p:nvPr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7CF449-72C9-DE95-7C92-C80F86FE9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1317310"/>
              </p:ext>
            </p:extLst>
          </p:nvPr>
        </p:nvGraphicFramePr>
        <p:xfrm>
          <a:off x="202238" y="691156"/>
          <a:ext cx="9707740" cy="357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07740">
                  <a:extLst>
                    <a:ext uri="{9D8B030D-6E8A-4147-A177-3AD203B41FA5}">
                      <a16:colId xmlns:a16="http://schemas.microsoft.com/office/drawing/2014/main" val="1435361538"/>
                    </a:ext>
                  </a:extLst>
                </a:gridCol>
              </a:tblGrid>
              <a:tr h="389650">
                <a:tc>
                  <a:txBody>
                    <a:bodyPr/>
                    <a:lstStyle/>
                    <a:p>
                      <a:pPr marL="0" marR="0" lvl="0" indent="0" algn="l" defTabSz="91376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</a:rPr>
                        <a:t>Main conclusions from the individual analyses and team discussion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369705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01036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407893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860994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802888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4910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529971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0201845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420472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412808"/>
                  </a:ext>
                </a:extLst>
              </a:tr>
              <a:tr h="318805">
                <a:tc>
                  <a:txBody>
                    <a:bodyPr/>
                    <a:lstStyle/>
                    <a:p>
                      <a:pPr algn="l" fontAlgn="t"/>
                      <a:endParaRPr lang="en-GB" sz="12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Riforma LL" panose="020B0504020101020102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110261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926AB7C-F747-7D73-C10D-47FAB6A9535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43" b="11619"/>
          <a:stretch/>
        </p:blipFill>
        <p:spPr>
          <a:xfrm>
            <a:off x="71116" y="58188"/>
            <a:ext cx="7535028" cy="481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704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EF0B5FF-9776-086E-A39D-C3B59CEBD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6" y="-76801"/>
            <a:ext cx="7535028" cy="697889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6A0A600-7063-DB75-7589-CF57071B4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C0C536D-409D-5EA5-4E51-46795ADAF4B1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3D6C66-5282-671C-02F0-7970C444B07B}"/>
              </a:ext>
            </a:extLst>
          </p:cNvPr>
          <p:cNvSpPr>
            <a:spLocks noGrp="1"/>
          </p:cNvSpPr>
          <p:nvPr>
            <p:ph type="body" sz="half" idx="12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B9C02F-72EF-AEC2-118E-64583579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40" y="211686"/>
            <a:ext cx="9664560" cy="401639"/>
          </a:xfrm>
        </p:spPr>
        <p:txBody>
          <a:bodyPr/>
          <a:lstStyle/>
          <a:p>
            <a:r>
              <a:rPr lang="en-GB" sz="3200" b="0" dirty="0">
                <a:latin typeface="Plaak 3 Trial Regular" panose="02000000000000000000" pitchFamily="2" charset="0"/>
              </a:rPr>
              <a:t>Individual and team focus and productivity dynamics</a:t>
            </a:r>
            <a:endParaRPr lang="en-BG" sz="3200" b="0" dirty="0">
              <a:latin typeface="Plaak 3 Trial Regular" panose="02000000000000000000" pitchFamily="2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7A2DA79-8C2C-1A9D-CF6B-5B6A946E25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G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B7939BF-EB18-1200-17C8-96F0BB7736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672773253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10874</TotalTime>
  <Words>21</Words>
  <Application>Microsoft Office PowerPoint</Application>
  <PresentationFormat>Custom</PresentationFormat>
  <Paragraphs>6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4_Custom Design</vt:lpstr>
      <vt:lpstr>5_Custom Design</vt:lpstr>
      <vt:lpstr>SOLIDS</vt:lpstr>
      <vt:lpstr>PowerPoint Presentation</vt:lpstr>
      <vt:lpstr>Individual and team focus and productivity dynamics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lastModifiedBy>Nikol Nankova</cp:lastModifiedBy>
  <cp:revision>771</cp:revision>
  <cp:lastPrinted>2020-02-28T13:07:06Z</cp:lastPrinted>
  <dcterms:created xsi:type="dcterms:W3CDTF">2019-08-22T09:52:59Z</dcterms:created>
  <dcterms:modified xsi:type="dcterms:W3CDTF">2025-07-04T10:33:58Z</dcterms:modified>
</cp:coreProperties>
</file>