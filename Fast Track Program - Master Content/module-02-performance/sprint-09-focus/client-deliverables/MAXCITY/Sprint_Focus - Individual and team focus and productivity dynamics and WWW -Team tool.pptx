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7" r:id="rId1"/>
    <p:sldMasterId id="2147484485" r:id="rId2"/>
    <p:sldMasterId id="2147484487" r:id="rId3"/>
  </p:sldMasterIdLst>
  <p:notesMasterIdLst>
    <p:notesMasterId r:id="rId6"/>
  </p:notesMasterIdLst>
  <p:handoutMasterIdLst>
    <p:handoutMasterId r:id="rId7"/>
  </p:handoutMasterIdLst>
  <p:sldIdLst>
    <p:sldId id="2579" r:id="rId4"/>
    <p:sldId id="2580" r:id="rId5"/>
  </p:sldIdLst>
  <p:sldSz cx="10688638" cy="7562850"/>
  <p:notesSz cx="6954838" cy="92408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tanas" initials="AY" lastIdx="1" clrIdx="0">
    <p:extLst>
      <p:ext uri="{19B8F6BF-5375-455C-9EA6-DF929625EA0E}">
        <p15:presenceInfo xmlns:p15="http://schemas.microsoft.com/office/powerpoint/2012/main" userId="Atana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469"/>
    <a:srgbClr val="717272"/>
    <a:srgbClr val="3D233B"/>
    <a:srgbClr val="B2B2B2"/>
    <a:srgbClr val="FCC100"/>
    <a:srgbClr val="0D3272"/>
    <a:srgbClr val="B46F59"/>
    <a:srgbClr val="0F85CE"/>
    <a:srgbClr val="EEEDEE"/>
    <a:srgbClr val="89B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76" autoAdjust="0"/>
    <p:restoredTop sz="84247" autoAdjust="0"/>
  </p:normalViewPr>
  <p:slideViewPr>
    <p:cSldViewPr snapToGrid="0">
      <p:cViewPr>
        <p:scale>
          <a:sx n="154" d="100"/>
          <a:sy n="154" d="100"/>
        </p:scale>
        <p:origin x="704" y="1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226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6/11/relationships/changesInfo" Target="changesInfos/changesInfo1.xml"/><Relationship Id="rId3" Type="http://schemas.openxmlformats.org/officeDocument/2006/relationships/slideMaster" Target="slideMasters/slideMaster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anon#29c396bec5034f53ae97fb0c4b1e82d05350d04e5d991642938ff46ebccfec46::" providerId="AD" clId="Web-{E47F4147-1BEA-FDA7-DDBD-C82F50C2DF52}"/>
    <pc:docChg chg="modSld">
      <pc:chgData name="Guest User" userId="S::urn:spo:anon#29c396bec5034f53ae97fb0c4b1e82d05350d04e5d991642938ff46ebccfec46::" providerId="AD" clId="Web-{E47F4147-1BEA-FDA7-DDBD-C82F50C2DF52}" dt="2025-02-13T17:24:25.979" v="0" actId="1076"/>
      <pc:docMkLst>
        <pc:docMk/>
      </pc:docMkLst>
      <pc:sldChg chg="modSp">
        <pc:chgData name="Guest User" userId="S::urn:spo:anon#29c396bec5034f53ae97fb0c4b1e82d05350d04e5d991642938ff46ebccfec46::" providerId="AD" clId="Web-{E47F4147-1BEA-FDA7-DDBD-C82F50C2DF52}" dt="2025-02-13T17:24:25.979" v="0" actId="1076"/>
        <pc:sldMkLst>
          <pc:docMk/>
          <pc:sldMk cId="3672773253" sldId="2580"/>
        </pc:sldMkLst>
        <pc:spChg chg="mod">
          <ac:chgData name="Guest User" userId="S::urn:spo:anon#29c396bec5034f53ae97fb0c4b1e82d05350d04e5d991642938ff46ebccfec46::" providerId="AD" clId="Web-{E47F4147-1BEA-FDA7-DDBD-C82F50C2DF52}" dt="2025-02-13T17:24:25.979" v="0" actId="1076"/>
          <ac:spMkLst>
            <pc:docMk/>
            <pc:sldMk cId="3672773253" sldId="2580"/>
            <ac:spMk id="5" creationId="{96B9C02F-72EF-AEC2-118E-6458357948F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/>
            </a:lvl1pPr>
          </a:lstStyle>
          <a:p>
            <a:pPr>
              <a:defRPr/>
            </a:pPr>
            <a:fld id="{96457D4A-3A70-4343-9758-775435F7A22E}" type="datetimeFigureOut">
              <a:rPr lang="en-US">
                <a:latin typeface="Arial" panose="020B0604020202020204" pitchFamily="34" charset="0"/>
              </a:rPr>
              <a:pPr>
                <a:defRPr/>
              </a:pPr>
              <a:t>2/22/2025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/>
            </a:lvl1pPr>
          </a:lstStyle>
          <a:p>
            <a:pPr>
              <a:defRPr/>
            </a:pPr>
            <a:fld id="{C8683F37-8904-4846-9242-6A858545E9E1}" type="slidenum">
              <a:rPr lang="en-US"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54FBBB8-96E2-494F-B716-7974840A6007}" type="datetimeFigureOut">
              <a:rPr lang="en-US" smtClean="0"/>
              <a:pPr>
                <a:defRPr/>
              </a:pPr>
              <a:t>2/22/2025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74763" y="1155700"/>
            <a:ext cx="4405312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546" tIns="46273" rIns="92546" bIns="4627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47153"/>
            <a:ext cx="5563870" cy="3638580"/>
          </a:xfrm>
          <a:prstGeom prst="rect">
            <a:avLst/>
          </a:prstGeom>
        </p:spPr>
        <p:txBody>
          <a:bodyPr vert="horz" lIns="92546" tIns="46273" rIns="92546" bIns="46273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1F6A1A1-8B93-49C9-AFC7-D0DF50B7520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7952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1_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08A13D0-3BCD-4BB0-BBD9-82A143453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B23B763-A5C1-42F2-8C36-991BE4392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6413361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D492883-CEFA-48D9-82FE-FFF05D50C1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60B517C-D02E-418D-9BBC-9C696114B9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3136651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05F26-4D64-48C5-91DE-316421CEF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AA9396D-D545-40BB-A96E-15D1D00FE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0ED9B7-58AC-4043-9142-FF3240533DDC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785E554-45BF-45C0-BE18-09DC5042AD0A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87CAF4F-2976-42B9-9211-872B42921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40" y="211686"/>
            <a:ext cx="9664560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BBF17B5-7E65-4AD3-8DEB-7B67AC5D8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F716833-C3B9-451E-AEEC-00810D952D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09AF21-1D01-4A78-848B-3D56CF13DD49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81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1_Column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C419244-6A72-468C-BE04-2F16A87D3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C6C8BBF-37E2-4AD1-B2B9-E44C74F8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9523522C-9005-410B-AF7F-A8B2A7F24D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53CB7819-CA7C-4E96-8FED-04E6770D48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540665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3_Columns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5CFEAE5-2C79-483A-9F2A-7CA1F7998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5EBA1EA9-A8DC-4D3F-B15C-D3F14A5BE72F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7F7E3D7-9398-4897-B295-EFECEEA7B4AC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1E188E1-B49E-4206-8810-90976EF46C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FFC5C64-34AC-45B4-82C3-D38A6DD8F9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32105DB-B08C-473C-9085-4569BB1943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2B4FC65-313B-4904-9E70-D2F504FE30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26847E-2609-4D88-8E24-E1A3AC0B1CD7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188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1CE943E-6192-4416-9391-8750CC83F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3C5F3F-A020-4B73-8BCB-81BBC801C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CA05F99-4213-4A1B-80EF-6865BAEB6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0611D512-228A-4A7A-BAEE-2E359F63F5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65894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07D3AB2-BCE1-480F-9B30-FEEC092EE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CD35721-3F94-4497-A9CF-05F4CE92CBD7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0A2E42A9-BAF3-4ACF-B65B-7312185AF307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E86ADE4-0FED-4737-A21C-43DD7E116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B670390E-C295-409C-9125-4F0E458152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DDF8C45D-78F4-4204-9E51-5D7A5C47D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EB0BA1-BF1E-4A77-BEFB-EB78C0DEC3A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5D4724-2CB4-4AFF-8DD9-64B236206E9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96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386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04472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780CF0-BF2E-40B4-BEED-FD5E71A80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3BA56B-7C0E-4B20-9289-03EB1A535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ECEB2386-34D3-4552-844E-0436D69143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675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064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9815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3923B3-00BE-4E8D-9E38-6B2A4C67CE11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2A36A96-9814-4886-AB9D-FADB7A8ADE6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C544D797-E0FF-4B76-B599-4C8F8DFD1D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6" y="180978"/>
            <a:ext cx="720183" cy="29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685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1194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19B31-4871-4EFE-8DF2-35AA8563A755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40000"/>
            <a:ext cx="1014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07B7B6-C623-4615-80FF-40DAB454DA0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1"/>
            <a:ext cx="0" cy="7562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EB7827E-DBA0-4429-998C-31F1FE0D3DE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20" y="180975"/>
            <a:ext cx="257218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18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8" r:id="rId1"/>
    <p:sldLayoutId id="2147484479" r:id="rId2"/>
    <p:sldLayoutId id="2147484480" r:id="rId3"/>
    <p:sldLayoutId id="2147484481" r:id="rId4"/>
    <p:sldLayoutId id="2147484482" r:id="rId5"/>
    <p:sldLayoutId id="2147484483" r:id="rId6"/>
    <p:sldLayoutId id="2147484484" r:id="rId7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2">
          <p15:clr>
            <a:srgbClr val="F26B43"/>
          </p15:clr>
        </p15:guide>
        <p15:guide id="2" pos="558">
          <p15:clr>
            <a:srgbClr val="F26B43"/>
          </p15:clr>
        </p15:guide>
        <p15:guide id="3" pos="6623">
          <p15:clr>
            <a:srgbClr val="F26B43"/>
          </p15:clr>
        </p15:guide>
        <p15:guide id="4" pos="112">
          <p15:clr>
            <a:srgbClr val="F26B43"/>
          </p15:clr>
        </p15:guide>
        <p15:guide id="5" pos="629">
          <p15:clr>
            <a:srgbClr val="F26B43"/>
          </p15:clr>
        </p15:guide>
        <p15:guide id="6" pos="1080">
          <p15:clr>
            <a:srgbClr val="F26B43"/>
          </p15:clr>
        </p15:guide>
        <p15:guide id="7" pos="1148">
          <p15:clr>
            <a:srgbClr val="F26B43"/>
          </p15:clr>
        </p15:guide>
        <p15:guide id="8" pos="1599">
          <p15:clr>
            <a:srgbClr val="F26B43"/>
          </p15:clr>
        </p15:guide>
        <p15:guide id="9" pos="1667">
          <p15:clr>
            <a:srgbClr val="F26B43"/>
          </p15:clr>
        </p15:guide>
        <p15:guide id="10" pos="2122">
          <p15:clr>
            <a:srgbClr val="F26B43"/>
          </p15:clr>
        </p15:guide>
        <p15:guide id="11" pos="2188">
          <p15:clr>
            <a:srgbClr val="F26B43"/>
          </p15:clr>
        </p15:guide>
        <p15:guide id="12" pos="2709">
          <p15:clr>
            <a:srgbClr val="F26B43"/>
          </p15:clr>
        </p15:guide>
        <p15:guide id="13" pos="2640">
          <p15:clr>
            <a:srgbClr val="F26B43"/>
          </p15:clr>
        </p15:guide>
        <p15:guide id="14" pos="3160">
          <p15:clr>
            <a:srgbClr val="F26B43"/>
          </p15:clr>
        </p15:guide>
        <p15:guide id="15" pos="3228">
          <p15:clr>
            <a:srgbClr val="F26B43"/>
          </p15:clr>
        </p15:guide>
        <p15:guide id="16" pos="3681">
          <p15:clr>
            <a:srgbClr val="F26B43"/>
          </p15:clr>
        </p15:guide>
        <p15:guide id="17" pos="3747">
          <p15:clr>
            <a:srgbClr val="F26B43"/>
          </p15:clr>
        </p15:guide>
        <p15:guide id="18" pos="4200">
          <p15:clr>
            <a:srgbClr val="F26B43"/>
          </p15:clr>
        </p15:guide>
        <p15:guide id="19" pos="4267">
          <p15:clr>
            <a:srgbClr val="F26B43"/>
          </p15:clr>
        </p15:guide>
        <p15:guide id="20" pos="4720">
          <p15:clr>
            <a:srgbClr val="F26B43"/>
          </p15:clr>
        </p15:guide>
        <p15:guide id="21" pos="4789">
          <p15:clr>
            <a:srgbClr val="F26B43"/>
          </p15:clr>
        </p15:guide>
        <p15:guide id="22" pos="5240">
          <p15:clr>
            <a:srgbClr val="F26B43"/>
          </p15:clr>
        </p15:guide>
        <p15:guide id="23" pos="5308">
          <p15:clr>
            <a:srgbClr val="F26B43"/>
          </p15:clr>
        </p15:guide>
        <p15:guide id="24" pos="5761">
          <p15:clr>
            <a:srgbClr val="F26B43"/>
          </p15:clr>
        </p15:guide>
        <p15:guide id="25" pos="5830">
          <p15:clr>
            <a:srgbClr val="F26B43"/>
          </p15:clr>
        </p15:guide>
        <p15:guide id="26" pos="2154">
          <p15:clr>
            <a:srgbClr val="F26B43"/>
          </p15:clr>
        </p15:guide>
        <p15:guide id="27" pos="4233">
          <p15:clr>
            <a:srgbClr val="F26B43"/>
          </p15:clr>
        </p15:guide>
        <p15:guide id="28" orient="horz" pos="2515">
          <p15:clr>
            <a:srgbClr val="F26B43"/>
          </p15:clr>
        </p15:guide>
        <p15:guide id="30" orient="horz" pos="113" userDrawn="1">
          <p15:clr>
            <a:srgbClr val="F26B43"/>
          </p15:clr>
        </p15:guide>
        <p15:guide id="31" orient="horz" pos="4648">
          <p15:clr>
            <a:srgbClr val="F26B43"/>
          </p15:clr>
        </p15:guide>
        <p15:guide id="32" pos="6282">
          <p15:clr>
            <a:srgbClr val="F26B43"/>
          </p15:clr>
        </p15:guide>
        <p15:guide id="33" orient="horz" pos="2549">
          <p15:clr>
            <a:srgbClr val="F26B43"/>
          </p15:clr>
        </p15:guide>
        <p15:guide id="34" orient="horz" pos="171" userDrawn="1">
          <p15:clr>
            <a:srgbClr val="F26B43"/>
          </p15:clr>
        </p15:guide>
        <p15:guide id="35" orient="horz" pos="250" userDrawn="1">
          <p15:clr>
            <a:srgbClr val="F26B43"/>
          </p15:clr>
        </p15:guide>
        <p15:guide id="36" orient="horz" pos="3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884B5F-D4D6-48A4-A902-0EB670CA201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C769BA-B1FD-442A-ADCF-17897CEAADF0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DC5CF2D2-0F1A-4C0F-BDD7-47F4297345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4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86" r:id="rId1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6582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4488" r:id="rId2"/>
    <p:sldLayoutId id="2147483649" r:id="rId3"/>
    <p:sldLayoutId id="2147484489" r:id="rId4"/>
    <p:sldLayoutId id="214748449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299D935-5D86-5BBC-DFB2-D1461E84A0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1126683"/>
              </p:ext>
            </p:extLst>
          </p:nvPr>
        </p:nvGraphicFramePr>
        <p:xfrm>
          <a:off x="202238" y="4540950"/>
          <a:ext cx="9707740" cy="27630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70716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  <a:gridCol w="1585913">
                  <a:extLst>
                    <a:ext uri="{9D8B030D-6E8A-4147-A177-3AD203B41FA5}">
                      <a16:colId xmlns:a16="http://schemas.microsoft.com/office/drawing/2014/main" val="3691210030"/>
                    </a:ext>
                  </a:extLst>
                </a:gridCol>
                <a:gridCol w="1351111">
                  <a:extLst>
                    <a:ext uri="{9D8B030D-6E8A-4147-A177-3AD203B41FA5}">
                      <a16:colId xmlns:a16="http://schemas.microsoft.com/office/drawing/2014/main" val="14683607"/>
                    </a:ext>
                  </a:extLst>
                </a:gridCol>
              </a:tblGrid>
              <a:tr h="360974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Improvement ideas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Who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When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C638621-3CD4-CC58-8D03-0981D8DB759F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1493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8A76642-D343-493C-F922-4F49C5932654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E7CF449-72C9-DE95-7C92-C80F86FE9E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1317310"/>
              </p:ext>
            </p:extLst>
          </p:nvPr>
        </p:nvGraphicFramePr>
        <p:xfrm>
          <a:off x="202238" y="691156"/>
          <a:ext cx="9707740" cy="3577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07740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</a:tblGrid>
              <a:tr h="389650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Main conclusions from the individual analyses and team discussion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420472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41280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10261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926AB7C-F747-7D73-C10D-47FAB6A953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43" b="11619"/>
          <a:stretch/>
        </p:blipFill>
        <p:spPr>
          <a:xfrm>
            <a:off x="71116" y="58188"/>
            <a:ext cx="7535028" cy="481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704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EF0B5FF-9776-086E-A39D-C3B59CEBD3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16" y="-76801"/>
            <a:ext cx="7535028" cy="697889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6A0A600-7063-DB75-7589-CF57071B491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C0C536D-409D-5EA5-4E51-46795ADAF4B1}"/>
              </a:ext>
            </a:extLst>
          </p:cNvPr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93D6C66-5282-671C-02F0-7970C444B07B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6B9C02F-72EF-AEC2-118E-645835794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4082" y="1684445"/>
            <a:ext cx="9664560" cy="401639"/>
          </a:xfrm>
        </p:spPr>
        <p:txBody>
          <a:bodyPr/>
          <a:lstStyle/>
          <a:p>
            <a:r>
              <a:rPr lang="en-GB" sz="3200" b="0" dirty="0">
                <a:latin typeface="Plaak 3 Trial Regular" panose="02000000000000000000" pitchFamily="2" charset="0"/>
              </a:rPr>
              <a:t>Individual and team focus and productivity dynamics</a:t>
            </a:r>
            <a:endParaRPr lang="en-BG" sz="3200" b="0" dirty="0">
              <a:latin typeface="Plaak 3 Trial Regular" panose="02000000000000000000" pitchFamily="2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7A2DA79-8C2C-1A9D-CF6B-5B6A946E25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B7939BF-EB18-1200-17C8-96F0BB7736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672773253"/>
      </p:ext>
    </p:extLst>
  </p:cSld>
  <p:clrMapOvr>
    <a:masterClrMapping/>
  </p:clrMapOvr>
</p:sld>
</file>

<file path=ppt/theme/theme1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OLID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10874</TotalTime>
  <Words>21</Words>
  <Application>Microsoft Office PowerPoint</Application>
  <PresentationFormat>Custom</PresentationFormat>
  <Paragraphs>6</Paragraphs>
  <Slides>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4_Custom Design</vt:lpstr>
      <vt:lpstr>5_Custom Design</vt:lpstr>
      <vt:lpstr>SOLIDS</vt:lpstr>
      <vt:lpstr>PowerPoint Presentation</vt:lpstr>
      <vt:lpstr>Individual and team focus and productivity dynamics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identity</dc:title>
  <dc:creator>Miroslav</dc:creator>
  <cp:lastModifiedBy>Nikol Nankova</cp:lastModifiedBy>
  <cp:revision>771</cp:revision>
  <cp:lastPrinted>2020-02-28T13:07:06Z</cp:lastPrinted>
  <dcterms:created xsi:type="dcterms:W3CDTF">2019-08-22T09:52:59Z</dcterms:created>
  <dcterms:modified xsi:type="dcterms:W3CDTF">2025-02-22T11:05:46Z</dcterms:modified>
</cp:coreProperties>
</file>