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 autoAdjust="0"/>
    <p:restoredTop sz="84247" autoAdjust="0"/>
  </p:normalViewPr>
  <p:slideViewPr>
    <p:cSldViewPr snapToGrid="0">
      <p:cViewPr varScale="1">
        <p:scale>
          <a:sx n="92" d="100"/>
          <a:sy n="92" d="100"/>
        </p:scale>
        <p:origin x="245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12/6/24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12/6/24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893881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/action points</a:t>
                      </a:r>
                      <a:endParaRPr lang="en-US" sz="1600" b="0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0220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priorities breakdown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10870</TotalTime>
  <Words>18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PF Square Sans Pro Light</vt:lpstr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769</cp:revision>
  <cp:lastPrinted>2020-02-28T13:07:06Z</cp:lastPrinted>
  <dcterms:created xsi:type="dcterms:W3CDTF">2019-08-22T09:52:59Z</dcterms:created>
  <dcterms:modified xsi:type="dcterms:W3CDTF">2024-12-06T13:33:57Z</dcterms:modified>
</cp:coreProperties>
</file>