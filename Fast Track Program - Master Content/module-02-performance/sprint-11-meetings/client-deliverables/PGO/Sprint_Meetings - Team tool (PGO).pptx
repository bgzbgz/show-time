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5"/>
  </p:notesMasterIdLst>
  <p:handoutMasterIdLst>
    <p:handoutMasterId r:id="rId6"/>
  </p:handoutMasterIdLst>
  <p:sldIdLst>
    <p:sldId id="2579" r:id="rId4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1" autoAdjust="0"/>
    <p:restoredTop sz="84247" autoAdjust="0"/>
  </p:normalViewPr>
  <p:slideViewPr>
    <p:cSldViewPr snapToGrid="0">
      <p:cViewPr varScale="1">
        <p:scale>
          <a:sx n="92" d="100"/>
          <a:sy n="92" d="100"/>
        </p:scale>
        <p:origin x="2456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1/14/2025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1/14/2025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95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99D935-5D86-5BBC-DFB2-D1461E84A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893881"/>
              </p:ext>
            </p:extLst>
          </p:nvPr>
        </p:nvGraphicFramePr>
        <p:xfrm>
          <a:off x="202238" y="4540950"/>
          <a:ext cx="9707740" cy="2763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0716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1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</a:t>
                      </a: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/action points</a:t>
                      </a:r>
                      <a:endParaRPr lang="en-US" sz="1600" b="0" i="0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638621-3CD4-CC58-8D03-0981D8DB759F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76642-D343-493C-F922-4F49C5932654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CF449-72C9-DE95-7C92-C80F86FE9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50220"/>
              </p:ext>
            </p:extLst>
          </p:nvPr>
        </p:nvGraphicFramePr>
        <p:xfrm>
          <a:off x="202238" y="691156"/>
          <a:ext cx="9707740" cy="357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07740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Main conclusions from the individual priorities breakdown and team discussion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420472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41280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102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704689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10870</TotalTime>
  <Words>18</Words>
  <Application>Microsoft Office PowerPoint</Application>
  <PresentationFormat>Niestandardowy</PresentationFormat>
  <Paragraphs>5</Paragraphs>
  <Slides>1</Slides>
  <Notes>1</Notes>
  <HiddenSlides>0</HiddenSlides>
  <MMClips>0</MMClips>
  <ScaleCrop>false</ScaleCrop>
  <HeadingPairs>
    <vt:vector size="4" baseType="variant">
      <vt:variant>
        <vt:lpstr>Motyw</vt:lpstr>
      </vt:variant>
      <vt:variant>
        <vt:i4>3</vt:i4>
      </vt:variant>
      <vt:variant>
        <vt:lpstr>Tytuły slajdów</vt:lpstr>
      </vt:variant>
      <vt:variant>
        <vt:i4>1</vt:i4>
      </vt:variant>
    </vt:vector>
  </HeadingPairs>
  <TitlesOfParts>
    <vt:vector size="4" baseType="lpstr">
      <vt:lpstr>4_Custom Design</vt:lpstr>
      <vt:lpstr>5_Custom Design</vt:lpstr>
      <vt:lpstr>SOLIDS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770</cp:revision>
  <cp:lastPrinted>2020-02-28T13:07:06Z</cp:lastPrinted>
  <dcterms:created xsi:type="dcterms:W3CDTF">2019-08-22T09:52:59Z</dcterms:created>
  <dcterms:modified xsi:type="dcterms:W3CDTF">2025-01-14T11:44:53Z</dcterms:modified>
</cp:coreProperties>
</file>