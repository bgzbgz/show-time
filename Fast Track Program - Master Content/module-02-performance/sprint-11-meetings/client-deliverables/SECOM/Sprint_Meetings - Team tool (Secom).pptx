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165A7-9A51-0A94-B722-20DDC56011A3}" v="195" dt="2024-12-13T16:31:39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84247" autoAdjust="0"/>
  </p:normalViewPr>
  <p:slideViewPr>
    <p:cSldViewPr snapToGrid="0">
      <p:cViewPr varScale="1">
        <p:scale>
          <a:sx n="92" d="100"/>
          <a:sy n="92" d="100"/>
        </p:scale>
        <p:origin x="245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baa2671047448a1dcf3ef3768df1ff13b8e04bbf96d79ed7d6092f7586a9e570::" providerId="AD" clId="Web-{521165A7-9A51-0A94-B722-20DDC56011A3}"/>
    <pc:docChg chg="modSld">
      <pc:chgData name="Guest User" userId="S::urn:spo:anon#baa2671047448a1dcf3ef3768df1ff13b8e04bbf96d79ed7d6092f7586a9e570::" providerId="AD" clId="Web-{521165A7-9A51-0A94-B722-20DDC56011A3}" dt="2024-12-13T16:31:38.453" v="167"/>
      <pc:docMkLst>
        <pc:docMk/>
      </pc:docMkLst>
      <pc:sldChg chg="addSp delSp modSp">
        <pc:chgData name="Guest User" userId="S::urn:spo:anon#baa2671047448a1dcf3ef3768df1ff13b8e04bbf96d79ed7d6092f7586a9e570::" providerId="AD" clId="Web-{521165A7-9A51-0A94-B722-20DDC56011A3}" dt="2024-12-13T16:31:38.453" v="167"/>
        <pc:sldMkLst>
          <pc:docMk/>
          <pc:sldMk cId="2480704689" sldId="2579"/>
        </pc:sldMkLst>
        <pc:graphicFrameChg chg="mod modGraphic">
          <ac:chgData name="Guest User" userId="S::urn:spo:anon#baa2671047448a1dcf3ef3768df1ff13b8e04bbf96d79ed7d6092f7586a9e570::" providerId="AD" clId="Web-{521165A7-9A51-0A94-B722-20DDC56011A3}" dt="2024-12-13T16:28:50.433" v="14" actId="1076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add del mod">
          <ac:chgData name="Guest User" userId="S::urn:spo:anon#baa2671047448a1dcf3ef3768df1ff13b8e04bbf96d79ed7d6092f7586a9e570::" providerId="AD" clId="Web-{521165A7-9A51-0A94-B722-20DDC56011A3}" dt="2024-12-13T16:29:26.623" v="20"/>
          <ac:graphicFrameMkLst>
            <pc:docMk/>
            <pc:sldMk cId="2480704689" sldId="2579"/>
            <ac:graphicFrameMk id="4" creationId="{0740E6C2-A8FC-DD73-F666-1713B4040C30}"/>
          </ac:graphicFrameMkLst>
        </pc:graphicFrameChg>
        <pc:graphicFrameChg chg="mod modGraphic">
          <ac:chgData name="Guest User" userId="S::urn:spo:anon#baa2671047448a1dcf3ef3768df1ff13b8e04bbf96d79ed7d6092f7586a9e570::" providerId="AD" clId="Web-{521165A7-9A51-0A94-B722-20DDC56011A3}" dt="2024-12-13T16:31:38.453" v="167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12/13/2024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12/13/2024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461748"/>
              </p:ext>
            </p:extLst>
          </p:nvPr>
        </p:nvGraphicFramePr>
        <p:xfrm>
          <a:off x="161077" y="4224605"/>
          <a:ext cx="9721069" cy="316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0015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8089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2965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0177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Improvement ideas/action points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42249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Revise and adapt meeting routines according to Fast Track Principles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Johnny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19 Dec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42249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Complete Annual Objective Template and establish priorities for Q1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BOD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16 Dec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42249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Create </a:t>
                      </a:r>
                      <a:r>
                        <a:rPr lang="en-GB" sz="12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OnePager</a:t>
                      </a: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form and simplified Meeting Guide and share it within the company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Andreia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10 </a:t>
                      </a:r>
                      <a:r>
                        <a:rPr lang="en-GB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ian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42249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Coaching Meeting Owners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Andreia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30 </a:t>
                      </a:r>
                      <a:r>
                        <a:rPr lang="en-GB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ian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42249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 Big Rock Discussion Process Tool on Annual Priorities starting 2025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BoD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Starting </a:t>
                      </a:r>
                      <a:r>
                        <a:rPr lang="en-GB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515891"/>
              </p:ext>
            </p:extLst>
          </p:nvPr>
        </p:nvGraphicFramePr>
        <p:xfrm>
          <a:off x="167722" y="368843"/>
          <a:ext cx="9707740" cy="381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295311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priorities breakdown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41343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The tool helps us with the structure and alignment of all departments to the company's objectives.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41343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The tool simplifies communication and the cascading of objectives and priorities across all levels of the company.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41343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It brings clarity and helps us with commitment and accountability.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41343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It helps managers easily evaluate the performance of their team members.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248060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248060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248060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248060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248060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248060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10870</TotalTime>
  <Words>18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794</cp:revision>
  <cp:lastPrinted>2020-02-28T13:07:06Z</cp:lastPrinted>
  <dcterms:created xsi:type="dcterms:W3CDTF">2019-08-22T09:52:59Z</dcterms:created>
  <dcterms:modified xsi:type="dcterms:W3CDTF">2024-12-13T16:31:43Z</dcterms:modified>
</cp:coreProperties>
</file>